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4"/>
  </p:sldMasterIdLst>
  <p:notesMasterIdLst>
    <p:notesMasterId r:id="rId27"/>
  </p:notesMasterIdLst>
  <p:handoutMasterIdLst>
    <p:handoutMasterId r:id="rId28"/>
  </p:handoutMasterIdLst>
  <p:sldIdLst>
    <p:sldId id="305" r:id="rId15"/>
    <p:sldId id="328" r:id="rId16"/>
    <p:sldId id="304" r:id="rId17"/>
    <p:sldId id="319" r:id="rId18"/>
    <p:sldId id="258" r:id="rId19"/>
    <p:sldId id="320" r:id="rId20"/>
    <p:sldId id="293" r:id="rId21"/>
    <p:sldId id="290" r:id="rId22"/>
    <p:sldId id="321" r:id="rId23"/>
    <p:sldId id="323" r:id="rId24"/>
    <p:sldId id="324" r:id="rId25"/>
    <p:sldId id="296" r:id="rId26"/>
  </p:sldIdLst>
  <p:sldSz cx="9144000" cy="6858000" type="screen4x3"/>
  <p:notesSz cx="6858000" cy="9144000"/>
  <p:embeddedFontLst>
    <p:embeddedFont>
      <p:font typeface="Calibri" panose="020F0502020204030204" pitchFamily="34" charset="0"/>
      <p:regular r:id="rId29"/>
      <p:bold r:id="rId30"/>
      <p:italic r:id="rId31"/>
      <p:boldItalic r:id="rId32"/>
    </p:embeddedFont>
    <p:embeddedFont>
      <p:font typeface="Calibri Light" panose="020F0302020204030204" pitchFamily="34" charset="0"/>
      <p:regular r:id="rId33"/>
      <p:italic r:id="rId34"/>
    </p:embeddedFont>
    <p:embeddedFont>
      <p:font typeface="Verdana" panose="020B0604030504040204" pitchFamily="34" charset="0"/>
      <p:regular r:id="rId35"/>
      <p:bold r:id="rId36"/>
      <p:italic r:id="rId37"/>
      <p:boldItalic r:id="rId38"/>
    </p:embeddedFont>
  </p:embeddedFontLst>
  <p:custDataLst>
    <p:custData r:id="rId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29" userDrawn="1">
          <p15:clr>
            <a:srgbClr val="A4A3A4"/>
          </p15:clr>
        </p15:guide>
        <p15:guide id="2" pos="3272" userDrawn="1">
          <p15:clr>
            <a:srgbClr val="A4A3A4"/>
          </p15:clr>
        </p15:guide>
        <p15:guide id="3" orient="horz" pos="214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CAEC"/>
    <a:srgbClr val="E95326"/>
    <a:srgbClr val="DDDDDD"/>
    <a:srgbClr val="6F2B8D"/>
    <a:srgbClr val="00A34E"/>
    <a:srgbClr val="23A69A"/>
    <a:srgbClr val="FEEB3D"/>
    <a:srgbClr val="F7A827"/>
    <a:srgbClr val="41388D"/>
    <a:srgbClr val="E5A9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536" autoAdjust="0"/>
  </p:normalViewPr>
  <p:slideViewPr>
    <p:cSldViewPr snapToGrid="0" snapToObjects="1">
      <p:cViewPr varScale="1">
        <p:scale>
          <a:sx n="49" d="100"/>
          <a:sy n="49" d="100"/>
        </p:scale>
        <p:origin x="1840" y="40"/>
      </p:cViewPr>
      <p:guideLst>
        <p:guide orient="horz" pos="1729"/>
        <p:guide pos="3272"/>
        <p:guide orient="horz" pos="2143"/>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56" d="100"/>
          <a:sy n="56" d="100"/>
        </p:scale>
        <p:origin x="284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presProps" Target="presProps.xml"/><Relationship Id="rId21" Type="http://schemas.openxmlformats.org/officeDocument/2006/relationships/slide" Target="slides/slide7.xml"/><Relationship Id="rId34"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2.xml"/><Relationship Id="rId20" Type="http://schemas.openxmlformats.org/officeDocument/2006/relationships/slide" Target="slides/slide6.xml"/><Relationship Id="rId29" Type="http://schemas.openxmlformats.org/officeDocument/2006/relationships/font" Target="fonts/font1.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1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customXml" Target="../customXml/item10.xml"/><Relationship Id="rId19" Type="http://schemas.openxmlformats.org/officeDocument/2006/relationships/slide" Target="slides/slide5.xml"/><Relationship Id="rId31" Type="http://schemas.openxmlformats.org/officeDocument/2006/relationships/font" Target="fonts/font3.fntdata"/><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1.xml"/><Relationship Id="rId22" Type="http://schemas.openxmlformats.org/officeDocument/2006/relationships/slide" Target="slides/slide8.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font" Target="fonts/font5.fntdata"/><Relationship Id="rId38" Type="http://schemas.openxmlformats.org/officeDocument/2006/relationships/font" Target="fonts/font10.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C0E184-ECC7-45C8-A094-BBFA06D7D508}" type="doc">
      <dgm:prSet loTypeId="urn:microsoft.com/office/officeart/2005/8/layout/process1" loCatId="process" qsTypeId="urn:microsoft.com/office/officeart/2005/8/quickstyle/simple1" qsCatId="simple" csTypeId="urn:microsoft.com/office/officeart/2005/8/colors/accent1_2" csCatId="accent1" phldr="1"/>
      <dgm:spPr/>
    </dgm:pt>
    <dgm:pt modelId="{1110DC24-8444-4B84-BD85-9A3987F2EE18}">
      <dgm:prSet phldrT="[Text]">
        <dgm:style>
          <a:lnRef idx="2">
            <a:schemeClr val="accent1"/>
          </a:lnRef>
          <a:fillRef idx="1">
            <a:schemeClr val="lt1"/>
          </a:fillRef>
          <a:effectRef idx="0">
            <a:schemeClr val="accent1"/>
          </a:effectRef>
          <a:fontRef idx="minor">
            <a:schemeClr val="dk1"/>
          </a:fontRef>
        </dgm:style>
      </dgm:prSet>
      <dgm:spPr/>
      <dgm:t>
        <a:bodyPr/>
        <a:lstStyle/>
        <a:p>
          <a:r>
            <a:rPr lang="en-US" dirty="0"/>
            <a:t>Reservation</a:t>
          </a:r>
          <a:endParaRPr lang="en-IE" dirty="0"/>
        </a:p>
      </dgm:t>
    </dgm:pt>
    <dgm:pt modelId="{1FB49246-53D7-47E9-B257-1157AAB810AC}" type="parTrans" cxnId="{7390C5CC-1C18-433E-8D6E-D474F802B552}">
      <dgm:prSet/>
      <dgm:spPr/>
      <dgm:t>
        <a:bodyPr/>
        <a:lstStyle/>
        <a:p>
          <a:endParaRPr lang="en-IE"/>
        </a:p>
      </dgm:t>
    </dgm:pt>
    <dgm:pt modelId="{F1488128-E940-48AB-8D87-3CC3D7FEF6CE}" type="sibTrans" cxnId="{7390C5CC-1C18-433E-8D6E-D474F802B552}">
      <dgm:prSet/>
      <dgm:spPr/>
      <dgm:t>
        <a:bodyPr/>
        <a:lstStyle/>
        <a:p>
          <a:endParaRPr lang="en-IE"/>
        </a:p>
      </dgm:t>
    </dgm:pt>
    <dgm:pt modelId="{5CD93DF2-D4DF-4E45-A397-3B6E25D33108}">
      <dgm:prSet phldrT="[Text]">
        <dgm:style>
          <a:lnRef idx="2">
            <a:schemeClr val="accent2"/>
          </a:lnRef>
          <a:fillRef idx="1">
            <a:schemeClr val="lt1"/>
          </a:fillRef>
          <a:effectRef idx="0">
            <a:schemeClr val="accent2"/>
          </a:effectRef>
          <a:fontRef idx="minor">
            <a:schemeClr val="dk1"/>
          </a:fontRef>
        </dgm:style>
      </dgm:prSet>
      <dgm:spPr/>
      <dgm:t>
        <a:bodyPr/>
        <a:lstStyle/>
        <a:p>
          <a:r>
            <a:rPr lang="en-US" dirty="0">
              <a:solidFill>
                <a:schemeClr val="accent2"/>
              </a:solidFill>
            </a:rPr>
            <a:t>Ticketing </a:t>
          </a:r>
          <a:endParaRPr lang="en-IE" dirty="0">
            <a:solidFill>
              <a:schemeClr val="accent2"/>
            </a:solidFill>
          </a:endParaRPr>
        </a:p>
      </dgm:t>
    </dgm:pt>
    <dgm:pt modelId="{9622D97C-72FE-4DA6-8B82-2DC0C88AD15E}" type="parTrans" cxnId="{4BB0AF53-8385-4926-9BF5-5372F8CF8F65}">
      <dgm:prSet/>
      <dgm:spPr/>
      <dgm:t>
        <a:bodyPr/>
        <a:lstStyle/>
        <a:p>
          <a:endParaRPr lang="en-IE"/>
        </a:p>
      </dgm:t>
    </dgm:pt>
    <dgm:pt modelId="{CD1F5387-FCCD-4B80-9C1B-FCE48D193228}" type="sibTrans" cxnId="{4BB0AF53-8385-4926-9BF5-5372F8CF8F65}">
      <dgm:prSet/>
      <dgm:spPr/>
      <dgm:t>
        <a:bodyPr/>
        <a:lstStyle/>
        <a:p>
          <a:endParaRPr lang="en-IE"/>
        </a:p>
      </dgm:t>
    </dgm:pt>
    <dgm:pt modelId="{09500884-B30F-4DD6-B6EB-0BA2981912B6}">
      <dgm:prSet phldrT="[Text]">
        <dgm:style>
          <a:lnRef idx="2">
            <a:schemeClr val="accent6"/>
          </a:lnRef>
          <a:fillRef idx="1">
            <a:schemeClr val="lt1"/>
          </a:fillRef>
          <a:effectRef idx="0">
            <a:schemeClr val="accent6"/>
          </a:effectRef>
          <a:fontRef idx="minor">
            <a:schemeClr val="dk1"/>
          </a:fontRef>
        </dgm:style>
      </dgm:prSet>
      <dgm:spPr/>
      <dgm:t>
        <a:bodyPr/>
        <a:lstStyle/>
        <a:p>
          <a:r>
            <a:rPr lang="en-US" dirty="0">
              <a:solidFill>
                <a:schemeClr val="accent6"/>
              </a:solidFill>
            </a:rPr>
            <a:t>Mid/Back-Office</a:t>
          </a:r>
          <a:endParaRPr lang="en-IE" dirty="0">
            <a:solidFill>
              <a:schemeClr val="accent6"/>
            </a:solidFill>
          </a:endParaRPr>
        </a:p>
      </dgm:t>
    </dgm:pt>
    <dgm:pt modelId="{DCAA074C-990F-408D-B403-5DE1B4C25EEA}" type="parTrans" cxnId="{925E37EE-093A-4EED-8EEC-D6C413DF52AB}">
      <dgm:prSet/>
      <dgm:spPr/>
      <dgm:t>
        <a:bodyPr/>
        <a:lstStyle/>
        <a:p>
          <a:endParaRPr lang="en-IE"/>
        </a:p>
      </dgm:t>
    </dgm:pt>
    <dgm:pt modelId="{47402DE9-B6EB-4FDC-A327-89E22E3C2939}" type="sibTrans" cxnId="{925E37EE-093A-4EED-8EEC-D6C413DF52AB}">
      <dgm:prSet/>
      <dgm:spPr/>
      <dgm:t>
        <a:bodyPr/>
        <a:lstStyle/>
        <a:p>
          <a:endParaRPr lang="en-IE"/>
        </a:p>
      </dgm:t>
    </dgm:pt>
    <dgm:pt modelId="{BE34312D-2777-471B-9927-37B9AA8D3CDC}" type="pres">
      <dgm:prSet presAssocID="{D6C0E184-ECC7-45C8-A094-BBFA06D7D508}" presName="Name0" presStyleCnt="0">
        <dgm:presLayoutVars>
          <dgm:dir/>
          <dgm:resizeHandles val="exact"/>
        </dgm:presLayoutVars>
      </dgm:prSet>
      <dgm:spPr/>
    </dgm:pt>
    <dgm:pt modelId="{53E12365-7BF3-4A49-8B0E-31C51EB8F902}" type="pres">
      <dgm:prSet presAssocID="{1110DC24-8444-4B84-BD85-9A3987F2EE18}" presName="node" presStyleLbl="node1" presStyleIdx="0" presStyleCnt="3">
        <dgm:presLayoutVars>
          <dgm:bulletEnabled val="1"/>
        </dgm:presLayoutVars>
      </dgm:prSet>
      <dgm:spPr/>
    </dgm:pt>
    <dgm:pt modelId="{91870F4F-CFCC-4E75-8710-008CCA93CEB9}" type="pres">
      <dgm:prSet presAssocID="{F1488128-E940-48AB-8D87-3CC3D7FEF6CE}" presName="sibTrans" presStyleLbl="sibTrans2D1" presStyleIdx="0" presStyleCnt="2"/>
      <dgm:spPr/>
    </dgm:pt>
    <dgm:pt modelId="{F08547EC-5669-43BE-9A74-8B0D27E3CA3F}" type="pres">
      <dgm:prSet presAssocID="{F1488128-E940-48AB-8D87-3CC3D7FEF6CE}" presName="connectorText" presStyleLbl="sibTrans2D1" presStyleIdx="0" presStyleCnt="2"/>
      <dgm:spPr/>
    </dgm:pt>
    <dgm:pt modelId="{6D85EBDB-4FCE-4B91-B205-D995B5C8878E}" type="pres">
      <dgm:prSet presAssocID="{5CD93DF2-D4DF-4E45-A397-3B6E25D33108}" presName="node" presStyleLbl="node1" presStyleIdx="1" presStyleCnt="3" custLinFactNeighborY="-1107">
        <dgm:presLayoutVars>
          <dgm:bulletEnabled val="1"/>
        </dgm:presLayoutVars>
      </dgm:prSet>
      <dgm:spPr/>
    </dgm:pt>
    <dgm:pt modelId="{16A9FFEF-72E2-494D-AEB0-1DB49E9B21A0}" type="pres">
      <dgm:prSet presAssocID="{CD1F5387-FCCD-4B80-9C1B-FCE48D193228}" presName="sibTrans" presStyleLbl="sibTrans2D1" presStyleIdx="1" presStyleCnt="2"/>
      <dgm:spPr/>
    </dgm:pt>
    <dgm:pt modelId="{ECDCE512-28A8-4D5F-9DC9-FA2A32AA9455}" type="pres">
      <dgm:prSet presAssocID="{CD1F5387-FCCD-4B80-9C1B-FCE48D193228}" presName="connectorText" presStyleLbl="sibTrans2D1" presStyleIdx="1" presStyleCnt="2"/>
      <dgm:spPr/>
    </dgm:pt>
    <dgm:pt modelId="{3A480072-E206-457A-9C84-BE289602E3B2}" type="pres">
      <dgm:prSet presAssocID="{09500884-B30F-4DD6-B6EB-0BA2981912B6}" presName="node" presStyleLbl="node1" presStyleIdx="2" presStyleCnt="3">
        <dgm:presLayoutVars>
          <dgm:bulletEnabled val="1"/>
        </dgm:presLayoutVars>
      </dgm:prSet>
      <dgm:spPr/>
    </dgm:pt>
  </dgm:ptLst>
  <dgm:cxnLst>
    <dgm:cxn modelId="{A3B7A615-BBAE-41CA-9B0F-E87C5EADFFD3}" type="presOf" srcId="{1110DC24-8444-4B84-BD85-9A3987F2EE18}" destId="{53E12365-7BF3-4A49-8B0E-31C51EB8F902}" srcOrd="0" destOrd="0" presId="urn:microsoft.com/office/officeart/2005/8/layout/process1"/>
    <dgm:cxn modelId="{ADDACC20-460F-4470-9FFC-2053A0B4AEA5}" type="presOf" srcId="{D6C0E184-ECC7-45C8-A094-BBFA06D7D508}" destId="{BE34312D-2777-471B-9927-37B9AA8D3CDC}" srcOrd="0" destOrd="0" presId="urn:microsoft.com/office/officeart/2005/8/layout/process1"/>
    <dgm:cxn modelId="{B98C5264-215A-439B-AC9B-E9BC002AF830}" type="presOf" srcId="{F1488128-E940-48AB-8D87-3CC3D7FEF6CE}" destId="{91870F4F-CFCC-4E75-8710-008CCA93CEB9}" srcOrd="0" destOrd="0" presId="urn:microsoft.com/office/officeart/2005/8/layout/process1"/>
    <dgm:cxn modelId="{4BB0AF53-8385-4926-9BF5-5372F8CF8F65}" srcId="{D6C0E184-ECC7-45C8-A094-BBFA06D7D508}" destId="{5CD93DF2-D4DF-4E45-A397-3B6E25D33108}" srcOrd="1" destOrd="0" parTransId="{9622D97C-72FE-4DA6-8B82-2DC0C88AD15E}" sibTransId="{CD1F5387-FCCD-4B80-9C1B-FCE48D193228}"/>
    <dgm:cxn modelId="{15851E88-FD59-422B-A584-A6D0757DBD8A}" type="presOf" srcId="{CD1F5387-FCCD-4B80-9C1B-FCE48D193228}" destId="{ECDCE512-28A8-4D5F-9DC9-FA2A32AA9455}" srcOrd="1" destOrd="0" presId="urn:microsoft.com/office/officeart/2005/8/layout/process1"/>
    <dgm:cxn modelId="{9609CEA6-A14C-47F6-BC8A-72461091C3BD}" type="presOf" srcId="{5CD93DF2-D4DF-4E45-A397-3B6E25D33108}" destId="{6D85EBDB-4FCE-4B91-B205-D995B5C8878E}" srcOrd="0" destOrd="0" presId="urn:microsoft.com/office/officeart/2005/8/layout/process1"/>
    <dgm:cxn modelId="{E758CDB3-94A2-4076-B46E-84CB812FF5D9}" type="presOf" srcId="{09500884-B30F-4DD6-B6EB-0BA2981912B6}" destId="{3A480072-E206-457A-9C84-BE289602E3B2}" srcOrd="0" destOrd="0" presId="urn:microsoft.com/office/officeart/2005/8/layout/process1"/>
    <dgm:cxn modelId="{3FF63ACA-E778-426C-B6AF-AA7E122639EC}" type="presOf" srcId="{CD1F5387-FCCD-4B80-9C1B-FCE48D193228}" destId="{16A9FFEF-72E2-494D-AEB0-1DB49E9B21A0}" srcOrd="0" destOrd="0" presId="urn:microsoft.com/office/officeart/2005/8/layout/process1"/>
    <dgm:cxn modelId="{7390C5CC-1C18-433E-8D6E-D474F802B552}" srcId="{D6C0E184-ECC7-45C8-A094-BBFA06D7D508}" destId="{1110DC24-8444-4B84-BD85-9A3987F2EE18}" srcOrd="0" destOrd="0" parTransId="{1FB49246-53D7-47E9-B257-1157AAB810AC}" sibTransId="{F1488128-E940-48AB-8D87-3CC3D7FEF6CE}"/>
    <dgm:cxn modelId="{19B83FE2-D344-44DC-8E03-7FFC86E5B469}" type="presOf" srcId="{F1488128-E940-48AB-8D87-3CC3D7FEF6CE}" destId="{F08547EC-5669-43BE-9A74-8B0D27E3CA3F}" srcOrd="1" destOrd="0" presId="urn:microsoft.com/office/officeart/2005/8/layout/process1"/>
    <dgm:cxn modelId="{925E37EE-093A-4EED-8EEC-D6C413DF52AB}" srcId="{D6C0E184-ECC7-45C8-A094-BBFA06D7D508}" destId="{09500884-B30F-4DD6-B6EB-0BA2981912B6}" srcOrd="2" destOrd="0" parTransId="{DCAA074C-990F-408D-B403-5DE1B4C25EEA}" sibTransId="{47402DE9-B6EB-4FDC-A327-89E22E3C2939}"/>
    <dgm:cxn modelId="{AC8269C4-6D7B-4D00-A512-868BB515FB44}" type="presParOf" srcId="{BE34312D-2777-471B-9927-37B9AA8D3CDC}" destId="{53E12365-7BF3-4A49-8B0E-31C51EB8F902}" srcOrd="0" destOrd="0" presId="urn:microsoft.com/office/officeart/2005/8/layout/process1"/>
    <dgm:cxn modelId="{DCB92D2F-5BB8-4AC1-A634-CF83E906C6A1}" type="presParOf" srcId="{BE34312D-2777-471B-9927-37B9AA8D3CDC}" destId="{91870F4F-CFCC-4E75-8710-008CCA93CEB9}" srcOrd="1" destOrd="0" presId="urn:microsoft.com/office/officeart/2005/8/layout/process1"/>
    <dgm:cxn modelId="{34D8B10D-C237-4CBA-94B7-E1D93611D38B}" type="presParOf" srcId="{91870F4F-CFCC-4E75-8710-008CCA93CEB9}" destId="{F08547EC-5669-43BE-9A74-8B0D27E3CA3F}" srcOrd="0" destOrd="0" presId="urn:microsoft.com/office/officeart/2005/8/layout/process1"/>
    <dgm:cxn modelId="{8F7D09E6-2B7B-4986-8638-34DDD4EDEF51}" type="presParOf" srcId="{BE34312D-2777-471B-9927-37B9AA8D3CDC}" destId="{6D85EBDB-4FCE-4B91-B205-D995B5C8878E}" srcOrd="2" destOrd="0" presId="urn:microsoft.com/office/officeart/2005/8/layout/process1"/>
    <dgm:cxn modelId="{2C96432F-21F3-46E2-9CF8-16D6C059FA26}" type="presParOf" srcId="{BE34312D-2777-471B-9927-37B9AA8D3CDC}" destId="{16A9FFEF-72E2-494D-AEB0-1DB49E9B21A0}" srcOrd="3" destOrd="0" presId="urn:microsoft.com/office/officeart/2005/8/layout/process1"/>
    <dgm:cxn modelId="{6AEDEA56-DE42-42F8-BFAE-6CDCA700197E}" type="presParOf" srcId="{16A9FFEF-72E2-494D-AEB0-1DB49E9B21A0}" destId="{ECDCE512-28A8-4D5F-9DC9-FA2A32AA9455}" srcOrd="0" destOrd="0" presId="urn:microsoft.com/office/officeart/2005/8/layout/process1"/>
    <dgm:cxn modelId="{756A3CB4-AA81-454F-804F-9AEEA42FD58D}" type="presParOf" srcId="{BE34312D-2777-471B-9927-37B9AA8D3CDC}" destId="{3A480072-E206-457A-9C84-BE289602E3B2}"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0E2D1A-56DE-4703-8F97-496D05BC123D}" type="doc">
      <dgm:prSet loTypeId="urn:microsoft.com/office/officeart/2005/8/layout/hList6" loCatId="list" qsTypeId="urn:microsoft.com/office/officeart/2005/8/quickstyle/simple3" qsCatId="simple" csTypeId="urn:microsoft.com/office/officeart/2005/8/colors/accent6_5" csCatId="accent6" phldr="1"/>
      <dgm:spPr/>
      <dgm:t>
        <a:bodyPr/>
        <a:lstStyle/>
        <a:p>
          <a:endParaRPr lang="en-IE"/>
        </a:p>
      </dgm:t>
    </dgm:pt>
    <dgm:pt modelId="{162E4698-C979-4F84-BFCA-6E8608EA6957}">
      <dgm:prSet phldrT="[Text]"/>
      <dgm:spPr>
        <a:solidFill>
          <a:schemeClr val="accent6">
            <a:lumMod val="20000"/>
            <a:lumOff val="80000"/>
          </a:schemeClr>
        </a:solidFill>
        <a:ln>
          <a:solidFill>
            <a:schemeClr val="accent6">
              <a:lumMod val="20000"/>
              <a:lumOff val="80000"/>
            </a:schemeClr>
          </a:solidFill>
        </a:ln>
      </dgm:spPr>
      <dgm:t>
        <a:bodyPr/>
        <a:lstStyle/>
        <a:p>
          <a:r>
            <a:rPr lang="en-US" dirty="0">
              <a:solidFill>
                <a:schemeClr val="bg1"/>
              </a:solidFill>
            </a:rPr>
            <a:t>ABDF</a:t>
          </a:r>
          <a:endParaRPr lang="en-IE" dirty="0">
            <a:solidFill>
              <a:schemeClr val="bg1"/>
            </a:solidFill>
          </a:endParaRPr>
        </a:p>
      </dgm:t>
    </dgm:pt>
    <dgm:pt modelId="{8E40E3F4-ADDB-4557-81D9-FE2337ADE750}" type="parTrans" cxnId="{F14D2ADE-4D63-4C27-BE98-5DA531A6554A}">
      <dgm:prSet/>
      <dgm:spPr/>
      <dgm:t>
        <a:bodyPr/>
        <a:lstStyle/>
        <a:p>
          <a:endParaRPr lang="en-IE"/>
        </a:p>
      </dgm:t>
    </dgm:pt>
    <dgm:pt modelId="{AADDB139-F15A-4862-B880-36732F1C1189}" type="sibTrans" cxnId="{F14D2ADE-4D63-4C27-BE98-5DA531A6554A}">
      <dgm:prSet/>
      <dgm:spPr/>
      <dgm:t>
        <a:bodyPr/>
        <a:lstStyle/>
        <a:p>
          <a:endParaRPr lang="en-IE"/>
        </a:p>
      </dgm:t>
    </dgm:pt>
    <dgm:pt modelId="{39FB230B-A396-4BE6-96B9-481455E83DB1}">
      <dgm:prSet phldrT="[Text]"/>
      <dgm:spPr>
        <a:solidFill>
          <a:schemeClr val="accent1">
            <a:alpha val="80000"/>
          </a:schemeClr>
        </a:solidFill>
        <a:ln>
          <a:solidFill>
            <a:schemeClr val="accent1">
              <a:lumMod val="20000"/>
              <a:lumOff val="80000"/>
            </a:schemeClr>
          </a:solidFill>
        </a:ln>
      </dgm:spPr>
      <dgm:t>
        <a:bodyPr/>
        <a:lstStyle/>
        <a:p>
          <a:r>
            <a:rPr lang="en-US" dirty="0">
              <a:solidFill>
                <a:schemeClr val="bg1"/>
              </a:solidFill>
            </a:rPr>
            <a:t>Back-Office A.I.R</a:t>
          </a:r>
          <a:endParaRPr lang="en-IE" dirty="0">
            <a:solidFill>
              <a:schemeClr val="bg1"/>
            </a:solidFill>
          </a:endParaRPr>
        </a:p>
      </dgm:t>
    </dgm:pt>
    <dgm:pt modelId="{F55046FF-88DC-472D-A1FB-CA257568E18D}" type="parTrans" cxnId="{25089704-7C0D-4932-9077-7B578901BC02}">
      <dgm:prSet/>
      <dgm:spPr/>
      <dgm:t>
        <a:bodyPr/>
        <a:lstStyle/>
        <a:p>
          <a:endParaRPr lang="en-IE"/>
        </a:p>
      </dgm:t>
    </dgm:pt>
    <dgm:pt modelId="{D9E293EC-A8CB-4253-BD5E-4B030498D0F5}" type="sibTrans" cxnId="{25089704-7C0D-4932-9077-7B578901BC02}">
      <dgm:prSet/>
      <dgm:spPr/>
      <dgm:t>
        <a:bodyPr/>
        <a:lstStyle/>
        <a:p>
          <a:endParaRPr lang="en-IE"/>
        </a:p>
      </dgm:t>
    </dgm:pt>
    <dgm:pt modelId="{C083AA3B-F090-4A7A-ADEA-D22989D60300}">
      <dgm:prSet phldrT="[Text]"/>
      <dgm:spPr>
        <a:solidFill>
          <a:schemeClr val="accent2">
            <a:alpha val="60000"/>
          </a:schemeClr>
        </a:solidFill>
        <a:ln>
          <a:solidFill>
            <a:schemeClr val="accent2">
              <a:lumMod val="20000"/>
              <a:lumOff val="80000"/>
            </a:schemeClr>
          </a:solidFill>
        </a:ln>
      </dgm:spPr>
      <dgm:t>
        <a:bodyPr/>
        <a:lstStyle/>
        <a:p>
          <a:r>
            <a:rPr lang="en-US" dirty="0">
              <a:solidFill>
                <a:schemeClr val="bg1"/>
              </a:solidFill>
            </a:rPr>
            <a:t>TTR Feed</a:t>
          </a:r>
          <a:endParaRPr lang="en-IE" dirty="0">
            <a:solidFill>
              <a:schemeClr val="bg1"/>
            </a:solidFill>
          </a:endParaRPr>
        </a:p>
      </dgm:t>
    </dgm:pt>
    <dgm:pt modelId="{31949A47-2C1B-4966-B582-0540A9F19FA8}" type="parTrans" cxnId="{AA3D9DDB-303F-4C7A-AB2A-80DE17F55D2B}">
      <dgm:prSet/>
      <dgm:spPr/>
      <dgm:t>
        <a:bodyPr/>
        <a:lstStyle/>
        <a:p>
          <a:endParaRPr lang="en-IE"/>
        </a:p>
      </dgm:t>
    </dgm:pt>
    <dgm:pt modelId="{3AEA10BE-8461-4AEB-A366-85C76A132FFD}" type="sibTrans" cxnId="{AA3D9DDB-303F-4C7A-AB2A-80DE17F55D2B}">
      <dgm:prSet/>
      <dgm:spPr/>
      <dgm:t>
        <a:bodyPr/>
        <a:lstStyle/>
        <a:p>
          <a:endParaRPr lang="en-IE"/>
        </a:p>
      </dgm:t>
    </dgm:pt>
    <dgm:pt modelId="{49ECE35B-E91E-4B70-AFBD-7878470B49FA}">
      <dgm:prSet/>
      <dgm:spPr>
        <a:solidFill>
          <a:schemeClr val="accent1">
            <a:alpha val="80000"/>
          </a:schemeClr>
        </a:solidFill>
        <a:ln>
          <a:solidFill>
            <a:schemeClr val="accent1">
              <a:lumMod val="20000"/>
              <a:lumOff val="80000"/>
            </a:schemeClr>
          </a:solidFill>
        </a:ln>
      </dgm:spPr>
      <dgm:t>
        <a:bodyPr/>
        <a:lstStyle/>
        <a:p>
          <a:r>
            <a:rPr lang="en-US" dirty="0">
              <a:solidFill>
                <a:schemeClr val="bg1"/>
              </a:solidFill>
            </a:rPr>
            <a:t>I.M.R</a:t>
          </a:r>
          <a:endParaRPr lang="en-IE" dirty="0">
            <a:solidFill>
              <a:schemeClr val="bg1"/>
            </a:solidFill>
          </a:endParaRPr>
        </a:p>
      </dgm:t>
    </dgm:pt>
    <dgm:pt modelId="{8E66BC32-AF00-4424-AC2A-54418B7DE556}" type="parTrans" cxnId="{5F6BBF59-F81C-4B71-97C6-B9071DBF5088}">
      <dgm:prSet/>
      <dgm:spPr/>
      <dgm:t>
        <a:bodyPr/>
        <a:lstStyle/>
        <a:p>
          <a:endParaRPr lang="en-IE"/>
        </a:p>
      </dgm:t>
    </dgm:pt>
    <dgm:pt modelId="{4CC27B6D-A09E-46D7-ACDA-6E03E38D565F}" type="sibTrans" cxnId="{5F6BBF59-F81C-4B71-97C6-B9071DBF5088}">
      <dgm:prSet/>
      <dgm:spPr/>
      <dgm:t>
        <a:bodyPr/>
        <a:lstStyle/>
        <a:p>
          <a:endParaRPr lang="en-IE"/>
        </a:p>
      </dgm:t>
    </dgm:pt>
    <dgm:pt modelId="{AD8EDA33-74C6-4E27-9136-856EC78D5D1C}" type="pres">
      <dgm:prSet presAssocID="{010E2D1A-56DE-4703-8F97-496D05BC123D}" presName="Name0" presStyleCnt="0">
        <dgm:presLayoutVars>
          <dgm:dir/>
          <dgm:resizeHandles val="exact"/>
        </dgm:presLayoutVars>
      </dgm:prSet>
      <dgm:spPr/>
    </dgm:pt>
    <dgm:pt modelId="{FED2F2F8-F340-4E52-8D0F-9480A810BE56}" type="pres">
      <dgm:prSet presAssocID="{162E4698-C979-4F84-BFCA-6E8608EA6957}" presName="node" presStyleLbl="node1" presStyleIdx="0" presStyleCnt="4" custLinFactNeighborX="-11581">
        <dgm:presLayoutVars>
          <dgm:bulletEnabled val="1"/>
        </dgm:presLayoutVars>
      </dgm:prSet>
      <dgm:spPr/>
    </dgm:pt>
    <dgm:pt modelId="{58798E11-0859-438E-AE40-80039470A2C2}" type="pres">
      <dgm:prSet presAssocID="{AADDB139-F15A-4862-B880-36732F1C1189}" presName="sibTrans" presStyleCnt="0"/>
      <dgm:spPr/>
    </dgm:pt>
    <dgm:pt modelId="{57DDA308-25AD-432F-B0EE-7E52309DFA8E}" type="pres">
      <dgm:prSet presAssocID="{39FB230B-A396-4BE6-96B9-481455E83DB1}" presName="node" presStyleLbl="node1" presStyleIdx="1" presStyleCnt="4" custLinFactNeighborX="51558" custLinFactNeighborY="0">
        <dgm:presLayoutVars>
          <dgm:bulletEnabled val="1"/>
        </dgm:presLayoutVars>
      </dgm:prSet>
      <dgm:spPr/>
    </dgm:pt>
    <dgm:pt modelId="{1A0CEEA6-4ED1-4AB1-8677-4DC5569B079A}" type="pres">
      <dgm:prSet presAssocID="{D9E293EC-A8CB-4253-BD5E-4B030498D0F5}" presName="sibTrans" presStyleCnt="0"/>
      <dgm:spPr/>
    </dgm:pt>
    <dgm:pt modelId="{92E52F49-900D-4AF3-89A2-7DD888ED36C1}" type="pres">
      <dgm:prSet presAssocID="{49ECE35B-E91E-4B70-AFBD-7878470B49FA}" presName="node" presStyleLbl="node1" presStyleIdx="2" presStyleCnt="4" custLinFactNeighborX="11581">
        <dgm:presLayoutVars>
          <dgm:bulletEnabled val="1"/>
        </dgm:presLayoutVars>
      </dgm:prSet>
      <dgm:spPr/>
    </dgm:pt>
    <dgm:pt modelId="{8CA54223-95BA-488A-94B9-DDB97FF65489}" type="pres">
      <dgm:prSet presAssocID="{4CC27B6D-A09E-46D7-ACDA-6E03E38D565F}" presName="sibTrans" presStyleCnt="0"/>
      <dgm:spPr/>
    </dgm:pt>
    <dgm:pt modelId="{91953BC5-87FC-4EDC-9A4D-033A73127AFF}" type="pres">
      <dgm:prSet presAssocID="{C083AA3B-F090-4A7A-ADEA-D22989D60300}" presName="node" presStyleLbl="node1" presStyleIdx="3" presStyleCnt="4" custLinFactNeighborX="12940">
        <dgm:presLayoutVars>
          <dgm:bulletEnabled val="1"/>
        </dgm:presLayoutVars>
      </dgm:prSet>
      <dgm:spPr/>
    </dgm:pt>
  </dgm:ptLst>
  <dgm:cxnLst>
    <dgm:cxn modelId="{25089704-7C0D-4932-9077-7B578901BC02}" srcId="{010E2D1A-56DE-4703-8F97-496D05BC123D}" destId="{39FB230B-A396-4BE6-96B9-481455E83DB1}" srcOrd="1" destOrd="0" parTransId="{F55046FF-88DC-472D-A1FB-CA257568E18D}" sibTransId="{D9E293EC-A8CB-4253-BD5E-4B030498D0F5}"/>
    <dgm:cxn modelId="{F18C5439-33D5-49CD-8C2D-2F38561F4E37}" type="presOf" srcId="{49ECE35B-E91E-4B70-AFBD-7878470B49FA}" destId="{92E52F49-900D-4AF3-89A2-7DD888ED36C1}" srcOrd="0" destOrd="0" presId="urn:microsoft.com/office/officeart/2005/8/layout/hList6"/>
    <dgm:cxn modelId="{FC295E5F-13AB-4856-A86A-5D715A9D82C8}" type="presOf" srcId="{39FB230B-A396-4BE6-96B9-481455E83DB1}" destId="{57DDA308-25AD-432F-B0EE-7E52309DFA8E}" srcOrd="0" destOrd="0" presId="urn:microsoft.com/office/officeart/2005/8/layout/hList6"/>
    <dgm:cxn modelId="{ACACDA4E-7F18-45EB-AA7A-E8A8FBCEFE88}" type="presOf" srcId="{C083AA3B-F090-4A7A-ADEA-D22989D60300}" destId="{91953BC5-87FC-4EDC-9A4D-033A73127AFF}" srcOrd="0" destOrd="0" presId="urn:microsoft.com/office/officeart/2005/8/layout/hList6"/>
    <dgm:cxn modelId="{AA996271-973A-44EB-9630-E1A8536983C6}" type="presOf" srcId="{010E2D1A-56DE-4703-8F97-496D05BC123D}" destId="{AD8EDA33-74C6-4E27-9136-856EC78D5D1C}" srcOrd="0" destOrd="0" presId="urn:microsoft.com/office/officeart/2005/8/layout/hList6"/>
    <dgm:cxn modelId="{5F6BBF59-F81C-4B71-97C6-B9071DBF5088}" srcId="{010E2D1A-56DE-4703-8F97-496D05BC123D}" destId="{49ECE35B-E91E-4B70-AFBD-7878470B49FA}" srcOrd="2" destOrd="0" parTransId="{8E66BC32-AF00-4424-AC2A-54418B7DE556}" sibTransId="{4CC27B6D-A09E-46D7-ACDA-6E03E38D565F}"/>
    <dgm:cxn modelId="{7F577EBD-6E9D-4869-AB5A-282D5AA9C3F4}" type="presOf" srcId="{162E4698-C979-4F84-BFCA-6E8608EA6957}" destId="{FED2F2F8-F340-4E52-8D0F-9480A810BE56}" srcOrd="0" destOrd="0" presId="urn:microsoft.com/office/officeart/2005/8/layout/hList6"/>
    <dgm:cxn modelId="{AA3D9DDB-303F-4C7A-AB2A-80DE17F55D2B}" srcId="{010E2D1A-56DE-4703-8F97-496D05BC123D}" destId="{C083AA3B-F090-4A7A-ADEA-D22989D60300}" srcOrd="3" destOrd="0" parTransId="{31949A47-2C1B-4966-B582-0540A9F19FA8}" sibTransId="{3AEA10BE-8461-4AEB-A366-85C76A132FFD}"/>
    <dgm:cxn modelId="{F14D2ADE-4D63-4C27-BE98-5DA531A6554A}" srcId="{010E2D1A-56DE-4703-8F97-496D05BC123D}" destId="{162E4698-C979-4F84-BFCA-6E8608EA6957}" srcOrd="0" destOrd="0" parTransId="{8E40E3F4-ADDB-4557-81D9-FE2337ADE750}" sibTransId="{AADDB139-F15A-4862-B880-36732F1C1189}"/>
    <dgm:cxn modelId="{D7CBBD46-BD17-4E5C-8318-0044D4949950}" type="presParOf" srcId="{AD8EDA33-74C6-4E27-9136-856EC78D5D1C}" destId="{FED2F2F8-F340-4E52-8D0F-9480A810BE56}" srcOrd="0" destOrd="0" presId="urn:microsoft.com/office/officeart/2005/8/layout/hList6"/>
    <dgm:cxn modelId="{98E50402-CED1-427A-80A1-16F8C2FD37AD}" type="presParOf" srcId="{AD8EDA33-74C6-4E27-9136-856EC78D5D1C}" destId="{58798E11-0859-438E-AE40-80039470A2C2}" srcOrd="1" destOrd="0" presId="urn:microsoft.com/office/officeart/2005/8/layout/hList6"/>
    <dgm:cxn modelId="{961FB383-AC99-4FF1-949A-EF8742CE100D}" type="presParOf" srcId="{AD8EDA33-74C6-4E27-9136-856EC78D5D1C}" destId="{57DDA308-25AD-432F-B0EE-7E52309DFA8E}" srcOrd="2" destOrd="0" presId="urn:microsoft.com/office/officeart/2005/8/layout/hList6"/>
    <dgm:cxn modelId="{153F3488-36DA-4AD2-879B-B441143CA7B5}" type="presParOf" srcId="{AD8EDA33-74C6-4E27-9136-856EC78D5D1C}" destId="{1A0CEEA6-4ED1-4AB1-8677-4DC5569B079A}" srcOrd="3" destOrd="0" presId="urn:microsoft.com/office/officeart/2005/8/layout/hList6"/>
    <dgm:cxn modelId="{2B0BD1AF-B54E-41FE-BD02-991EB97E6EBF}" type="presParOf" srcId="{AD8EDA33-74C6-4E27-9136-856EC78D5D1C}" destId="{92E52F49-900D-4AF3-89A2-7DD888ED36C1}" srcOrd="4" destOrd="0" presId="urn:microsoft.com/office/officeart/2005/8/layout/hList6"/>
    <dgm:cxn modelId="{FE67883C-9486-40A8-9C34-2DD00EFD446B}" type="presParOf" srcId="{AD8EDA33-74C6-4E27-9136-856EC78D5D1C}" destId="{8CA54223-95BA-488A-94B9-DDB97FF65489}" srcOrd="5" destOrd="0" presId="urn:microsoft.com/office/officeart/2005/8/layout/hList6"/>
    <dgm:cxn modelId="{AF75B522-B409-48AF-A58B-B6558D5DB298}" type="presParOf" srcId="{AD8EDA33-74C6-4E27-9136-856EC78D5D1C}" destId="{91953BC5-87FC-4EDC-9A4D-033A73127AFF}" srcOrd="6" destOrd="0" presId="urn:microsoft.com/office/officeart/2005/8/layout/h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0E2D1A-56DE-4703-8F97-496D05BC123D}"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IE"/>
        </a:p>
      </dgm:t>
    </dgm:pt>
    <dgm:pt modelId="{162E4698-C979-4F84-BFCA-6E8608EA6957}">
      <dgm:prSet phldrT="[Text]">
        <dgm:style>
          <a:lnRef idx="2">
            <a:schemeClr val="accent6">
              <a:shade val="50000"/>
            </a:schemeClr>
          </a:lnRef>
          <a:fillRef idx="1">
            <a:schemeClr val="accent6"/>
          </a:fillRef>
          <a:effectRef idx="0">
            <a:schemeClr val="accent6"/>
          </a:effectRef>
          <a:fontRef idx="minor">
            <a:schemeClr val="lt1"/>
          </a:fontRef>
        </dgm:style>
      </dgm:prSet>
      <dgm:spPr>
        <a:solidFill>
          <a:schemeClr val="accent6">
            <a:lumMod val="20000"/>
            <a:lumOff val="80000"/>
          </a:schemeClr>
        </a:solidFill>
        <a:ln>
          <a:noFill/>
        </a:ln>
      </dgm:spPr>
      <dgm:t>
        <a:bodyPr/>
        <a:lstStyle/>
        <a:p>
          <a:r>
            <a:rPr lang="en-US" dirty="0"/>
            <a:t>ABDF</a:t>
          </a:r>
          <a:endParaRPr lang="en-IE" dirty="0"/>
        </a:p>
      </dgm:t>
    </dgm:pt>
    <dgm:pt modelId="{8E40E3F4-ADDB-4557-81D9-FE2337ADE750}" type="parTrans" cxnId="{F14D2ADE-4D63-4C27-BE98-5DA531A6554A}">
      <dgm:prSet/>
      <dgm:spPr/>
      <dgm:t>
        <a:bodyPr/>
        <a:lstStyle/>
        <a:p>
          <a:endParaRPr lang="en-IE"/>
        </a:p>
      </dgm:t>
    </dgm:pt>
    <dgm:pt modelId="{AADDB139-F15A-4862-B880-36732F1C1189}" type="sibTrans" cxnId="{F14D2ADE-4D63-4C27-BE98-5DA531A6554A}">
      <dgm:prSet/>
      <dgm:spPr/>
      <dgm:t>
        <a:bodyPr/>
        <a:lstStyle/>
        <a:p>
          <a:endParaRPr lang="en-IE"/>
        </a:p>
      </dgm:t>
    </dgm:pt>
    <dgm:pt modelId="{39FB230B-A396-4BE6-96B9-481455E83DB1}">
      <dgm:prSet phldrT="[Text]">
        <dgm:style>
          <a:lnRef idx="2">
            <a:schemeClr val="accent1">
              <a:shade val="50000"/>
            </a:schemeClr>
          </a:lnRef>
          <a:fillRef idx="1">
            <a:schemeClr val="accent1"/>
          </a:fillRef>
          <a:effectRef idx="0">
            <a:schemeClr val="accent1"/>
          </a:effectRef>
          <a:fontRef idx="minor">
            <a:schemeClr val="lt1"/>
          </a:fontRef>
        </dgm:style>
      </dgm:prSet>
      <dgm:spPr>
        <a:solidFill>
          <a:schemeClr val="accent1">
            <a:alpha val="80000"/>
          </a:schemeClr>
        </a:solidFill>
      </dgm:spPr>
      <dgm:t>
        <a:bodyPr/>
        <a:lstStyle/>
        <a:p>
          <a:r>
            <a:rPr lang="en-US" dirty="0"/>
            <a:t>Back-Office A.I.R</a:t>
          </a:r>
          <a:endParaRPr lang="en-IE" dirty="0"/>
        </a:p>
      </dgm:t>
    </dgm:pt>
    <dgm:pt modelId="{F55046FF-88DC-472D-A1FB-CA257568E18D}" type="parTrans" cxnId="{25089704-7C0D-4932-9077-7B578901BC02}">
      <dgm:prSet/>
      <dgm:spPr/>
      <dgm:t>
        <a:bodyPr/>
        <a:lstStyle/>
        <a:p>
          <a:endParaRPr lang="en-IE"/>
        </a:p>
      </dgm:t>
    </dgm:pt>
    <dgm:pt modelId="{D9E293EC-A8CB-4253-BD5E-4B030498D0F5}" type="sibTrans" cxnId="{25089704-7C0D-4932-9077-7B578901BC02}">
      <dgm:prSet/>
      <dgm:spPr/>
      <dgm:t>
        <a:bodyPr/>
        <a:lstStyle/>
        <a:p>
          <a:endParaRPr lang="en-IE"/>
        </a:p>
      </dgm:t>
    </dgm:pt>
    <dgm:pt modelId="{C083AA3B-F090-4A7A-ADEA-D22989D60300}">
      <dgm:prSet phldrT="[Text]">
        <dgm:style>
          <a:lnRef idx="2">
            <a:schemeClr val="accent2">
              <a:shade val="50000"/>
            </a:schemeClr>
          </a:lnRef>
          <a:fillRef idx="1">
            <a:schemeClr val="accent2"/>
          </a:fillRef>
          <a:effectRef idx="0">
            <a:schemeClr val="accent2"/>
          </a:effectRef>
          <a:fontRef idx="minor">
            <a:schemeClr val="lt1"/>
          </a:fontRef>
        </dgm:style>
      </dgm:prSet>
      <dgm:spPr>
        <a:solidFill>
          <a:schemeClr val="accent2">
            <a:alpha val="80000"/>
          </a:schemeClr>
        </a:solidFill>
      </dgm:spPr>
      <dgm:t>
        <a:bodyPr/>
        <a:lstStyle/>
        <a:p>
          <a:r>
            <a:rPr lang="en-US" dirty="0"/>
            <a:t>TTR Feed</a:t>
          </a:r>
          <a:endParaRPr lang="en-IE" dirty="0"/>
        </a:p>
      </dgm:t>
    </dgm:pt>
    <dgm:pt modelId="{31949A47-2C1B-4966-B582-0540A9F19FA8}" type="parTrans" cxnId="{AA3D9DDB-303F-4C7A-AB2A-80DE17F55D2B}">
      <dgm:prSet/>
      <dgm:spPr/>
      <dgm:t>
        <a:bodyPr/>
        <a:lstStyle/>
        <a:p>
          <a:endParaRPr lang="en-IE"/>
        </a:p>
      </dgm:t>
    </dgm:pt>
    <dgm:pt modelId="{3AEA10BE-8461-4AEB-A366-85C76A132FFD}" type="sibTrans" cxnId="{AA3D9DDB-303F-4C7A-AB2A-80DE17F55D2B}">
      <dgm:prSet/>
      <dgm:spPr/>
      <dgm:t>
        <a:bodyPr/>
        <a:lstStyle/>
        <a:p>
          <a:endParaRPr lang="en-IE"/>
        </a:p>
      </dgm:t>
    </dgm:pt>
    <dgm:pt modelId="{49ECE35B-E91E-4B70-AFBD-7878470B49FA}">
      <dgm:prSet>
        <dgm:style>
          <a:lnRef idx="2">
            <a:schemeClr val="accent1">
              <a:shade val="50000"/>
            </a:schemeClr>
          </a:lnRef>
          <a:fillRef idx="1">
            <a:schemeClr val="accent1"/>
          </a:fillRef>
          <a:effectRef idx="0">
            <a:schemeClr val="accent1"/>
          </a:effectRef>
          <a:fontRef idx="minor">
            <a:schemeClr val="lt1"/>
          </a:fontRef>
        </dgm:style>
      </dgm:prSet>
      <dgm:spPr>
        <a:solidFill>
          <a:schemeClr val="accent1">
            <a:alpha val="80000"/>
          </a:schemeClr>
        </a:solidFill>
      </dgm:spPr>
      <dgm:t>
        <a:bodyPr/>
        <a:lstStyle/>
        <a:p>
          <a:r>
            <a:rPr lang="en-US" dirty="0"/>
            <a:t>I.M.R</a:t>
          </a:r>
          <a:endParaRPr lang="en-IE" dirty="0"/>
        </a:p>
      </dgm:t>
    </dgm:pt>
    <dgm:pt modelId="{8E66BC32-AF00-4424-AC2A-54418B7DE556}" type="parTrans" cxnId="{5F6BBF59-F81C-4B71-97C6-B9071DBF5088}">
      <dgm:prSet/>
      <dgm:spPr/>
      <dgm:t>
        <a:bodyPr/>
        <a:lstStyle/>
        <a:p>
          <a:endParaRPr lang="en-IE"/>
        </a:p>
      </dgm:t>
    </dgm:pt>
    <dgm:pt modelId="{4CC27B6D-A09E-46D7-ACDA-6E03E38D565F}" type="sibTrans" cxnId="{5F6BBF59-F81C-4B71-97C6-B9071DBF5088}">
      <dgm:prSet/>
      <dgm:spPr/>
      <dgm:t>
        <a:bodyPr/>
        <a:lstStyle/>
        <a:p>
          <a:endParaRPr lang="en-IE"/>
        </a:p>
      </dgm:t>
    </dgm:pt>
    <dgm:pt modelId="{AD8EDA33-74C6-4E27-9136-856EC78D5D1C}" type="pres">
      <dgm:prSet presAssocID="{010E2D1A-56DE-4703-8F97-496D05BC123D}" presName="Name0" presStyleCnt="0">
        <dgm:presLayoutVars>
          <dgm:dir/>
          <dgm:resizeHandles val="exact"/>
        </dgm:presLayoutVars>
      </dgm:prSet>
      <dgm:spPr/>
    </dgm:pt>
    <dgm:pt modelId="{FED2F2F8-F340-4E52-8D0F-9480A810BE56}" type="pres">
      <dgm:prSet presAssocID="{162E4698-C979-4F84-BFCA-6E8608EA6957}" presName="node" presStyleLbl="node1" presStyleIdx="0" presStyleCnt="4" custLinFactY="-45513" custLinFactNeighborX="-1357" custLinFactNeighborY="-100000">
        <dgm:presLayoutVars>
          <dgm:bulletEnabled val="1"/>
        </dgm:presLayoutVars>
      </dgm:prSet>
      <dgm:spPr/>
    </dgm:pt>
    <dgm:pt modelId="{58798E11-0859-438E-AE40-80039470A2C2}" type="pres">
      <dgm:prSet presAssocID="{AADDB139-F15A-4862-B880-36732F1C1189}" presName="sibTrans" presStyleCnt="0"/>
      <dgm:spPr/>
    </dgm:pt>
    <dgm:pt modelId="{57DDA308-25AD-432F-B0EE-7E52309DFA8E}" type="pres">
      <dgm:prSet presAssocID="{39FB230B-A396-4BE6-96B9-481455E83DB1}" presName="node" presStyleLbl="node1" presStyleIdx="1" presStyleCnt="4" custLinFactNeighborX="12236" custLinFactNeighborY="734">
        <dgm:presLayoutVars>
          <dgm:bulletEnabled val="1"/>
        </dgm:presLayoutVars>
      </dgm:prSet>
      <dgm:spPr/>
    </dgm:pt>
    <dgm:pt modelId="{1A0CEEA6-4ED1-4AB1-8677-4DC5569B079A}" type="pres">
      <dgm:prSet presAssocID="{D9E293EC-A8CB-4253-BD5E-4B030498D0F5}" presName="sibTrans" presStyleCnt="0"/>
      <dgm:spPr/>
    </dgm:pt>
    <dgm:pt modelId="{92E52F49-900D-4AF3-89A2-7DD888ED36C1}" type="pres">
      <dgm:prSet presAssocID="{49ECE35B-E91E-4B70-AFBD-7878470B49FA}" presName="node" presStyleLbl="node1" presStyleIdx="2" presStyleCnt="4" custLinFactNeighborX="11581">
        <dgm:presLayoutVars>
          <dgm:bulletEnabled val="1"/>
        </dgm:presLayoutVars>
      </dgm:prSet>
      <dgm:spPr/>
    </dgm:pt>
    <dgm:pt modelId="{8CA54223-95BA-488A-94B9-DDB97FF65489}" type="pres">
      <dgm:prSet presAssocID="{4CC27B6D-A09E-46D7-ACDA-6E03E38D565F}" presName="sibTrans" presStyleCnt="0"/>
      <dgm:spPr/>
    </dgm:pt>
    <dgm:pt modelId="{91953BC5-87FC-4EDC-9A4D-033A73127AFF}" type="pres">
      <dgm:prSet presAssocID="{C083AA3B-F090-4A7A-ADEA-D22989D60300}" presName="node" presStyleLbl="node1" presStyleIdx="3" presStyleCnt="4" custLinFactNeighborX="12940">
        <dgm:presLayoutVars>
          <dgm:bulletEnabled val="1"/>
        </dgm:presLayoutVars>
      </dgm:prSet>
      <dgm:spPr/>
    </dgm:pt>
  </dgm:ptLst>
  <dgm:cxnLst>
    <dgm:cxn modelId="{25089704-7C0D-4932-9077-7B578901BC02}" srcId="{010E2D1A-56DE-4703-8F97-496D05BC123D}" destId="{39FB230B-A396-4BE6-96B9-481455E83DB1}" srcOrd="1" destOrd="0" parTransId="{F55046FF-88DC-472D-A1FB-CA257568E18D}" sibTransId="{D9E293EC-A8CB-4253-BD5E-4B030498D0F5}"/>
    <dgm:cxn modelId="{1D825050-C671-41F0-91A5-692F900EF732}" type="presOf" srcId="{39FB230B-A396-4BE6-96B9-481455E83DB1}" destId="{57DDA308-25AD-432F-B0EE-7E52309DFA8E}" srcOrd="0" destOrd="0" presId="urn:microsoft.com/office/officeart/2005/8/layout/hList6"/>
    <dgm:cxn modelId="{5F6BBF59-F81C-4B71-97C6-B9071DBF5088}" srcId="{010E2D1A-56DE-4703-8F97-496D05BC123D}" destId="{49ECE35B-E91E-4B70-AFBD-7878470B49FA}" srcOrd="2" destOrd="0" parTransId="{8E66BC32-AF00-4424-AC2A-54418B7DE556}" sibTransId="{4CC27B6D-A09E-46D7-ACDA-6E03E38D565F}"/>
    <dgm:cxn modelId="{31E4049A-9AD9-47CF-BC74-BBA5D200F5A5}" type="presOf" srcId="{49ECE35B-E91E-4B70-AFBD-7878470B49FA}" destId="{92E52F49-900D-4AF3-89A2-7DD888ED36C1}" srcOrd="0" destOrd="0" presId="urn:microsoft.com/office/officeart/2005/8/layout/hList6"/>
    <dgm:cxn modelId="{9FB146A3-CAD6-4D82-89B0-DFE8B6E9F336}" type="presOf" srcId="{162E4698-C979-4F84-BFCA-6E8608EA6957}" destId="{FED2F2F8-F340-4E52-8D0F-9480A810BE56}" srcOrd="0" destOrd="0" presId="urn:microsoft.com/office/officeart/2005/8/layout/hList6"/>
    <dgm:cxn modelId="{982598AD-C953-4D37-A8C2-922B738313E8}" type="presOf" srcId="{010E2D1A-56DE-4703-8F97-496D05BC123D}" destId="{AD8EDA33-74C6-4E27-9136-856EC78D5D1C}" srcOrd="0" destOrd="0" presId="urn:microsoft.com/office/officeart/2005/8/layout/hList6"/>
    <dgm:cxn modelId="{94F961BF-3931-4474-915C-176181B198BD}" type="presOf" srcId="{C083AA3B-F090-4A7A-ADEA-D22989D60300}" destId="{91953BC5-87FC-4EDC-9A4D-033A73127AFF}" srcOrd="0" destOrd="0" presId="urn:microsoft.com/office/officeart/2005/8/layout/hList6"/>
    <dgm:cxn modelId="{AA3D9DDB-303F-4C7A-AB2A-80DE17F55D2B}" srcId="{010E2D1A-56DE-4703-8F97-496D05BC123D}" destId="{C083AA3B-F090-4A7A-ADEA-D22989D60300}" srcOrd="3" destOrd="0" parTransId="{31949A47-2C1B-4966-B582-0540A9F19FA8}" sibTransId="{3AEA10BE-8461-4AEB-A366-85C76A132FFD}"/>
    <dgm:cxn modelId="{F14D2ADE-4D63-4C27-BE98-5DA531A6554A}" srcId="{010E2D1A-56DE-4703-8F97-496D05BC123D}" destId="{162E4698-C979-4F84-BFCA-6E8608EA6957}" srcOrd="0" destOrd="0" parTransId="{8E40E3F4-ADDB-4557-81D9-FE2337ADE750}" sibTransId="{AADDB139-F15A-4862-B880-36732F1C1189}"/>
    <dgm:cxn modelId="{056272A8-A598-4861-8973-C7539435F06E}" type="presParOf" srcId="{AD8EDA33-74C6-4E27-9136-856EC78D5D1C}" destId="{FED2F2F8-F340-4E52-8D0F-9480A810BE56}" srcOrd="0" destOrd="0" presId="urn:microsoft.com/office/officeart/2005/8/layout/hList6"/>
    <dgm:cxn modelId="{36C761BA-6EA4-4BC7-92EB-FAAAD78F2BB9}" type="presParOf" srcId="{AD8EDA33-74C6-4E27-9136-856EC78D5D1C}" destId="{58798E11-0859-438E-AE40-80039470A2C2}" srcOrd="1" destOrd="0" presId="urn:microsoft.com/office/officeart/2005/8/layout/hList6"/>
    <dgm:cxn modelId="{8FCC6360-5969-4F1A-BA63-117A700E464F}" type="presParOf" srcId="{AD8EDA33-74C6-4E27-9136-856EC78D5D1C}" destId="{57DDA308-25AD-432F-B0EE-7E52309DFA8E}" srcOrd="2" destOrd="0" presId="urn:microsoft.com/office/officeart/2005/8/layout/hList6"/>
    <dgm:cxn modelId="{5285B463-1268-4B61-9216-2A3FF993DFF3}" type="presParOf" srcId="{AD8EDA33-74C6-4E27-9136-856EC78D5D1C}" destId="{1A0CEEA6-4ED1-4AB1-8677-4DC5569B079A}" srcOrd="3" destOrd="0" presId="urn:microsoft.com/office/officeart/2005/8/layout/hList6"/>
    <dgm:cxn modelId="{1B1E2199-F95C-4797-B99A-7347CD98ACFD}" type="presParOf" srcId="{AD8EDA33-74C6-4E27-9136-856EC78D5D1C}" destId="{92E52F49-900D-4AF3-89A2-7DD888ED36C1}" srcOrd="4" destOrd="0" presId="urn:microsoft.com/office/officeart/2005/8/layout/hList6"/>
    <dgm:cxn modelId="{A1D7F377-85EF-45BD-8EFE-D242F605ACFC}" type="presParOf" srcId="{AD8EDA33-74C6-4E27-9136-856EC78D5D1C}" destId="{8CA54223-95BA-488A-94B9-DDB97FF65489}" srcOrd="5" destOrd="0" presId="urn:microsoft.com/office/officeart/2005/8/layout/hList6"/>
    <dgm:cxn modelId="{521941FD-C779-40BE-A8F2-B53B919E5D63}" type="presParOf" srcId="{AD8EDA33-74C6-4E27-9136-856EC78D5D1C}" destId="{91953BC5-87FC-4EDC-9A4D-033A73127AFF}" srcOrd="6" destOrd="0" presId="urn:microsoft.com/office/officeart/2005/8/layout/h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E12365-7BF3-4A49-8B0E-31C51EB8F902}">
      <dsp:nvSpPr>
        <dsp:cNvPr id="0" name=""/>
        <dsp:cNvSpPr/>
      </dsp:nvSpPr>
      <dsp:spPr>
        <a:xfrm>
          <a:off x="5357" y="451740"/>
          <a:ext cx="1601390" cy="960834"/>
        </a:xfrm>
        <a:prstGeom prst="roundRect">
          <a:avLst>
            <a:gd name="adj" fmla="val 1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Reservation</a:t>
          </a:r>
          <a:endParaRPr lang="en-IE" sz="2200" kern="1200" dirty="0"/>
        </a:p>
      </dsp:txBody>
      <dsp:txXfrm>
        <a:off x="33499" y="479882"/>
        <a:ext cx="1545106" cy="904550"/>
      </dsp:txXfrm>
    </dsp:sp>
    <dsp:sp modelId="{91870F4F-CFCC-4E75-8710-008CCA93CEB9}">
      <dsp:nvSpPr>
        <dsp:cNvPr id="0" name=""/>
        <dsp:cNvSpPr/>
      </dsp:nvSpPr>
      <dsp:spPr>
        <a:xfrm rot="21583690">
          <a:off x="1766885" y="728221"/>
          <a:ext cx="339498" cy="3971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E" sz="1700" kern="1200"/>
        </a:p>
      </dsp:txBody>
      <dsp:txXfrm>
        <a:off x="1766886" y="807892"/>
        <a:ext cx="237649" cy="238286"/>
      </dsp:txXfrm>
    </dsp:sp>
    <dsp:sp modelId="{6D85EBDB-4FCE-4B91-B205-D995B5C8878E}">
      <dsp:nvSpPr>
        <dsp:cNvPr id="0" name=""/>
        <dsp:cNvSpPr/>
      </dsp:nvSpPr>
      <dsp:spPr>
        <a:xfrm>
          <a:off x="2247304" y="441104"/>
          <a:ext cx="1601390" cy="960834"/>
        </a:xfrm>
        <a:prstGeom prst="roundRect">
          <a:avLst>
            <a:gd name="adj" fmla="val 10000"/>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accent2"/>
              </a:solidFill>
            </a:rPr>
            <a:t>Ticketing </a:t>
          </a:r>
          <a:endParaRPr lang="en-IE" sz="2200" kern="1200" dirty="0">
            <a:solidFill>
              <a:schemeClr val="accent2"/>
            </a:solidFill>
          </a:endParaRPr>
        </a:p>
      </dsp:txBody>
      <dsp:txXfrm>
        <a:off x="2275446" y="469246"/>
        <a:ext cx="1545106" cy="904550"/>
      </dsp:txXfrm>
    </dsp:sp>
    <dsp:sp modelId="{16A9FFEF-72E2-494D-AEB0-1DB49E9B21A0}">
      <dsp:nvSpPr>
        <dsp:cNvPr id="0" name=""/>
        <dsp:cNvSpPr/>
      </dsp:nvSpPr>
      <dsp:spPr>
        <a:xfrm rot="16310">
          <a:off x="4008832" y="728312"/>
          <a:ext cx="339498" cy="3971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E" sz="1700" kern="1200"/>
        </a:p>
      </dsp:txBody>
      <dsp:txXfrm>
        <a:off x="4008833" y="807499"/>
        <a:ext cx="237649" cy="238286"/>
      </dsp:txXfrm>
    </dsp:sp>
    <dsp:sp modelId="{3A480072-E206-457A-9C84-BE289602E3B2}">
      <dsp:nvSpPr>
        <dsp:cNvPr id="0" name=""/>
        <dsp:cNvSpPr/>
      </dsp:nvSpPr>
      <dsp:spPr>
        <a:xfrm>
          <a:off x="4489251" y="451740"/>
          <a:ext cx="1601390" cy="960834"/>
        </a:xfrm>
        <a:prstGeom prst="roundRect">
          <a:avLst>
            <a:gd name="adj" fmla="val 10000"/>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accent6"/>
              </a:solidFill>
            </a:rPr>
            <a:t>Mid/Back-Office</a:t>
          </a:r>
          <a:endParaRPr lang="en-IE" sz="2200" kern="1200" dirty="0">
            <a:solidFill>
              <a:schemeClr val="accent6"/>
            </a:solidFill>
          </a:endParaRPr>
        </a:p>
      </dsp:txBody>
      <dsp:txXfrm>
        <a:off x="4517393" y="479882"/>
        <a:ext cx="1545106" cy="9045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2F2F8-F340-4E52-8D0F-9480A810BE56}">
      <dsp:nvSpPr>
        <dsp:cNvPr id="0" name=""/>
        <dsp:cNvSpPr/>
      </dsp:nvSpPr>
      <dsp:spPr>
        <a:xfrm rot="16200000">
          <a:off x="-224950" y="224950"/>
          <a:ext cx="1472058" cy="1022156"/>
        </a:xfrm>
        <a:prstGeom prst="flowChartManualOperation">
          <a:avLst/>
        </a:prstGeom>
        <a:solidFill>
          <a:schemeClr val="accent6">
            <a:lumMod val="20000"/>
            <a:lumOff val="80000"/>
          </a:schemeClr>
        </a:solidFill>
        <a:ln>
          <a:solidFill>
            <a:schemeClr val="accent6">
              <a:lumMod val="20000"/>
              <a:lumOff val="8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3350" tIns="0" rIns="135642" bIns="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1"/>
              </a:solidFill>
            </a:rPr>
            <a:t>ABDF</a:t>
          </a:r>
          <a:endParaRPr lang="en-IE" sz="2100" kern="1200" dirty="0">
            <a:solidFill>
              <a:schemeClr val="bg1"/>
            </a:solidFill>
          </a:endParaRPr>
        </a:p>
      </dsp:txBody>
      <dsp:txXfrm rot="5400000">
        <a:off x="1" y="294411"/>
        <a:ext cx="1022156" cy="883234"/>
      </dsp:txXfrm>
    </dsp:sp>
    <dsp:sp modelId="{57DDA308-25AD-432F-B0EE-7E52309DFA8E}">
      <dsp:nvSpPr>
        <dsp:cNvPr id="0" name=""/>
        <dsp:cNvSpPr/>
      </dsp:nvSpPr>
      <dsp:spPr>
        <a:xfrm rot="16200000">
          <a:off x="914433" y="224950"/>
          <a:ext cx="1472058" cy="1022156"/>
        </a:xfrm>
        <a:prstGeom prst="flowChartManualOperation">
          <a:avLst/>
        </a:prstGeom>
        <a:solidFill>
          <a:schemeClr val="accent1">
            <a:alpha val="80000"/>
          </a:schemeClr>
        </a:solidFill>
        <a:ln>
          <a:solidFill>
            <a:schemeClr val="accent1">
              <a:lumMod val="20000"/>
              <a:lumOff val="8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3350" tIns="0" rIns="135642" bIns="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1"/>
              </a:solidFill>
            </a:rPr>
            <a:t>Back-Office A.I.R</a:t>
          </a:r>
          <a:endParaRPr lang="en-IE" sz="2100" kern="1200" dirty="0">
            <a:solidFill>
              <a:schemeClr val="bg1"/>
            </a:solidFill>
          </a:endParaRPr>
        </a:p>
      </dsp:txBody>
      <dsp:txXfrm rot="5400000">
        <a:off x="1139384" y="294411"/>
        <a:ext cx="1022156" cy="883234"/>
      </dsp:txXfrm>
    </dsp:sp>
    <dsp:sp modelId="{92E52F49-900D-4AF3-89A2-7DD888ED36C1}">
      <dsp:nvSpPr>
        <dsp:cNvPr id="0" name=""/>
        <dsp:cNvSpPr/>
      </dsp:nvSpPr>
      <dsp:spPr>
        <a:xfrm rot="16200000">
          <a:off x="1982604" y="224950"/>
          <a:ext cx="1472058" cy="1022156"/>
        </a:xfrm>
        <a:prstGeom prst="flowChartManualOperation">
          <a:avLst/>
        </a:prstGeom>
        <a:solidFill>
          <a:schemeClr val="accent1">
            <a:alpha val="80000"/>
          </a:schemeClr>
        </a:solidFill>
        <a:ln>
          <a:solidFill>
            <a:schemeClr val="accent1">
              <a:lumMod val="20000"/>
              <a:lumOff val="8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3350" tIns="0" rIns="135642" bIns="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1"/>
              </a:solidFill>
            </a:rPr>
            <a:t>I.M.R</a:t>
          </a:r>
          <a:endParaRPr lang="en-IE" sz="2100" kern="1200" dirty="0">
            <a:solidFill>
              <a:schemeClr val="bg1"/>
            </a:solidFill>
          </a:endParaRPr>
        </a:p>
      </dsp:txBody>
      <dsp:txXfrm rot="5400000">
        <a:off x="2207555" y="294411"/>
        <a:ext cx="1022156" cy="883234"/>
      </dsp:txXfrm>
    </dsp:sp>
    <dsp:sp modelId="{91953BC5-87FC-4EDC-9A4D-033A73127AFF}">
      <dsp:nvSpPr>
        <dsp:cNvPr id="0" name=""/>
        <dsp:cNvSpPr/>
      </dsp:nvSpPr>
      <dsp:spPr>
        <a:xfrm rot="16200000">
          <a:off x="3073585" y="224950"/>
          <a:ext cx="1472058" cy="1022156"/>
        </a:xfrm>
        <a:prstGeom prst="flowChartManualOperation">
          <a:avLst/>
        </a:prstGeom>
        <a:solidFill>
          <a:schemeClr val="accent2">
            <a:alpha val="60000"/>
          </a:schemeClr>
        </a:solidFill>
        <a:ln>
          <a:solidFill>
            <a:schemeClr val="accent2">
              <a:lumMod val="20000"/>
              <a:lumOff val="80000"/>
            </a:schemeClr>
          </a:solid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3350" tIns="0" rIns="135642" bIns="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bg1"/>
              </a:solidFill>
            </a:rPr>
            <a:t>TTR Feed</a:t>
          </a:r>
          <a:endParaRPr lang="en-IE" sz="2100" kern="1200" dirty="0">
            <a:solidFill>
              <a:schemeClr val="bg1"/>
            </a:solidFill>
          </a:endParaRPr>
        </a:p>
      </dsp:txBody>
      <dsp:txXfrm rot="5400000">
        <a:off x="3298536" y="294411"/>
        <a:ext cx="1022156" cy="8832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2F2F8-F340-4E52-8D0F-9480A810BE56}">
      <dsp:nvSpPr>
        <dsp:cNvPr id="0" name=""/>
        <dsp:cNvSpPr/>
      </dsp:nvSpPr>
      <dsp:spPr>
        <a:xfrm rot="16200000">
          <a:off x="657649" y="-657647"/>
          <a:ext cx="355107" cy="1670402"/>
        </a:xfrm>
        <a:prstGeom prst="flowChartManualOperation">
          <a:avLst/>
        </a:prstGeom>
        <a:solidFill>
          <a:schemeClr val="accent6">
            <a:lumMod val="20000"/>
            <a:lumOff val="80000"/>
          </a:schemeClr>
        </a:solidFill>
        <a:ln w="12700" cap="flat" cmpd="sng" algn="ctr">
          <a:noFill/>
          <a:prstDash val="solid"/>
          <a:miter lim="800000"/>
        </a:ln>
        <a:effectLst/>
      </dsp:spPr>
      <dsp:style>
        <a:lnRef idx="2">
          <a:schemeClr val="accent6">
            <a:shade val="50000"/>
          </a:schemeClr>
        </a:lnRef>
        <a:fillRef idx="1">
          <a:schemeClr val="accent6"/>
        </a:fillRef>
        <a:effectRef idx="0">
          <a:schemeClr val="accent6"/>
        </a:effectRef>
        <a:fontRef idx="minor">
          <a:schemeClr val="lt1"/>
        </a:fontRef>
      </dsp:style>
      <dsp:txBody>
        <a:bodyPr spcFirstLastPara="0" vert="horz" wrap="square" lIns="95250" tIns="0" rIns="97234" bIns="0" numCol="1" spcCol="1270" anchor="ctr" anchorCtr="0">
          <a:noAutofit/>
        </a:bodyPr>
        <a:lstStyle/>
        <a:p>
          <a:pPr marL="0" lvl="0" indent="0" algn="ctr" defTabSz="666750">
            <a:lnSpc>
              <a:spcPct val="90000"/>
            </a:lnSpc>
            <a:spcBef>
              <a:spcPct val="0"/>
            </a:spcBef>
            <a:spcAft>
              <a:spcPct val="35000"/>
            </a:spcAft>
            <a:buNone/>
          </a:pPr>
          <a:r>
            <a:rPr lang="en-US" sz="1500" kern="1200" dirty="0"/>
            <a:t>ABDF</a:t>
          </a:r>
          <a:endParaRPr lang="en-IE" sz="1500" kern="1200" dirty="0"/>
        </a:p>
      </dsp:txBody>
      <dsp:txXfrm rot="5400000">
        <a:off x="2" y="71021"/>
        <a:ext cx="1670402" cy="213065"/>
      </dsp:txXfrm>
    </dsp:sp>
    <dsp:sp modelId="{57DDA308-25AD-432F-B0EE-7E52309DFA8E}">
      <dsp:nvSpPr>
        <dsp:cNvPr id="0" name=""/>
        <dsp:cNvSpPr/>
      </dsp:nvSpPr>
      <dsp:spPr>
        <a:xfrm rot="16200000">
          <a:off x="2470361" y="-657647"/>
          <a:ext cx="355107" cy="1670402"/>
        </a:xfrm>
        <a:prstGeom prst="flowChartManualOperation">
          <a:avLst/>
        </a:prstGeom>
        <a:solidFill>
          <a:schemeClr val="accent1">
            <a:alpha val="80000"/>
          </a:schemeClr>
        </a:solidFill>
        <a:ln w="12700" cap="flat" cmpd="sng" algn="ctr">
          <a:solidFill>
            <a:schemeClr val="accent1">
              <a:shade val="50000"/>
            </a:schemeClr>
          </a:solid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95250" tIns="0" rIns="97234" bIns="0" numCol="1" spcCol="1270" anchor="ctr" anchorCtr="0">
          <a:noAutofit/>
        </a:bodyPr>
        <a:lstStyle/>
        <a:p>
          <a:pPr marL="0" lvl="0" indent="0" algn="ctr" defTabSz="666750">
            <a:lnSpc>
              <a:spcPct val="90000"/>
            </a:lnSpc>
            <a:spcBef>
              <a:spcPct val="0"/>
            </a:spcBef>
            <a:spcAft>
              <a:spcPct val="35000"/>
            </a:spcAft>
            <a:buNone/>
          </a:pPr>
          <a:r>
            <a:rPr lang="en-US" sz="1500" kern="1200" dirty="0"/>
            <a:t>Back-Office A.I.R</a:t>
          </a:r>
          <a:endParaRPr lang="en-IE" sz="1500" kern="1200" dirty="0"/>
        </a:p>
      </dsp:txBody>
      <dsp:txXfrm rot="5400000">
        <a:off x="1812714" y="71021"/>
        <a:ext cx="1670402" cy="213065"/>
      </dsp:txXfrm>
    </dsp:sp>
    <dsp:sp modelId="{92E52F49-900D-4AF3-89A2-7DD888ED36C1}">
      <dsp:nvSpPr>
        <dsp:cNvPr id="0" name=""/>
        <dsp:cNvSpPr/>
      </dsp:nvSpPr>
      <dsp:spPr>
        <a:xfrm rot="16200000">
          <a:off x="4265224" y="-657647"/>
          <a:ext cx="355107" cy="1670402"/>
        </a:xfrm>
        <a:prstGeom prst="flowChartManualOperation">
          <a:avLst/>
        </a:prstGeom>
        <a:solidFill>
          <a:schemeClr val="accent1">
            <a:alpha val="80000"/>
          </a:schemeClr>
        </a:solidFill>
        <a:ln w="12700" cap="flat" cmpd="sng" algn="ctr">
          <a:solidFill>
            <a:schemeClr val="accent1">
              <a:shade val="50000"/>
            </a:schemeClr>
          </a:solidFill>
          <a:prstDash val="solid"/>
          <a:miter lim="800000"/>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95250" tIns="0" rIns="97234" bIns="0" numCol="1" spcCol="1270" anchor="ctr" anchorCtr="0">
          <a:noAutofit/>
        </a:bodyPr>
        <a:lstStyle/>
        <a:p>
          <a:pPr marL="0" lvl="0" indent="0" algn="ctr" defTabSz="666750">
            <a:lnSpc>
              <a:spcPct val="90000"/>
            </a:lnSpc>
            <a:spcBef>
              <a:spcPct val="0"/>
            </a:spcBef>
            <a:spcAft>
              <a:spcPct val="35000"/>
            </a:spcAft>
            <a:buNone/>
          </a:pPr>
          <a:r>
            <a:rPr lang="en-US" sz="1500" kern="1200" dirty="0"/>
            <a:t>I.M.R</a:t>
          </a:r>
          <a:endParaRPr lang="en-IE" sz="1500" kern="1200" dirty="0"/>
        </a:p>
      </dsp:txBody>
      <dsp:txXfrm rot="5400000">
        <a:off x="3607577" y="71021"/>
        <a:ext cx="1670402" cy="213065"/>
      </dsp:txXfrm>
    </dsp:sp>
    <dsp:sp modelId="{91953BC5-87FC-4EDC-9A4D-033A73127AFF}">
      <dsp:nvSpPr>
        <dsp:cNvPr id="0" name=""/>
        <dsp:cNvSpPr/>
      </dsp:nvSpPr>
      <dsp:spPr>
        <a:xfrm rot="16200000">
          <a:off x="6048100" y="-657647"/>
          <a:ext cx="355107" cy="1670402"/>
        </a:xfrm>
        <a:prstGeom prst="flowChartManualOperation">
          <a:avLst/>
        </a:prstGeom>
        <a:solidFill>
          <a:schemeClr val="accent2">
            <a:alpha val="80000"/>
          </a:schemeClr>
        </a:solidFill>
        <a:ln w="12700" cap="flat" cmpd="sng" algn="ctr">
          <a:solidFill>
            <a:schemeClr val="accent2">
              <a:shade val="50000"/>
            </a:schemeClr>
          </a:solidFill>
          <a:prstDash val="solid"/>
          <a:miter lim="800000"/>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95250" tIns="0" rIns="97234" bIns="0" numCol="1" spcCol="1270" anchor="ctr" anchorCtr="0">
          <a:noAutofit/>
        </a:bodyPr>
        <a:lstStyle/>
        <a:p>
          <a:pPr marL="0" lvl="0" indent="0" algn="ctr" defTabSz="666750">
            <a:lnSpc>
              <a:spcPct val="90000"/>
            </a:lnSpc>
            <a:spcBef>
              <a:spcPct val="0"/>
            </a:spcBef>
            <a:spcAft>
              <a:spcPct val="35000"/>
            </a:spcAft>
            <a:buNone/>
          </a:pPr>
          <a:r>
            <a:rPr lang="en-US" sz="1500" kern="1200" dirty="0"/>
            <a:t>TTR Feed</a:t>
          </a:r>
          <a:endParaRPr lang="en-IE" sz="1500" kern="1200" dirty="0"/>
        </a:p>
      </dsp:txBody>
      <dsp:txXfrm rot="5400000">
        <a:off x="5390453" y="71021"/>
        <a:ext cx="1670402" cy="21306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ABEB51-FB0B-4122-930F-C76579434EBC}" type="datetimeFigureOut">
              <a:rPr lang="es-ES" smtClean="0"/>
              <a:t>27/06/2023</a:t>
            </a:fld>
            <a:endParaRPr lang="es-E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2016 Amadeus IT Group SA</a:t>
            </a:r>
            <a:endParaRPr lang="es-E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E73864-8AF9-4AF7-8C43-8DE0AF565002}" type="slidenum">
              <a:rPr lang="es-ES" smtClean="0"/>
              <a:t>‹#›</a:t>
            </a:fld>
            <a:endParaRPr lang="es-ES"/>
          </a:p>
        </p:txBody>
      </p:sp>
    </p:spTree>
    <p:extLst>
      <p:ext uri="{BB962C8B-B14F-4D97-AF65-F5344CB8AC3E}">
        <p14:creationId xmlns:p14="http://schemas.microsoft.com/office/powerpoint/2010/main" val="2777683893"/>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E55AE2-5BD9-4A29-8080-AC129110D5D3}" type="datetimeFigureOut">
              <a:rPr lang="es-ES" smtClean="0"/>
              <a:t>27/06/2023</a:t>
            </a:fld>
            <a:endParaRPr lang="es-E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 2016 Amadeus IT Group SA</a:t>
            </a:r>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8739B-D4C8-44A6-B797-7501FD315B16}" type="slidenum">
              <a:rPr lang="es-ES" smtClean="0"/>
              <a:t>‹#›</a:t>
            </a:fld>
            <a:endParaRPr lang="es-ES"/>
          </a:p>
        </p:txBody>
      </p:sp>
    </p:spTree>
    <p:extLst>
      <p:ext uri="{BB962C8B-B14F-4D97-AF65-F5344CB8AC3E}">
        <p14:creationId xmlns:p14="http://schemas.microsoft.com/office/powerpoint/2010/main" val="1501317402"/>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
                <a:schemeClr val="accent3"/>
              </a:buClr>
              <a:buSzPct val="120000"/>
              <a:buFont typeface="Verdana" pitchFamily="34" charset="0"/>
              <a:buChar char="_"/>
              <a:tabLst/>
              <a:defRPr/>
            </a:pPr>
            <a:endParaRPr lang="en-US" sz="1200" dirty="0"/>
          </a:p>
        </p:txBody>
      </p:sp>
      <p:sp>
        <p:nvSpPr>
          <p:cNvPr id="4" name="Header Placeholder 3"/>
          <p:cNvSpPr>
            <a:spLocks noGrp="1"/>
          </p:cNvSpPr>
          <p:nvPr>
            <p:ph type="hdr" sz="quarter" idx="10"/>
          </p:nvPr>
        </p:nvSpPr>
        <p:spPr/>
        <p:txBody>
          <a:bodyPr/>
          <a:lstStyle/>
          <a:p>
            <a:endParaRPr lang="es-ES"/>
          </a:p>
        </p:txBody>
      </p:sp>
      <p:sp>
        <p:nvSpPr>
          <p:cNvPr id="5" name="Slide Number Placeholder 4"/>
          <p:cNvSpPr>
            <a:spLocks noGrp="1"/>
          </p:cNvSpPr>
          <p:nvPr>
            <p:ph type="sldNum" sz="quarter" idx="11"/>
          </p:nvPr>
        </p:nvSpPr>
        <p:spPr/>
        <p:txBody>
          <a:bodyPr/>
          <a:lstStyle/>
          <a:p>
            <a:fld id="{7F98739B-D4C8-44A6-B797-7501FD315B16}" type="slidenum">
              <a:rPr lang="es-ES" smtClean="0"/>
              <a:t>1</a:t>
            </a:fld>
            <a:endParaRPr lang="es-ES"/>
          </a:p>
        </p:txBody>
      </p:sp>
    </p:spTree>
    <p:extLst>
      <p:ext uri="{BB962C8B-B14F-4D97-AF65-F5344CB8AC3E}">
        <p14:creationId xmlns:p14="http://schemas.microsoft.com/office/powerpoint/2010/main" val="927316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ES" dirty="0"/>
          </a:p>
        </p:txBody>
      </p:sp>
      <p:sp>
        <p:nvSpPr>
          <p:cNvPr id="4" name="Marcador de encabezado 3"/>
          <p:cNvSpPr>
            <a:spLocks noGrp="1"/>
          </p:cNvSpPr>
          <p:nvPr>
            <p:ph type="hdr" sz="quarter" idx="10"/>
          </p:nvPr>
        </p:nvSpPr>
        <p:spPr/>
        <p:txBody>
          <a:bodyPr/>
          <a:lstStyle/>
          <a:p>
            <a:endParaRPr lang="es-ES"/>
          </a:p>
        </p:txBody>
      </p:sp>
      <p:sp>
        <p:nvSpPr>
          <p:cNvPr id="5" name="Marcador de número de diapositiva 4"/>
          <p:cNvSpPr>
            <a:spLocks noGrp="1"/>
          </p:cNvSpPr>
          <p:nvPr>
            <p:ph type="sldNum" sz="quarter" idx="11"/>
          </p:nvPr>
        </p:nvSpPr>
        <p:spPr/>
        <p:txBody>
          <a:bodyPr/>
          <a:lstStyle/>
          <a:p>
            <a:fld id="{7F98739B-D4C8-44A6-B797-7501FD315B16}" type="slidenum">
              <a:rPr lang="es-ES" smtClean="0"/>
              <a:t>2</a:t>
            </a:fld>
            <a:endParaRPr lang="es-ES"/>
          </a:p>
        </p:txBody>
      </p:sp>
    </p:spTree>
    <p:extLst>
      <p:ext uri="{BB962C8B-B14F-4D97-AF65-F5344CB8AC3E}">
        <p14:creationId xmlns:p14="http://schemas.microsoft.com/office/powerpoint/2010/main" val="859264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pPr marL="171450" indent="-171450">
              <a:buFont typeface="Calibri" panose="020F0502020204030204" pitchFamily="34" charset="0"/>
              <a:buChar char="_"/>
            </a:pPr>
            <a:r>
              <a:rPr lang="en-US" dirty="0"/>
              <a:t>Pseudo-</a:t>
            </a:r>
            <a:r>
              <a:rPr lang="en-US" dirty="0" err="1"/>
              <a:t>Edifact</a:t>
            </a:r>
            <a:r>
              <a:rPr lang="en-US" dirty="0"/>
              <a:t> message:</a:t>
            </a:r>
            <a:r>
              <a:rPr lang="en-US" baseline="0" dirty="0"/>
              <a:t> AIRRQT type</a:t>
            </a:r>
            <a:endParaRPr lang="en-US" dirty="0"/>
          </a:p>
          <a:p>
            <a:pPr marL="171450" indent="-171450">
              <a:buFont typeface="Calibri" panose="020F0502020204030204" pitchFamily="34" charset="0"/>
              <a:buChar char="_"/>
            </a:pPr>
            <a:r>
              <a:rPr lang="en-US" dirty="0"/>
              <a:t>AIRs are used for invoicing</a:t>
            </a:r>
            <a:r>
              <a:rPr lang="en-US" baseline="0" dirty="0"/>
              <a:t> by the accounting system (also called back-office AIRs)</a:t>
            </a:r>
          </a:p>
          <a:p>
            <a:pPr marL="171450" indent="-171450">
              <a:buFont typeface="Calibri" panose="020F0502020204030204" pitchFamily="34" charset="0"/>
              <a:buChar char="_"/>
            </a:pPr>
            <a:r>
              <a:rPr lang="en-US" baseline="0" dirty="0"/>
              <a:t>IMRs are used for statistical purposes or quality control, and now for mobile applications</a:t>
            </a:r>
            <a:endParaRPr lang="en-US" dirty="0"/>
          </a:p>
          <a:p>
            <a:endParaRPr lang="es-ES" dirty="0"/>
          </a:p>
        </p:txBody>
      </p:sp>
      <p:sp>
        <p:nvSpPr>
          <p:cNvPr id="4" name="Marcador de encabezado 3"/>
          <p:cNvSpPr>
            <a:spLocks noGrp="1"/>
          </p:cNvSpPr>
          <p:nvPr>
            <p:ph type="hdr" sz="quarter" idx="10"/>
          </p:nvPr>
        </p:nvSpPr>
        <p:spPr/>
        <p:txBody>
          <a:bodyPr/>
          <a:lstStyle/>
          <a:p>
            <a:endParaRPr lang="es-ES"/>
          </a:p>
        </p:txBody>
      </p:sp>
      <p:sp>
        <p:nvSpPr>
          <p:cNvPr id="5" name="Marcador de número de diapositiva 4"/>
          <p:cNvSpPr>
            <a:spLocks noGrp="1"/>
          </p:cNvSpPr>
          <p:nvPr>
            <p:ph type="sldNum" sz="quarter" idx="11"/>
          </p:nvPr>
        </p:nvSpPr>
        <p:spPr/>
        <p:txBody>
          <a:bodyPr/>
          <a:lstStyle/>
          <a:p>
            <a:fld id="{7F98739B-D4C8-44A6-B797-7501FD315B16}" type="slidenum">
              <a:rPr lang="es-ES" smtClean="0"/>
              <a:t>3</a:t>
            </a:fld>
            <a:endParaRPr lang="es-ES"/>
          </a:p>
        </p:txBody>
      </p:sp>
    </p:spTree>
    <p:extLst>
      <p:ext uri="{BB962C8B-B14F-4D97-AF65-F5344CB8AC3E}">
        <p14:creationId xmlns:p14="http://schemas.microsoft.com/office/powerpoint/2010/main" val="1539783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a:t>
            </a:r>
            <a:r>
              <a:rPr lang="en-US" baseline="0" dirty="0"/>
              <a:t> of AIR examples: refund AIR, void, Rail , CVP, </a:t>
            </a:r>
            <a:r>
              <a:rPr lang="en-US" baseline="0" dirty="0" err="1"/>
              <a:t>etc</a:t>
            </a:r>
            <a:endParaRPr lang="en-IE" dirty="0"/>
          </a:p>
        </p:txBody>
      </p:sp>
      <p:sp>
        <p:nvSpPr>
          <p:cNvPr id="4" name="Header Placeholder 3"/>
          <p:cNvSpPr>
            <a:spLocks noGrp="1"/>
          </p:cNvSpPr>
          <p:nvPr>
            <p:ph type="hdr" sz="quarter" idx="10"/>
          </p:nvPr>
        </p:nvSpPr>
        <p:spPr/>
        <p:txBody>
          <a:bodyPr/>
          <a:lstStyle/>
          <a:p>
            <a:endParaRPr lang="es-ES"/>
          </a:p>
        </p:txBody>
      </p:sp>
      <p:sp>
        <p:nvSpPr>
          <p:cNvPr id="5" name="Slide Number Placeholder 4"/>
          <p:cNvSpPr>
            <a:spLocks noGrp="1"/>
          </p:cNvSpPr>
          <p:nvPr>
            <p:ph type="sldNum" sz="quarter" idx="11"/>
          </p:nvPr>
        </p:nvSpPr>
        <p:spPr/>
        <p:txBody>
          <a:bodyPr/>
          <a:lstStyle/>
          <a:p>
            <a:fld id="{7F98739B-D4C8-44A6-B797-7501FD315B16}" type="slidenum">
              <a:rPr lang="es-ES" smtClean="0"/>
              <a:t>4</a:t>
            </a:fld>
            <a:endParaRPr lang="es-ES"/>
          </a:p>
        </p:txBody>
      </p:sp>
    </p:spTree>
    <p:extLst>
      <p:ext uri="{BB962C8B-B14F-4D97-AF65-F5344CB8AC3E}">
        <p14:creationId xmlns:p14="http://schemas.microsoft.com/office/powerpoint/2010/main" val="2714265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Calibri" panose="020F0502020204030204" pitchFamily="34" charset="0"/>
              <a:buChar char="_"/>
              <a:tabLst/>
              <a:defRPr/>
            </a:pPr>
            <a:r>
              <a:rPr lang="en-US" dirty="0"/>
              <a:t>Origin office is the office generating</a:t>
            </a:r>
            <a:r>
              <a:rPr lang="en-US" baseline="0" dirty="0"/>
              <a:t> the data (by creating, modifying PNRs and issuing documents) = booking office/ticketing office</a:t>
            </a:r>
          </a:p>
          <a:p>
            <a:pPr marL="171450" marR="0" indent="-171450" algn="l" defTabSz="914400" rtl="0" eaLnBrk="1" fontAlgn="auto" latinLnBrk="0" hangingPunct="1">
              <a:lnSpc>
                <a:spcPct val="100000"/>
              </a:lnSpc>
              <a:spcBef>
                <a:spcPts val="0"/>
              </a:spcBef>
              <a:spcAft>
                <a:spcPts val="0"/>
              </a:spcAft>
              <a:buClrTx/>
              <a:buSzTx/>
              <a:buFont typeface="Calibri" panose="020F0502020204030204" pitchFamily="34" charset="0"/>
              <a:buChar char="_"/>
              <a:tabLst/>
              <a:defRPr/>
            </a:pPr>
            <a:r>
              <a:rPr lang="en-US" baseline="0" dirty="0"/>
              <a:t>Primary office is the accounting office (can be different from the origin)</a:t>
            </a:r>
          </a:p>
          <a:p>
            <a:pPr marL="171450" marR="0" indent="-171450" algn="l" defTabSz="914400" rtl="0" eaLnBrk="1" fontAlgn="auto" latinLnBrk="0" hangingPunct="1">
              <a:lnSpc>
                <a:spcPct val="100000"/>
              </a:lnSpc>
              <a:spcBef>
                <a:spcPts val="0"/>
              </a:spcBef>
              <a:spcAft>
                <a:spcPts val="0"/>
              </a:spcAft>
              <a:buClrTx/>
              <a:buSzTx/>
              <a:buFont typeface="Calibri" panose="020F0502020204030204" pitchFamily="34" charset="0"/>
              <a:buChar char="_"/>
              <a:tabLst/>
              <a:defRPr/>
            </a:pPr>
            <a:r>
              <a:rPr lang="en-US" baseline="0" dirty="0"/>
              <a:t>The mirror and shadow offices are defined in the origin office (MIO and SAO fields in the PVA)</a:t>
            </a:r>
            <a:endParaRPr lang="en-US" dirty="0"/>
          </a:p>
        </p:txBody>
      </p:sp>
      <p:sp>
        <p:nvSpPr>
          <p:cNvPr id="4" name="Marcador de encabezado 3"/>
          <p:cNvSpPr>
            <a:spLocks noGrp="1"/>
          </p:cNvSpPr>
          <p:nvPr>
            <p:ph type="hdr" sz="quarter" idx="10"/>
          </p:nvPr>
        </p:nvSpPr>
        <p:spPr/>
        <p:txBody>
          <a:bodyPr/>
          <a:lstStyle/>
          <a:p>
            <a:endParaRPr lang="es-ES"/>
          </a:p>
        </p:txBody>
      </p:sp>
      <p:sp>
        <p:nvSpPr>
          <p:cNvPr id="5" name="Marcador de número de diapositiva 4"/>
          <p:cNvSpPr>
            <a:spLocks noGrp="1"/>
          </p:cNvSpPr>
          <p:nvPr>
            <p:ph type="sldNum" sz="quarter" idx="11"/>
          </p:nvPr>
        </p:nvSpPr>
        <p:spPr/>
        <p:txBody>
          <a:bodyPr/>
          <a:lstStyle/>
          <a:p>
            <a:fld id="{7F98739B-D4C8-44A6-B797-7501FD315B16}" type="slidenum">
              <a:rPr lang="es-ES" smtClean="0"/>
              <a:t>5</a:t>
            </a:fld>
            <a:endParaRPr lang="es-ES"/>
          </a:p>
        </p:txBody>
      </p:sp>
    </p:spTree>
    <p:extLst>
      <p:ext uri="{BB962C8B-B14F-4D97-AF65-F5344CB8AC3E}">
        <p14:creationId xmlns:p14="http://schemas.microsoft.com/office/powerpoint/2010/main" val="3448728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 typeface="Calibri" panose="020F0502020204030204" pitchFamily="34" charset="0"/>
              <a:buChar char="_"/>
            </a:pPr>
            <a:r>
              <a:rPr lang="en-US" dirty="0"/>
              <a:t>Other entries exist</a:t>
            </a:r>
            <a:r>
              <a:rPr lang="en-US" baseline="0" dirty="0"/>
              <a:t> to manage AIRs</a:t>
            </a:r>
          </a:p>
          <a:p>
            <a:pPr marL="171450" indent="-171450">
              <a:buFont typeface="Calibri" panose="020F0502020204030204" pitchFamily="34" charset="0"/>
              <a:buChar char="_"/>
            </a:pPr>
            <a:r>
              <a:rPr lang="en-US" baseline="0" dirty="0"/>
              <a:t>LSS permissions have replaced the </a:t>
            </a:r>
            <a:r>
              <a:rPr lang="en-US" baseline="0" dirty="0" err="1"/>
              <a:t>usergroup</a:t>
            </a:r>
            <a:r>
              <a:rPr lang="en-US" baseline="0" dirty="0"/>
              <a:t> transaction security</a:t>
            </a:r>
            <a:endParaRPr lang="es-ES" dirty="0"/>
          </a:p>
        </p:txBody>
      </p:sp>
      <p:sp>
        <p:nvSpPr>
          <p:cNvPr id="4" name="Slide Number Placeholder 3"/>
          <p:cNvSpPr>
            <a:spLocks noGrp="1"/>
          </p:cNvSpPr>
          <p:nvPr>
            <p:ph type="sldNum" sz="quarter" idx="10"/>
          </p:nvPr>
        </p:nvSpPr>
        <p:spPr/>
        <p:txBody>
          <a:bodyPr/>
          <a:lstStyle/>
          <a:p>
            <a:fld id="{7F98739B-D4C8-44A6-B797-7501FD315B16}" type="slidenum">
              <a:rPr lang="es-ES" smtClean="0"/>
              <a:t>7</a:t>
            </a:fld>
            <a:endParaRPr lang="es-ES"/>
          </a:p>
        </p:txBody>
      </p:sp>
      <p:sp>
        <p:nvSpPr>
          <p:cNvPr id="6" name="Marcador de encabezado 5"/>
          <p:cNvSpPr>
            <a:spLocks noGrp="1"/>
          </p:cNvSpPr>
          <p:nvPr>
            <p:ph type="hdr" sz="quarter" idx="12"/>
          </p:nvPr>
        </p:nvSpPr>
        <p:spPr/>
        <p:txBody>
          <a:bodyPr/>
          <a:lstStyle/>
          <a:p>
            <a:endParaRPr lang="es-ES"/>
          </a:p>
        </p:txBody>
      </p:sp>
    </p:spTree>
    <p:extLst>
      <p:ext uri="{BB962C8B-B14F-4D97-AF65-F5344CB8AC3E}">
        <p14:creationId xmlns:p14="http://schemas.microsoft.com/office/powerpoint/2010/main" val="1165354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10"/>
          </p:nvPr>
        </p:nvSpPr>
        <p:spPr/>
        <p:txBody>
          <a:bodyPr/>
          <a:lstStyle/>
          <a:p>
            <a:fld id="{7F98739B-D4C8-44A6-B797-7501FD315B16}" type="slidenum">
              <a:rPr lang="es-ES" smtClean="0"/>
              <a:t>8</a:t>
            </a:fld>
            <a:endParaRPr lang="es-ES"/>
          </a:p>
        </p:txBody>
      </p:sp>
      <p:sp>
        <p:nvSpPr>
          <p:cNvPr id="6" name="Marcador de encabezado 5"/>
          <p:cNvSpPr>
            <a:spLocks noGrp="1"/>
          </p:cNvSpPr>
          <p:nvPr>
            <p:ph type="hdr" sz="quarter" idx="12"/>
          </p:nvPr>
        </p:nvSpPr>
        <p:spPr/>
        <p:txBody>
          <a:bodyPr/>
          <a:lstStyle/>
          <a:p>
            <a:endParaRPr lang="es-ES"/>
          </a:p>
        </p:txBody>
      </p:sp>
    </p:spTree>
    <p:extLst>
      <p:ext uri="{BB962C8B-B14F-4D97-AF65-F5344CB8AC3E}">
        <p14:creationId xmlns:p14="http://schemas.microsoft.com/office/powerpoint/2010/main" val="1754756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Header Placeholder 3"/>
          <p:cNvSpPr>
            <a:spLocks noGrp="1"/>
          </p:cNvSpPr>
          <p:nvPr>
            <p:ph type="hdr" sz="quarter" idx="10"/>
          </p:nvPr>
        </p:nvSpPr>
        <p:spPr/>
        <p:txBody>
          <a:bodyPr/>
          <a:lstStyle/>
          <a:p>
            <a:endParaRPr lang="es-ES"/>
          </a:p>
        </p:txBody>
      </p:sp>
      <p:sp>
        <p:nvSpPr>
          <p:cNvPr id="5" name="Slide Number Placeholder 4"/>
          <p:cNvSpPr>
            <a:spLocks noGrp="1"/>
          </p:cNvSpPr>
          <p:nvPr>
            <p:ph type="sldNum" sz="quarter" idx="11"/>
          </p:nvPr>
        </p:nvSpPr>
        <p:spPr/>
        <p:txBody>
          <a:bodyPr/>
          <a:lstStyle/>
          <a:p>
            <a:fld id="{7F98739B-D4C8-44A6-B797-7501FD315B16}" type="slidenum">
              <a:rPr lang="es-ES" smtClean="0"/>
              <a:t>10</a:t>
            </a:fld>
            <a:endParaRPr lang="es-ES"/>
          </a:p>
        </p:txBody>
      </p:sp>
    </p:spTree>
    <p:extLst>
      <p:ext uri="{BB962C8B-B14F-4D97-AF65-F5344CB8AC3E}">
        <p14:creationId xmlns:p14="http://schemas.microsoft.com/office/powerpoint/2010/main" val="896727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pPr marL="171450" indent="-171450">
              <a:buFont typeface="Calibri" panose="020F0502020204030204" pitchFamily="34" charset="0"/>
              <a:buChar char="_"/>
            </a:pPr>
            <a:r>
              <a:rPr lang="en-US" dirty="0"/>
              <a:t>* Sending mode: Fee</a:t>
            </a:r>
            <a:r>
              <a:rPr lang="en-US" baseline="0" dirty="0"/>
              <a:t>d sent daily or in real-time</a:t>
            </a:r>
            <a:endParaRPr lang="en-US" dirty="0"/>
          </a:p>
          <a:p>
            <a:endParaRPr lang="es-ES" dirty="0"/>
          </a:p>
        </p:txBody>
      </p:sp>
      <p:sp>
        <p:nvSpPr>
          <p:cNvPr id="4" name="Marcador de encabezado 3"/>
          <p:cNvSpPr>
            <a:spLocks noGrp="1"/>
          </p:cNvSpPr>
          <p:nvPr>
            <p:ph type="hdr" sz="quarter" idx="10"/>
          </p:nvPr>
        </p:nvSpPr>
        <p:spPr/>
        <p:txBody>
          <a:bodyPr/>
          <a:lstStyle/>
          <a:p>
            <a:endParaRPr lang="es-ES"/>
          </a:p>
        </p:txBody>
      </p:sp>
      <p:sp>
        <p:nvSpPr>
          <p:cNvPr id="5" name="Marcador de número de diapositiva 4"/>
          <p:cNvSpPr>
            <a:spLocks noGrp="1"/>
          </p:cNvSpPr>
          <p:nvPr>
            <p:ph type="sldNum" sz="quarter" idx="11"/>
          </p:nvPr>
        </p:nvSpPr>
        <p:spPr/>
        <p:txBody>
          <a:bodyPr/>
          <a:lstStyle/>
          <a:p>
            <a:fld id="{7F98739B-D4C8-44A6-B797-7501FD315B16}" type="slidenum">
              <a:rPr lang="es-ES" smtClean="0"/>
              <a:t>11</a:t>
            </a:fld>
            <a:endParaRPr lang="es-ES"/>
          </a:p>
        </p:txBody>
      </p:sp>
    </p:spTree>
    <p:extLst>
      <p:ext uri="{BB962C8B-B14F-4D97-AF65-F5344CB8AC3E}">
        <p14:creationId xmlns:p14="http://schemas.microsoft.com/office/powerpoint/2010/main" val="4144564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F98739B-D4C8-44A6-B797-7501FD315B16}" type="slidenum">
              <a:rPr lang="es-ES" smtClean="0"/>
              <a:t>12</a:t>
            </a:fld>
            <a:endParaRPr lang="es-ES"/>
          </a:p>
        </p:txBody>
      </p:sp>
      <p:sp>
        <p:nvSpPr>
          <p:cNvPr id="6" name="Marcador de encabezado 5"/>
          <p:cNvSpPr>
            <a:spLocks noGrp="1"/>
          </p:cNvSpPr>
          <p:nvPr>
            <p:ph type="hdr" sz="quarter" idx="12"/>
          </p:nvPr>
        </p:nvSpPr>
        <p:spPr/>
        <p:txBody>
          <a:bodyPr/>
          <a:lstStyle/>
          <a:p>
            <a:endParaRPr lang="es-ES"/>
          </a:p>
        </p:txBody>
      </p:sp>
    </p:spTree>
    <p:extLst>
      <p:ext uri="{BB962C8B-B14F-4D97-AF65-F5344CB8AC3E}">
        <p14:creationId xmlns:p14="http://schemas.microsoft.com/office/powerpoint/2010/main" val="3666597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structions">
    <p:spTree>
      <p:nvGrpSpPr>
        <p:cNvPr id="1" name=""/>
        <p:cNvGrpSpPr/>
        <p:nvPr/>
      </p:nvGrpSpPr>
      <p:grpSpPr>
        <a:xfrm>
          <a:off x="0" y="0"/>
          <a:ext cx="0" cy="0"/>
          <a:chOff x="0" y="0"/>
          <a:chExt cx="0" cy="0"/>
        </a:xfrm>
      </p:grpSpPr>
      <p:sp>
        <p:nvSpPr>
          <p:cNvPr id="3" name="Rectángulo 2"/>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Marcador de texto 5"/>
          <p:cNvSpPr>
            <a:spLocks noGrp="1"/>
          </p:cNvSpPr>
          <p:nvPr>
            <p:ph type="body" sz="quarter" idx="11"/>
          </p:nvPr>
        </p:nvSpPr>
        <p:spPr>
          <a:xfrm>
            <a:off x="219098" y="1043236"/>
            <a:ext cx="8439595" cy="5269432"/>
          </a:xfrm>
        </p:spPr>
        <p:txBody>
          <a:bodyPr>
            <a:noAutofit/>
          </a:bodyPr>
          <a:lstStyle>
            <a:lvl1pPr>
              <a:lnSpc>
                <a:spcPct val="100000"/>
              </a:lnSpc>
              <a:buClr>
                <a:schemeClr val="accent2"/>
              </a:buClr>
              <a:defRPr sz="1600"/>
            </a:lvl1pPr>
            <a:lvl2pPr>
              <a:lnSpc>
                <a:spcPct val="100000"/>
              </a:lnSpc>
              <a:buClr>
                <a:schemeClr val="accent2"/>
              </a:buClr>
              <a:defRPr sz="1400"/>
            </a:lvl2pPr>
            <a:lvl3pPr>
              <a:lnSpc>
                <a:spcPct val="100000"/>
              </a:lnSpc>
              <a:buClr>
                <a:schemeClr val="accent2"/>
              </a:buClr>
              <a:defRPr sz="1200"/>
            </a:lvl3pPr>
            <a:lvl4pPr>
              <a:lnSpc>
                <a:spcPct val="100000"/>
              </a:lnSpc>
              <a:buClr>
                <a:schemeClr val="accent2"/>
              </a:buClr>
              <a:defRPr sz="1100"/>
            </a:lvl4pPr>
            <a:lvl5pPr>
              <a:lnSpc>
                <a:spcPct val="100000"/>
              </a:lnSpc>
              <a:buClr>
                <a:schemeClr val="accent2"/>
              </a:buClr>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7" name="Text Box 12"/>
          <p:cNvSpPr txBox="1">
            <a:spLocks noChangeArrowheads="1"/>
          </p:cNvSpPr>
          <p:nvPr userDrawn="1"/>
        </p:nvSpPr>
        <p:spPr bwMode="auto">
          <a:xfrm>
            <a:off x="9269800" y="5517602"/>
            <a:ext cx="1260872" cy="727122"/>
          </a:xfrm>
          <a:prstGeom prst="rect">
            <a:avLst/>
          </a:prstGeom>
          <a:noFill/>
          <a:ln>
            <a:noFill/>
          </a:ln>
          <a:extLst>
            <a:ext uri="{909E8E84-426E-40dd-AFC4-6F175D3DCCD1}">
              <a14:hiddenFill xmlns:a14="http://schemas.microsoft.com/office/drawing/2010/main" xmlns:p14="http://schemas.microsoft.com/office/powerpoint/2010/main" xmlns="">
                <a:solidFill>
                  <a:srgbClr val="FFFFFF"/>
                </a:solidFill>
              </a14:hiddenFill>
            </a:ext>
            <a:ext uri="{91240B29-F687-4f45-9708-019B960494DF}">
              <a14:hiddenLine xmlns:a14="http://schemas.microsoft.com/office/drawing/2010/main" xmlns:p14="http://schemas.microsoft.com/office/powerpoint/2010/main" xmlns="" w="9525" algn="ctr">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spcBef>
                <a:spcPct val="50000"/>
              </a:spcBef>
              <a:tabLst>
                <a:tab pos="133341" algn="l"/>
              </a:tabLst>
              <a:defRPr/>
            </a:pPr>
            <a:r>
              <a:rPr lang="en-GB" sz="675" b="1" dirty="0">
                <a:solidFill>
                  <a:srgbClr val="7F7F7F"/>
                </a:solidFill>
                <a:latin typeface="+mn-lt"/>
                <a:cs typeface="Arial" pitchFamily="34" charset="0"/>
              </a:rPr>
              <a:t>Change the Year in the Copyright field</a:t>
            </a:r>
            <a:br>
              <a:rPr lang="en-GB" sz="675" dirty="0">
                <a:solidFill>
                  <a:srgbClr val="7F7F7F"/>
                </a:solidFill>
                <a:latin typeface="+mn-lt"/>
                <a:cs typeface="Arial" pitchFamily="34" charset="0"/>
              </a:rPr>
            </a:br>
            <a:r>
              <a:rPr lang="en-GB" sz="675" b="1" dirty="0">
                <a:solidFill>
                  <a:srgbClr val="7F7F7F"/>
                </a:solidFill>
                <a:latin typeface="+mn-lt"/>
                <a:cs typeface="Arial" pitchFamily="34" charset="0"/>
              </a:rPr>
              <a:t>1. </a:t>
            </a:r>
            <a:r>
              <a:rPr lang="en-GB" sz="675" b="0" dirty="0">
                <a:solidFill>
                  <a:srgbClr val="7F7F7F"/>
                </a:solidFill>
                <a:latin typeface="+mn-lt"/>
                <a:cs typeface="Arial" pitchFamily="34" charset="0"/>
              </a:rPr>
              <a:t>Click </a:t>
            </a:r>
            <a:r>
              <a:rPr lang="en-GB" sz="675" dirty="0">
                <a:solidFill>
                  <a:srgbClr val="7F7F7F"/>
                </a:solidFill>
                <a:latin typeface="+mn-lt"/>
                <a:cs typeface="Arial" pitchFamily="34" charset="0"/>
              </a:rPr>
              <a:t>‘Insert’ in Top menu</a:t>
            </a:r>
            <a:br>
              <a:rPr lang="en-GB" sz="675" dirty="0">
                <a:solidFill>
                  <a:srgbClr val="7F7F7F"/>
                </a:solidFill>
                <a:latin typeface="+mn-lt"/>
                <a:cs typeface="Arial" pitchFamily="34" charset="0"/>
              </a:rPr>
            </a:br>
            <a:r>
              <a:rPr lang="en-GB" sz="675" b="1" dirty="0">
                <a:solidFill>
                  <a:srgbClr val="7F7F7F"/>
                </a:solidFill>
                <a:latin typeface="+mn-lt"/>
                <a:cs typeface="Arial" pitchFamily="34" charset="0"/>
              </a:rPr>
              <a:t>2. </a:t>
            </a:r>
            <a:r>
              <a:rPr lang="en-GB" sz="675" b="0" dirty="0">
                <a:solidFill>
                  <a:srgbClr val="7F7F7F"/>
                </a:solidFill>
                <a:latin typeface="+mn-lt"/>
                <a:cs typeface="Arial" pitchFamily="34" charset="0"/>
              </a:rPr>
              <a:t>Click ’Header &amp; Footer’ </a:t>
            </a:r>
            <a:br>
              <a:rPr lang="en-GB" sz="675" b="0" dirty="0">
                <a:solidFill>
                  <a:srgbClr val="7F7F7F"/>
                </a:solidFill>
                <a:latin typeface="+mn-lt"/>
                <a:cs typeface="Arial" pitchFamily="34" charset="0"/>
              </a:rPr>
            </a:br>
            <a:r>
              <a:rPr lang="en-GB" sz="675" b="1" dirty="0">
                <a:solidFill>
                  <a:srgbClr val="7F7F7F"/>
                </a:solidFill>
                <a:latin typeface="+mn-lt"/>
                <a:cs typeface="Arial" pitchFamily="34" charset="0"/>
              </a:rPr>
              <a:t>3. </a:t>
            </a:r>
            <a:r>
              <a:rPr lang="en-GB" sz="675" dirty="0">
                <a:solidFill>
                  <a:srgbClr val="7F7F7F"/>
                </a:solidFill>
                <a:latin typeface="+mn-lt"/>
                <a:cs typeface="Arial" pitchFamily="34" charset="0"/>
              </a:rPr>
              <a:t>Write new Year </a:t>
            </a:r>
            <a:br>
              <a:rPr lang="en-GB" sz="675" dirty="0">
                <a:solidFill>
                  <a:srgbClr val="7F7F7F"/>
                </a:solidFill>
                <a:latin typeface="+mn-lt"/>
                <a:cs typeface="Arial" pitchFamily="34" charset="0"/>
              </a:rPr>
            </a:br>
            <a:r>
              <a:rPr lang="en-GB" sz="675" dirty="0">
                <a:solidFill>
                  <a:srgbClr val="7F7F7F"/>
                </a:solidFill>
                <a:latin typeface="+mn-lt"/>
                <a:cs typeface="Arial" pitchFamily="34" charset="0"/>
              </a:rPr>
              <a:t>	in field ‘Footer’</a:t>
            </a:r>
            <a:br>
              <a:rPr lang="en-GB" sz="675" dirty="0">
                <a:solidFill>
                  <a:srgbClr val="7F7F7F"/>
                </a:solidFill>
                <a:latin typeface="+mn-lt"/>
                <a:cs typeface="Arial" pitchFamily="34" charset="0"/>
              </a:rPr>
            </a:br>
            <a:r>
              <a:rPr lang="en-GB" sz="675" b="1" dirty="0">
                <a:solidFill>
                  <a:srgbClr val="7F7F7F"/>
                </a:solidFill>
                <a:latin typeface="+mn-lt"/>
                <a:cs typeface="Arial" pitchFamily="34" charset="0"/>
              </a:rPr>
              <a:t>4. </a:t>
            </a:r>
            <a:r>
              <a:rPr lang="en-GB" sz="675" b="0" dirty="0">
                <a:solidFill>
                  <a:srgbClr val="7F7F7F"/>
                </a:solidFill>
                <a:latin typeface="+mn-lt"/>
                <a:cs typeface="Arial" pitchFamily="34" charset="0"/>
              </a:rPr>
              <a:t>Click </a:t>
            </a:r>
            <a:r>
              <a:rPr lang="en-GB" sz="675" dirty="0">
                <a:solidFill>
                  <a:srgbClr val="7F7F7F"/>
                </a:solidFill>
                <a:latin typeface="+mn-lt"/>
                <a:cs typeface="Arial" pitchFamily="34" charset="0"/>
              </a:rPr>
              <a:t>‘Apply to All’</a:t>
            </a:r>
          </a:p>
        </p:txBody>
      </p:sp>
      <p:sp>
        <p:nvSpPr>
          <p:cNvPr id="28" name="Freeform 5"/>
          <p:cNvSpPr>
            <a:spLocks noEditPoints="1"/>
          </p:cNvSpPr>
          <p:nvPr userDrawn="1"/>
        </p:nvSpPr>
        <p:spPr bwMode="auto">
          <a:xfrm>
            <a:off x="8001417" y="6533899"/>
            <a:ext cx="742135" cy="102870"/>
          </a:xfrm>
          <a:custGeom>
            <a:avLst/>
            <a:gdLst>
              <a:gd name="T0" fmla="*/ 246 w 363"/>
              <a:gd name="T1" fmla="*/ 48 h 48"/>
              <a:gd name="T2" fmla="*/ 262 w 363"/>
              <a:gd name="T3" fmla="*/ 39 h 48"/>
              <a:gd name="T4" fmla="*/ 238 w 363"/>
              <a:gd name="T5" fmla="*/ 39 h 48"/>
              <a:gd name="T6" fmla="*/ 259 w 363"/>
              <a:gd name="T7" fmla="*/ 27 h 48"/>
              <a:gd name="T8" fmla="*/ 238 w 363"/>
              <a:gd name="T9" fmla="*/ 19 h 48"/>
              <a:gd name="T10" fmla="*/ 248 w 363"/>
              <a:gd name="T11" fmla="*/ 8 h 48"/>
              <a:gd name="T12" fmla="*/ 261 w 363"/>
              <a:gd name="T13" fmla="*/ 1 h 48"/>
              <a:gd name="T14" fmla="*/ 228 w 363"/>
              <a:gd name="T15" fmla="*/ 2 h 48"/>
              <a:gd name="T16" fmla="*/ 81 w 363"/>
              <a:gd name="T17" fmla="*/ 27 h 48"/>
              <a:gd name="T18" fmla="*/ 79 w 363"/>
              <a:gd name="T19" fmla="*/ 27 h 48"/>
              <a:gd name="T20" fmla="*/ 62 w 363"/>
              <a:gd name="T21" fmla="*/ 0 h 48"/>
              <a:gd name="T22" fmla="*/ 52 w 363"/>
              <a:gd name="T23" fmla="*/ 47 h 48"/>
              <a:gd name="T24" fmla="*/ 65 w 363"/>
              <a:gd name="T25" fmla="*/ 15 h 48"/>
              <a:gd name="T26" fmla="*/ 80 w 363"/>
              <a:gd name="T27" fmla="*/ 42 h 48"/>
              <a:gd name="T28" fmla="*/ 95 w 363"/>
              <a:gd name="T29" fmla="*/ 15 h 48"/>
              <a:gd name="T30" fmla="*/ 108 w 363"/>
              <a:gd name="T31" fmla="*/ 47 h 48"/>
              <a:gd name="T32" fmla="*/ 98 w 363"/>
              <a:gd name="T33" fmla="*/ 0 h 48"/>
              <a:gd name="T34" fmla="*/ 81 w 363"/>
              <a:gd name="T35" fmla="*/ 27 h 48"/>
              <a:gd name="T36" fmla="*/ 17 w 363"/>
              <a:gd name="T37" fmla="*/ 40 h 48"/>
              <a:gd name="T38" fmla="*/ 18 w 363"/>
              <a:gd name="T39" fmla="*/ 27 h 48"/>
              <a:gd name="T40" fmla="*/ 29 w 363"/>
              <a:gd name="T41" fmla="*/ 37 h 48"/>
              <a:gd name="T42" fmla="*/ 3 w 363"/>
              <a:gd name="T43" fmla="*/ 3 h 48"/>
              <a:gd name="T44" fmla="*/ 20 w 363"/>
              <a:gd name="T45" fmla="*/ 9 h 48"/>
              <a:gd name="T46" fmla="*/ 29 w 363"/>
              <a:gd name="T47" fmla="*/ 19 h 48"/>
              <a:gd name="T48" fmla="*/ 0 w 363"/>
              <a:gd name="T49" fmla="*/ 34 h 48"/>
              <a:gd name="T50" fmla="*/ 29 w 363"/>
              <a:gd name="T51" fmla="*/ 44 h 48"/>
              <a:gd name="T52" fmla="*/ 39 w 363"/>
              <a:gd name="T53" fmla="*/ 13 h 48"/>
              <a:gd name="T54" fmla="*/ 147 w 363"/>
              <a:gd name="T55" fmla="*/ 37 h 48"/>
              <a:gd name="T56" fmla="*/ 128 w 363"/>
              <a:gd name="T57" fmla="*/ 34 h 48"/>
              <a:gd name="T58" fmla="*/ 147 w 363"/>
              <a:gd name="T59" fmla="*/ 26 h 48"/>
              <a:gd name="T60" fmla="*/ 141 w 363"/>
              <a:gd name="T61" fmla="*/ 0 h 48"/>
              <a:gd name="T62" fmla="*/ 124 w 363"/>
              <a:gd name="T63" fmla="*/ 11 h 48"/>
              <a:gd name="T64" fmla="*/ 147 w 363"/>
              <a:gd name="T65" fmla="*/ 16 h 48"/>
              <a:gd name="T66" fmla="*/ 138 w 363"/>
              <a:gd name="T67" fmla="*/ 19 h 48"/>
              <a:gd name="T68" fmla="*/ 133 w 363"/>
              <a:gd name="T69" fmla="*/ 48 h 48"/>
              <a:gd name="T70" fmla="*/ 158 w 363"/>
              <a:gd name="T71" fmla="*/ 46 h 48"/>
              <a:gd name="T72" fmla="*/ 141 w 363"/>
              <a:gd name="T73" fmla="*/ 0 h 48"/>
              <a:gd name="T74" fmla="*/ 293 w 363"/>
              <a:gd name="T75" fmla="*/ 39 h 48"/>
              <a:gd name="T76" fmla="*/ 284 w 363"/>
              <a:gd name="T77" fmla="*/ 0 h 48"/>
              <a:gd name="T78" fmla="*/ 274 w 363"/>
              <a:gd name="T79" fmla="*/ 1 h 48"/>
              <a:gd name="T80" fmla="*/ 290 w 363"/>
              <a:gd name="T81" fmla="*/ 48 h 48"/>
              <a:gd name="T82" fmla="*/ 316 w 363"/>
              <a:gd name="T83" fmla="*/ 46 h 48"/>
              <a:gd name="T84" fmla="*/ 308 w 363"/>
              <a:gd name="T85" fmla="*/ 0 h 48"/>
              <a:gd name="T86" fmla="*/ 305 w 363"/>
              <a:gd name="T87" fmla="*/ 35 h 48"/>
              <a:gd name="T88" fmla="*/ 344 w 363"/>
              <a:gd name="T89" fmla="*/ 48 h 48"/>
              <a:gd name="T90" fmla="*/ 348 w 363"/>
              <a:gd name="T91" fmla="*/ 19 h 48"/>
              <a:gd name="T92" fmla="*/ 347 w 363"/>
              <a:gd name="T93" fmla="*/ 8 h 48"/>
              <a:gd name="T94" fmla="*/ 361 w 363"/>
              <a:gd name="T95" fmla="*/ 3 h 48"/>
              <a:gd name="T96" fmla="*/ 329 w 363"/>
              <a:gd name="T97" fmla="*/ 13 h 48"/>
              <a:gd name="T98" fmla="*/ 352 w 363"/>
              <a:gd name="T99" fmla="*/ 34 h 48"/>
              <a:gd name="T100" fmla="*/ 330 w 363"/>
              <a:gd name="T101" fmla="*/ 38 h 48"/>
              <a:gd name="T102" fmla="*/ 183 w 363"/>
              <a:gd name="T103" fmla="*/ 9 h 48"/>
              <a:gd name="T104" fmla="*/ 205 w 363"/>
              <a:gd name="T105" fmla="*/ 23 h 48"/>
              <a:gd name="T106" fmla="*/ 183 w 363"/>
              <a:gd name="T107" fmla="*/ 39 h 48"/>
              <a:gd name="T108" fmla="*/ 192 w 363"/>
              <a:gd name="T109" fmla="*/ 0 h 48"/>
              <a:gd name="T110" fmla="*/ 173 w 363"/>
              <a:gd name="T111" fmla="*/ 46 h 48"/>
              <a:gd name="T112" fmla="*/ 216 w 363"/>
              <a:gd name="T113" fmla="*/ 2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3" h="48">
                <a:moveTo>
                  <a:pt x="228" y="46"/>
                </a:moveTo>
                <a:cubicBezTo>
                  <a:pt x="228" y="46"/>
                  <a:pt x="236" y="48"/>
                  <a:pt x="246" y="48"/>
                </a:cubicBezTo>
                <a:cubicBezTo>
                  <a:pt x="257" y="48"/>
                  <a:pt x="262" y="47"/>
                  <a:pt x="262" y="47"/>
                </a:cubicBezTo>
                <a:cubicBezTo>
                  <a:pt x="262" y="39"/>
                  <a:pt x="262" y="39"/>
                  <a:pt x="262" y="39"/>
                </a:cubicBezTo>
                <a:cubicBezTo>
                  <a:pt x="262" y="39"/>
                  <a:pt x="257" y="40"/>
                  <a:pt x="249" y="40"/>
                </a:cubicBezTo>
                <a:cubicBezTo>
                  <a:pt x="242" y="40"/>
                  <a:pt x="238" y="39"/>
                  <a:pt x="238" y="39"/>
                </a:cubicBezTo>
                <a:cubicBezTo>
                  <a:pt x="238" y="27"/>
                  <a:pt x="238" y="27"/>
                  <a:pt x="238" y="27"/>
                </a:cubicBezTo>
                <a:cubicBezTo>
                  <a:pt x="259" y="27"/>
                  <a:pt x="259" y="27"/>
                  <a:pt x="259" y="27"/>
                </a:cubicBezTo>
                <a:cubicBezTo>
                  <a:pt x="259" y="19"/>
                  <a:pt x="259" y="19"/>
                  <a:pt x="259" y="19"/>
                </a:cubicBezTo>
                <a:cubicBezTo>
                  <a:pt x="238" y="19"/>
                  <a:pt x="238" y="19"/>
                  <a:pt x="238" y="19"/>
                </a:cubicBezTo>
                <a:cubicBezTo>
                  <a:pt x="238" y="9"/>
                  <a:pt x="238" y="9"/>
                  <a:pt x="238" y="9"/>
                </a:cubicBezTo>
                <a:cubicBezTo>
                  <a:pt x="238" y="9"/>
                  <a:pt x="242" y="8"/>
                  <a:pt x="248" y="8"/>
                </a:cubicBezTo>
                <a:cubicBezTo>
                  <a:pt x="255" y="8"/>
                  <a:pt x="261" y="9"/>
                  <a:pt x="261" y="9"/>
                </a:cubicBezTo>
                <a:cubicBezTo>
                  <a:pt x="261" y="1"/>
                  <a:pt x="261" y="1"/>
                  <a:pt x="261" y="1"/>
                </a:cubicBezTo>
                <a:cubicBezTo>
                  <a:pt x="261" y="1"/>
                  <a:pt x="256" y="0"/>
                  <a:pt x="247" y="0"/>
                </a:cubicBezTo>
                <a:cubicBezTo>
                  <a:pt x="236" y="0"/>
                  <a:pt x="228" y="2"/>
                  <a:pt x="228" y="2"/>
                </a:cubicBezTo>
                <a:lnTo>
                  <a:pt x="228" y="46"/>
                </a:lnTo>
                <a:close/>
                <a:moveTo>
                  <a:pt x="81" y="27"/>
                </a:moveTo>
                <a:cubicBezTo>
                  <a:pt x="81" y="28"/>
                  <a:pt x="80" y="29"/>
                  <a:pt x="80" y="30"/>
                </a:cubicBezTo>
                <a:cubicBezTo>
                  <a:pt x="80" y="29"/>
                  <a:pt x="80" y="28"/>
                  <a:pt x="79" y="27"/>
                </a:cubicBezTo>
                <a:cubicBezTo>
                  <a:pt x="70" y="4"/>
                  <a:pt x="70" y="4"/>
                  <a:pt x="70" y="4"/>
                </a:cubicBezTo>
                <a:cubicBezTo>
                  <a:pt x="69" y="0"/>
                  <a:pt x="66" y="0"/>
                  <a:pt x="62" y="0"/>
                </a:cubicBezTo>
                <a:cubicBezTo>
                  <a:pt x="60" y="0"/>
                  <a:pt x="57" y="0"/>
                  <a:pt x="57" y="0"/>
                </a:cubicBezTo>
                <a:cubicBezTo>
                  <a:pt x="52" y="47"/>
                  <a:pt x="52" y="47"/>
                  <a:pt x="52" y="47"/>
                </a:cubicBezTo>
                <a:cubicBezTo>
                  <a:pt x="63" y="47"/>
                  <a:pt x="63" y="47"/>
                  <a:pt x="63" y="47"/>
                </a:cubicBezTo>
                <a:cubicBezTo>
                  <a:pt x="65" y="15"/>
                  <a:pt x="65" y="15"/>
                  <a:pt x="65" y="15"/>
                </a:cubicBezTo>
                <a:cubicBezTo>
                  <a:pt x="75" y="39"/>
                  <a:pt x="75" y="39"/>
                  <a:pt x="75" y="39"/>
                </a:cubicBezTo>
                <a:cubicBezTo>
                  <a:pt x="76" y="41"/>
                  <a:pt x="77" y="42"/>
                  <a:pt x="80" y="42"/>
                </a:cubicBezTo>
                <a:cubicBezTo>
                  <a:pt x="83" y="42"/>
                  <a:pt x="85" y="41"/>
                  <a:pt x="85" y="39"/>
                </a:cubicBezTo>
                <a:cubicBezTo>
                  <a:pt x="95" y="15"/>
                  <a:pt x="95" y="15"/>
                  <a:pt x="95" y="15"/>
                </a:cubicBezTo>
                <a:cubicBezTo>
                  <a:pt x="97" y="47"/>
                  <a:pt x="97" y="47"/>
                  <a:pt x="97" y="47"/>
                </a:cubicBezTo>
                <a:cubicBezTo>
                  <a:pt x="108" y="47"/>
                  <a:pt x="108" y="47"/>
                  <a:pt x="108" y="47"/>
                </a:cubicBezTo>
                <a:cubicBezTo>
                  <a:pt x="103" y="0"/>
                  <a:pt x="103" y="0"/>
                  <a:pt x="103" y="0"/>
                </a:cubicBezTo>
                <a:cubicBezTo>
                  <a:pt x="103" y="0"/>
                  <a:pt x="100" y="0"/>
                  <a:pt x="98" y="0"/>
                </a:cubicBezTo>
                <a:cubicBezTo>
                  <a:pt x="94" y="0"/>
                  <a:pt x="92" y="0"/>
                  <a:pt x="90" y="4"/>
                </a:cubicBezTo>
                <a:lnTo>
                  <a:pt x="81" y="27"/>
                </a:lnTo>
                <a:close/>
                <a:moveTo>
                  <a:pt x="29" y="37"/>
                </a:moveTo>
                <a:cubicBezTo>
                  <a:pt x="27" y="38"/>
                  <a:pt x="21" y="40"/>
                  <a:pt x="17" y="40"/>
                </a:cubicBezTo>
                <a:cubicBezTo>
                  <a:pt x="13" y="40"/>
                  <a:pt x="10" y="38"/>
                  <a:pt x="10" y="34"/>
                </a:cubicBezTo>
                <a:cubicBezTo>
                  <a:pt x="10" y="29"/>
                  <a:pt x="12" y="27"/>
                  <a:pt x="18" y="27"/>
                </a:cubicBezTo>
                <a:cubicBezTo>
                  <a:pt x="29" y="26"/>
                  <a:pt x="29" y="26"/>
                  <a:pt x="29" y="26"/>
                </a:cubicBezTo>
                <a:lnTo>
                  <a:pt x="29" y="37"/>
                </a:lnTo>
                <a:close/>
                <a:moveTo>
                  <a:pt x="23" y="0"/>
                </a:moveTo>
                <a:cubicBezTo>
                  <a:pt x="14" y="0"/>
                  <a:pt x="6" y="2"/>
                  <a:pt x="3" y="3"/>
                </a:cubicBezTo>
                <a:cubicBezTo>
                  <a:pt x="6" y="11"/>
                  <a:pt x="6" y="11"/>
                  <a:pt x="6" y="11"/>
                </a:cubicBezTo>
                <a:cubicBezTo>
                  <a:pt x="6" y="11"/>
                  <a:pt x="13" y="9"/>
                  <a:pt x="20" y="9"/>
                </a:cubicBezTo>
                <a:cubicBezTo>
                  <a:pt x="26" y="9"/>
                  <a:pt x="29" y="10"/>
                  <a:pt x="29" y="16"/>
                </a:cubicBezTo>
                <a:cubicBezTo>
                  <a:pt x="29" y="19"/>
                  <a:pt x="29" y="19"/>
                  <a:pt x="29" y="19"/>
                </a:cubicBezTo>
                <a:cubicBezTo>
                  <a:pt x="20" y="19"/>
                  <a:pt x="20" y="19"/>
                  <a:pt x="20" y="19"/>
                </a:cubicBezTo>
                <a:cubicBezTo>
                  <a:pt x="4" y="19"/>
                  <a:pt x="0" y="26"/>
                  <a:pt x="0" y="34"/>
                </a:cubicBezTo>
                <a:cubicBezTo>
                  <a:pt x="0" y="45"/>
                  <a:pt x="8" y="48"/>
                  <a:pt x="15" y="48"/>
                </a:cubicBezTo>
                <a:cubicBezTo>
                  <a:pt x="24" y="48"/>
                  <a:pt x="29" y="44"/>
                  <a:pt x="29" y="44"/>
                </a:cubicBezTo>
                <a:cubicBezTo>
                  <a:pt x="30" y="44"/>
                  <a:pt x="31" y="46"/>
                  <a:pt x="39" y="46"/>
                </a:cubicBezTo>
                <a:cubicBezTo>
                  <a:pt x="39" y="13"/>
                  <a:pt x="39" y="13"/>
                  <a:pt x="39" y="13"/>
                </a:cubicBezTo>
                <a:cubicBezTo>
                  <a:pt x="39" y="4"/>
                  <a:pt x="33" y="0"/>
                  <a:pt x="23" y="0"/>
                </a:cubicBezTo>
                <a:moveTo>
                  <a:pt x="147" y="37"/>
                </a:moveTo>
                <a:cubicBezTo>
                  <a:pt x="145" y="38"/>
                  <a:pt x="140" y="40"/>
                  <a:pt x="136" y="40"/>
                </a:cubicBezTo>
                <a:cubicBezTo>
                  <a:pt x="131" y="40"/>
                  <a:pt x="128" y="38"/>
                  <a:pt x="128" y="34"/>
                </a:cubicBezTo>
                <a:cubicBezTo>
                  <a:pt x="128" y="29"/>
                  <a:pt x="130" y="27"/>
                  <a:pt x="136" y="27"/>
                </a:cubicBezTo>
                <a:cubicBezTo>
                  <a:pt x="147" y="26"/>
                  <a:pt x="147" y="26"/>
                  <a:pt x="147" y="26"/>
                </a:cubicBezTo>
                <a:lnTo>
                  <a:pt x="147" y="37"/>
                </a:lnTo>
                <a:close/>
                <a:moveTo>
                  <a:pt x="141" y="0"/>
                </a:moveTo>
                <a:cubicBezTo>
                  <a:pt x="132" y="0"/>
                  <a:pt x="125" y="2"/>
                  <a:pt x="122" y="3"/>
                </a:cubicBezTo>
                <a:cubicBezTo>
                  <a:pt x="124" y="11"/>
                  <a:pt x="124" y="11"/>
                  <a:pt x="124" y="11"/>
                </a:cubicBezTo>
                <a:cubicBezTo>
                  <a:pt x="124" y="11"/>
                  <a:pt x="131" y="9"/>
                  <a:pt x="138" y="9"/>
                </a:cubicBezTo>
                <a:cubicBezTo>
                  <a:pt x="144" y="9"/>
                  <a:pt x="147" y="10"/>
                  <a:pt x="147" y="16"/>
                </a:cubicBezTo>
                <a:cubicBezTo>
                  <a:pt x="147" y="19"/>
                  <a:pt x="147" y="19"/>
                  <a:pt x="147" y="19"/>
                </a:cubicBezTo>
                <a:cubicBezTo>
                  <a:pt x="138" y="19"/>
                  <a:pt x="138" y="19"/>
                  <a:pt x="138" y="19"/>
                </a:cubicBezTo>
                <a:cubicBezTo>
                  <a:pt x="123" y="19"/>
                  <a:pt x="118" y="26"/>
                  <a:pt x="118" y="34"/>
                </a:cubicBezTo>
                <a:cubicBezTo>
                  <a:pt x="118" y="45"/>
                  <a:pt x="126" y="48"/>
                  <a:pt x="133" y="48"/>
                </a:cubicBezTo>
                <a:cubicBezTo>
                  <a:pt x="142" y="48"/>
                  <a:pt x="147" y="44"/>
                  <a:pt x="148" y="44"/>
                </a:cubicBezTo>
                <a:cubicBezTo>
                  <a:pt x="148" y="44"/>
                  <a:pt x="150" y="46"/>
                  <a:pt x="158" y="46"/>
                </a:cubicBezTo>
                <a:cubicBezTo>
                  <a:pt x="158" y="13"/>
                  <a:pt x="158" y="13"/>
                  <a:pt x="158" y="13"/>
                </a:cubicBezTo>
                <a:cubicBezTo>
                  <a:pt x="158" y="4"/>
                  <a:pt x="151" y="0"/>
                  <a:pt x="141" y="0"/>
                </a:cubicBezTo>
                <a:moveTo>
                  <a:pt x="305" y="35"/>
                </a:moveTo>
                <a:cubicBezTo>
                  <a:pt x="303" y="37"/>
                  <a:pt x="298" y="39"/>
                  <a:pt x="293" y="39"/>
                </a:cubicBezTo>
                <a:cubicBezTo>
                  <a:pt x="286" y="39"/>
                  <a:pt x="284" y="35"/>
                  <a:pt x="284" y="28"/>
                </a:cubicBezTo>
                <a:cubicBezTo>
                  <a:pt x="284" y="0"/>
                  <a:pt x="284" y="0"/>
                  <a:pt x="284" y="0"/>
                </a:cubicBezTo>
                <a:cubicBezTo>
                  <a:pt x="283" y="0"/>
                  <a:pt x="283" y="0"/>
                  <a:pt x="283" y="0"/>
                </a:cubicBezTo>
                <a:cubicBezTo>
                  <a:pt x="281" y="0"/>
                  <a:pt x="275" y="0"/>
                  <a:pt x="274" y="1"/>
                </a:cubicBezTo>
                <a:cubicBezTo>
                  <a:pt x="274" y="29"/>
                  <a:pt x="274" y="29"/>
                  <a:pt x="274" y="29"/>
                </a:cubicBezTo>
                <a:cubicBezTo>
                  <a:pt x="274" y="42"/>
                  <a:pt x="277" y="48"/>
                  <a:pt x="290" y="48"/>
                </a:cubicBezTo>
                <a:cubicBezTo>
                  <a:pt x="300" y="48"/>
                  <a:pt x="305" y="44"/>
                  <a:pt x="306" y="44"/>
                </a:cubicBezTo>
                <a:cubicBezTo>
                  <a:pt x="306" y="44"/>
                  <a:pt x="309" y="46"/>
                  <a:pt x="316" y="46"/>
                </a:cubicBezTo>
                <a:cubicBezTo>
                  <a:pt x="316" y="1"/>
                  <a:pt x="316" y="1"/>
                  <a:pt x="316" y="1"/>
                </a:cubicBezTo>
                <a:cubicBezTo>
                  <a:pt x="315" y="1"/>
                  <a:pt x="310" y="0"/>
                  <a:pt x="308" y="0"/>
                </a:cubicBezTo>
                <a:cubicBezTo>
                  <a:pt x="305" y="0"/>
                  <a:pt x="305" y="0"/>
                  <a:pt x="305" y="0"/>
                </a:cubicBezTo>
                <a:lnTo>
                  <a:pt x="305" y="35"/>
                </a:lnTo>
                <a:close/>
                <a:moveTo>
                  <a:pt x="328" y="46"/>
                </a:moveTo>
                <a:cubicBezTo>
                  <a:pt x="328" y="46"/>
                  <a:pt x="335" y="48"/>
                  <a:pt x="344" y="48"/>
                </a:cubicBezTo>
                <a:cubicBezTo>
                  <a:pt x="352" y="48"/>
                  <a:pt x="363" y="45"/>
                  <a:pt x="363" y="33"/>
                </a:cubicBezTo>
                <a:cubicBezTo>
                  <a:pt x="363" y="26"/>
                  <a:pt x="357" y="23"/>
                  <a:pt x="348" y="19"/>
                </a:cubicBezTo>
                <a:cubicBezTo>
                  <a:pt x="343" y="18"/>
                  <a:pt x="339" y="16"/>
                  <a:pt x="339" y="13"/>
                </a:cubicBezTo>
                <a:cubicBezTo>
                  <a:pt x="339" y="11"/>
                  <a:pt x="340" y="8"/>
                  <a:pt x="347" y="8"/>
                </a:cubicBezTo>
                <a:cubicBezTo>
                  <a:pt x="352" y="8"/>
                  <a:pt x="358" y="11"/>
                  <a:pt x="358" y="11"/>
                </a:cubicBezTo>
                <a:cubicBezTo>
                  <a:pt x="361" y="3"/>
                  <a:pt x="361" y="3"/>
                  <a:pt x="361" y="3"/>
                </a:cubicBezTo>
                <a:cubicBezTo>
                  <a:pt x="359" y="2"/>
                  <a:pt x="354" y="0"/>
                  <a:pt x="346" y="0"/>
                </a:cubicBezTo>
                <a:cubicBezTo>
                  <a:pt x="337" y="0"/>
                  <a:pt x="329" y="4"/>
                  <a:pt x="329" y="13"/>
                </a:cubicBezTo>
                <a:cubicBezTo>
                  <a:pt x="329" y="23"/>
                  <a:pt x="337" y="26"/>
                  <a:pt x="344" y="28"/>
                </a:cubicBezTo>
                <a:cubicBezTo>
                  <a:pt x="349" y="29"/>
                  <a:pt x="352" y="31"/>
                  <a:pt x="352" y="34"/>
                </a:cubicBezTo>
                <a:cubicBezTo>
                  <a:pt x="352" y="37"/>
                  <a:pt x="351" y="40"/>
                  <a:pt x="343" y="40"/>
                </a:cubicBezTo>
                <a:cubicBezTo>
                  <a:pt x="337" y="40"/>
                  <a:pt x="330" y="38"/>
                  <a:pt x="330" y="38"/>
                </a:cubicBezTo>
                <a:lnTo>
                  <a:pt x="328" y="46"/>
                </a:lnTo>
                <a:close/>
                <a:moveTo>
                  <a:pt x="183" y="9"/>
                </a:moveTo>
                <a:cubicBezTo>
                  <a:pt x="185" y="8"/>
                  <a:pt x="188" y="8"/>
                  <a:pt x="191" y="8"/>
                </a:cubicBezTo>
                <a:cubicBezTo>
                  <a:pt x="199" y="8"/>
                  <a:pt x="205" y="12"/>
                  <a:pt x="205" y="23"/>
                </a:cubicBezTo>
                <a:cubicBezTo>
                  <a:pt x="205" y="34"/>
                  <a:pt x="202" y="40"/>
                  <a:pt x="190" y="40"/>
                </a:cubicBezTo>
                <a:cubicBezTo>
                  <a:pt x="187" y="40"/>
                  <a:pt x="183" y="39"/>
                  <a:pt x="183" y="39"/>
                </a:cubicBezTo>
                <a:lnTo>
                  <a:pt x="183" y="9"/>
                </a:lnTo>
                <a:close/>
                <a:moveTo>
                  <a:pt x="192" y="0"/>
                </a:moveTo>
                <a:cubicBezTo>
                  <a:pt x="186" y="0"/>
                  <a:pt x="178" y="1"/>
                  <a:pt x="173" y="2"/>
                </a:cubicBezTo>
                <a:cubicBezTo>
                  <a:pt x="173" y="46"/>
                  <a:pt x="173" y="46"/>
                  <a:pt x="173" y="46"/>
                </a:cubicBezTo>
                <a:cubicBezTo>
                  <a:pt x="177" y="47"/>
                  <a:pt x="185" y="48"/>
                  <a:pt x="190" y="48"/>
                </a:cubicBezTo>
                <a:cubicBezTo>
                  <a:pt x="208" y="48"/>
                  <a:pt x="216" y="41"/>
                  <a:pt x="216" y="23"/>
                </a:cubicBezTo>
                <a:cubicBezTo>
                  <a:pt x="216" y="9"/>
                  <a:pt x="207" y="0"/>
                  <a:pt x="19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ES"/>
          </a:p>
        </p:txBody>
      </p:sp>
      <p:sp>
        <p:nvSpPr>
          <p:cNvPr id="15" name="Title 1"/>
          <p:cNvSpPr>
            <a:spLocks noGrp="1"/>
          </p:cNvSpPr>
          <p:nvPr>
            <p:ph type="title"/>
          </p:nvPr>
        </p:nvSpPr>
        <p:spPr>
          <a:xfrm>
            <a:off x="201168" y="296864"/>
            <a:ext cx="8439912" cy="482549"/>
          </a:xfrm>
          <a:prstGeom prst="rect">
            <a:avLst/>
          </a:prstGeom>
        </p:spPr>
        <p:txBody>
          <a:bodyPr anchor="t">
            <a:noAutofit/>
          </a:bodyPr>
          <a:lstStyle>
            <a:lvl1pPr>
              <a:defRPr sz="3200">
                <a:solidFill>
                  <a:schemeClr val="tx2"/>
                </a:solidFill>
                <a:latin typeface="+mj-lt"/>
              </a:defRPr>
            </a:lvl1pPr>
          </a:lstStyle>
          <a:p>
            <a:r>
              <a:rPr lang="en-US" noProof="0"/>
              <a:t>Click to edit Master title style</a:t>
            </a:r>
            <a:endParaRPr lang="en-GB" noProof="0" dirty="0"/>
          </a:p>
        </p:txBody>
      </p:sp>
      <p:sp>
        <p:nvSpPr>
          <p:cNvPr id="16" name="Text Placeholder 19"/>
          <p:cNvSpPr>
            <a:spLocks noGrp="1"/>
          </p:cNvSpPr>
          <p:nvPr>
            <p:ph type="body" sz="quarter" idx="13"/>
          </p:nvPr>
        </p:nvSpPr>
        <p:spPr>
          <a:xfrm>
            <a:off x="219456" y="779412"/>
            <a:ext cx="8421460" cy="300087"/>
          </a:xfrm>
        </p:spPr>
        <p:txBody>
          <a:bodyPr>
            <a:noAutofit/>
          </a:bodyPr>
          <a:lstStyle>
            <a:lvl1pPr marL="0" indent="0">
              <a:lnSpc>
                <a:spcPct val="100000"/>
              </a:lnSpc>
              <a:buNone/>
              <a:defRPr sz="1800">
                <a:solidFill>
                  <a:schemeClr val="accent2"/>
                </a:solidFill>
                <a:latin typeface="+mj-lt"/>
              </a:defRPr>
            </a:lvl1pPr>
            <a:lvl2pPr marL="342875" indent="0">
              <a:buNone/>
              <a:defRPr sz="1200">
                <a:solidFill>
                  <a:schemeClr val="accent2"/>
                </a:solidFill>
                <a:latin typeface="+mj-lt"/>
              </a:defRPr>
            </a:lvl2pPr>
            <a:lvl3pPr marL="685749" indent="0">
              <a:buNone/>
              <a:defRPr sz="1050">
                <a:solidFill>
                  <a:schemeClr val="accent2"/>
                </a:solidFill>
                <a:latin typeface="+mj-lt"/>
              </a:defRPr>
            </a:lvl3pPr>
            <a:lvl4pPr marL="1028624" indent="0">
              <a:buNone/>
              <a:defRPr sz="900">
                <a:solidFill>
                  <a:schemeClr val="accent2"/>
                </a:solidFill>
                <a:latin typeface="+mj-lt"/>
              </a:defRPr>
            </a:lvl4pPr>
            <a:lvl5pPr marL="1371498" indent="0">
              <a:buNone/>
              <a:defRPr sz="900">
                <a:solidFill>
                  <a:schemeClr val="accent2"/>
                </a:solidFill>
                <a:latin typeface="+mj-lt"/>
              </a:defRPr>
            </a:lvl5pPr>
          </a:lstStyle>
          <a:p>
            <a:pPr lvl="0"/>
            <a:r>
              <a:rPr lang="en-US" noProof="0"/>
              <a:t>Click to edit Master text styles</a:t>
            </a:r>
          </a:p>
        </p:txBody>
      </p:sp>
      <p:grpSp>
        <p:nvGrpSpPr>
          <p:cNvPr id="27" name="Group 26"/>
          <p:cNvGrpSpPr/>
          <p:nvPr userDrawn="1"/>
        </p:nvGrpSpPr>
        <p:grpSpPr>
          <a:xfrm>
            <a:off x="8676623" y="57243"/>
            <a:ext cx="409580" cy="338886"/>
            <a:chOff x="10987081" y="138792"/>
            <a:chExt cx="409580" cy="338886"/>
          </a:xfrm>
        </p:grpSpPr>
        <p:grpSp>
          <p:nvGrpSpPr>
            <p:cNvPr id="29" name="Group 26"/>
            <p:cNvGrpSpPr/>
            <p:nvPr userDrawn="1"/>
          </p:nvGrpSpPr>
          <p:grpSpPr>
            <a:xfrm>
              <a:off x="11011908" y="146161"/>
              <a:ext cx="384753" cy="331517"/>
              <a:chOff x="9021034" y="119041"/>
              <a:chExt cx="630093" cy="553987"/>
            </a:xfrm>
          </p:grpSpPr>
          <p:sp>
            <p:nvSpPr>
              <p:cNvPr id="31" name="TextBox 29"/>
              <p:cNvSpPr txBox="1"/>
              <p:nvPr userDrawn="1"/>
            </p:nvSpPr>
            <p:spPr>
              <a:xfrm>
                <a:off x="9021034" y="514076"/>
                <a:ext cx="630093" cy="158952"/>
              </a:xfrm>
              <a:prstGeom prst="rect">
                <a:avLst/>
              </a:prstGeom>
              <a:noFill/>
            </p:spPr>
            <p:txBody>
              <a:bodyPr wrap="square" lIns="0" tIns="18000" rIns="0" bIns="0" rtlCol="0">
                <a:spAutoFit/>
              </a:bodyPr>
              <a:lstStyle/>
              <a:p>
                <a:pPr algn="ctr"/>
                <a:r>
                  <a:rPr lang="en-GB" sz="500" b="1" dirty="0">
                    <a:solidFill>
                      <a:srgbClr val="E5A912"/>
                    </a:solidFill>
                  </a:rPr>
                  <a:t>RESTRICTED</a:t>
                </a:r>
              </a:p>
            </p:txBody>
          </p:sp>
          <p:grpSp>
            <p:nvGrpSpPr>
              <p:cNvPr id="32" name="Group 30"/>
              <p:cNvGrpSpPr/>
              <p:nvPr userDrawn="1"/>
            </p:nvGrpSpPr>
            <p:grpSpPr>
              <a:xfrm>
                <a:off x="9094418" y="119041"/>
                <a:ext cx="477460" cy="431416"/>
                <a:chOff x="8532895" y="91935"/>
                <a:chExt cx="504900" cy="444531"/>
              </a:xfrm>
            </p:grpSpPr>
            <p:sp>
              <p:nvSpPr>
                <p:cNvPr id="33" name="Freeform 22"/>
                <p:cNvSpPr>
                  <a:spLocks/>
                </p:cNvSpPr>
                <p:nvPr userDrawn="1"/>
              </p:nvSpPr>
              <p:spPr bwMode="auto">
                <a:xfrm>
                  <a:off x="8746928" y="157791"/>
                  <a:ext cx="87809" cy="107018"/>
                </a:xfrm>
                <a:custGeom>
                  <a:avLst/>
                  <a:gdLst>
                    <a:gd name="T0" fmla="*/ 44 w 64"/>
                    <a:gd name="T1" fmla="*/ 56 h 78"/>
                    <a:gd name="T2" fmla="*/ 44 w 64"/>
                    <a:gd name="T3" fmla="*/ 56 h 78"/>
                    <a:gd name="T4" fmla="*/ 46 w 64"/>
                    <a:gd name="T5" fmla="*/ 46 h 78"/>
                    <a:gd name="T6" fmla="*/ 50 w 64"/>
                    <a:gd name="T7" fmla="*/ 36 h 78"/>
                    <a:gd name="T8" fmla="*/ 56 w 64"/>
                    <a:gd name="T9" fmla="*/ 26 h 78"/>
                    <a:gd name="T10" fmla="*/ 64 w 64"/>
                    <a:gd name="T11" fmla="*/ 20 h 78"/>
                    <a:gd name="T12" fmla="*/ 64 w 64"/>
                    <a:gd name="T13" fmla="*/ 20 h 78"/>
                    <a:gd name="T14" fmla="*/ 58 w 64"/>
                    <a:gd name="T15" fmla="*/ 12 h 78"/>
                    <a:gd name="T16" fmla="*/ 50 w 64"/>
                    <a:gd name="T17" fmla="*/ 6 h 78"/>
                    <a:gd name="T18" fmla="*/ 42 w 64"/>
                    <a:gd name="T19" fmla="*/ 2 h 78"/>
                    <a:gd name="T20" fmla="*/ 30 w 64"/>
                    <a:gd name="T21" fmla="*/ 0 h 78"/>
                    <a:gd name="T22" fmla="*/ 30 w 64"/>
                    <a:gd name="T23" fmla="*/ 0 h 78"/>
                    <a:gd name="T24" fmla="*/ 34 w 64"/>
                    <a:gd name="T25" fmla="*/ 8 h 78"/>
                    <a:gd name="T26" fmla="*/ 34 w 64"/>
                    <a:gd name="T27" fmla="*/ 18 h 78"/>
                    <a:gd name="T28" fmla="*/ 34 w 64"/>
                    <a:gd name="T29" fmla="*/ 18 h 78"/>
                    <a:gd name="T30" fmla="*/ 34 w 64"/>
                    <a:gd name="T31" fmla="*/ 26 h 78"/>
                    <a:gd name="T32" fmla="*/ 32 w 64"/>
                    <a:gd name="T33" fmla="*/ 32 h 78"/>
                    <a:gd name="T34" fmla="*/ 28 w 64"/>
                    <a:gd name="T35" fmla="*/ 40 h 78"/>
                    <a:gd name="T36" fmla="*/ 24 w 64"/>
                    <a:gd name="T37" fmla="*/ 46 h 78"/>
                    <a:gd name="T38" fmla="*/ 14 w 64"/>
                    <a:gd name="T39" fmla="*/ 56 h 78"/>
                    <a:gd name="T40" fmla="*/ 8 w 64"/>
                    <a:gd name="T41" fmla="*/ 60 h 78"/>
                    <a:gd name="T42" fmla="*/ 0 w 64"/>
                    <a:gd name="T43" fmla="*/ 62 h 78"/>
                    <a:gd name="T44" fmla="*/ 0 w 64"/>
                    <a:gd name="T45" fmla="*/ 62 h 78"/>
                    <a:gd name="T46" fmla="*/ 6 w 64"/>
                    <a:gd name="T47" fmla="*/ 68 h 78"/>
                    <a:gd name="T48" fmla="*/ 14 w 64"/>
                    <a:gd name="T49" fmla="*/ 74 h 78"/>
                    <a:gd name="T50" fmla="*/ 22 w 64"/>
                    <a:gd name="T51" fmla="*/ 76 h 78"/>
                    <a:gd name="T52" fmla="*/ 30 w 64"/>
                    <a:gd name="T53" fmla="*/ 78 h 78"/>
                    <a:gd name="T54" fmla="*/ 30 w 64"/>
                    <a:gd name="T55" fmla="*/ 78 h 78"/>
                    <a:gd name="T56" fmla="*/ 40 w 64"/>
                    <a:gd name="T57" fmla="*/ 76 h 78"/>
                    <a:gd name="T58" fmla="*/ 46 w 64"/>
                    <a:gd name="T59" fmla="*/ 72 h 78"/>
                    <a:gd name="T60" fmla="*/ 46 w 64"/>
                    <a:gd name="T61" fmla="*/ 72 h 78"/>
                    <a:gd name="T62" fmla="*/ 44 w 64"/>
                    <a:gd name="T63" fmla="*/ 56 h 78"/>
                    <a:gd name="T64" fmla="*/ 44 w 64"/>
                    <a:gd name="T6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78">
                      <a:moveTo>
                        <a:pt x="44" y="56"/>
                      </a:moveTo>
                      <a:lnTo>
                        <a:pt x="44" y="56"/>
                      </a:lnTo>
                      <a:lnTo>
                        <a:pt x="46" y="46"/>
                      </a:lnTo>
                      <a:lnTo>
                        <a:pt x="50" y="36"/>
                      </a:lnTo>
                      <a:lnTo>
                        <a:pt x="56" y="26"/>
                      </a:lnTo>
                      <a:lnTo>
                        <a:pt x="64" y="20"/>
                      </a:lnTo>
                      <a:lnTo>
                        <a:pt x="64" y="20"/>
                      </a:lnTo>
                      <a:lnTo>
                        <a:pt x="58" y="12"/>
                      </a:lnTo>
                      <a:lnTo>
                        <a:pt x="50" y="6"/>
                      </a:lnTo>
                      <a:lnTo>
                        <a:pt x="42" y="2"/>
                      </a:lnTo>
                      <a:lnTo>
                        <a:pt x="30" y="0"/>
                      </a:lnTo>
                      <a:lnTo>
                        <a:pt x="30" y="0"/>
                      </a:lnTo>
                      <a:lnTo>
                        <a:pt x="34" y="8"/>
                      </a:lnTo>
                      <a:lnTo>
                        <a:pt x="34" y="18"/>
                      </a:lnTo>
                      <a:lnTo>
                        <a:pt x="34" y="18"/>
                      </a:lnTo>
                      <a:lnTo>
                        <a:pt x="34" y="26"/>
                      </a:lnTo>
                      <a:lnTo>
                        <a:pt x="32" y="32"/>
                      </a:lnTo>
                      <a:lnTo>
                        <a:pt x="28" y="40"/>
                      </a:lnTo>
                      <a:lnTo>
                        <a:pt x="24" y="46"/>
                      </a:lnTo>
                      <a:lnTo>
                        <a:pt x="14" y="56"/>
                      </a:lnTo>
                      <a:lnTo>
                        <a:pt x="8" y="60"/>
                      </a:lnTo>
                      <a:lnTo>
                        <a:pt x="0" y="62"/>
                      </a:lnTo>
                      <a:lnTo>
                        <a:pt x="0" y="62"/>
                      </a:lnTo>
                      <a:lnTo>
                        <a:pt x="6" y="68"/>
                      </a:lnTo>
                      <a:lnTo>
                        <a:pt x="14" y="74"/>
                      </a:lnTo>
                      <a:lnTo>
                        <a:pt x="22" y="76"/>
                      </a:lnTo>
                      <a:lnTo>
                        <a:pt x="30" y="78"/>
                      </a:lnTo>
                      <a:lnTo>
                        <a:pt x="30" y="78"/>
                      </a:lnTo>
                      <a:lnTo>
                        <a:pt x="40" y="76"/>
                      </a:lnTo>
                      <a:lnTo>
                        <a:pt x="46" y="72"/>
                      </a:lnTo>
                      <a:lnTo>
                        <a:pt x="46" y="72"/>
                      </a:lnTo>
                      <a:lnTo>
                        <a:pt x="44" y="56"/>
                      </a:lnTo>
                      <a:lnTo>
                        <a:pt x="44" y="56"/>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4" name="Freeform 23"/>
                <p:cNvSpPr>
                  <a:spLocks/>
                </p:cNvSpPr>
                <p:nvPr userDrawn="1"/>
              </p:nvSpPr>
              <p:spPr bwMode="auto">
                <a:xfrm>
                  <a:off x="8664607" y="113887"/>
                  <a:ext cx="123481" cy="126225"/>
                </a:xfrm>
                <a:custGeom>
                  <a:avLst/>
                  <a:gdLst>
                    <a:gd name="T0" fmla="*/ 90 w 90"/>
                    <a:gd name="T1" fmla="*/ 46 h 92"/>
                    <a:gd name="T2" fmla="*/ 90 w 90"/>
                    <a:gd name="T3" fmla="*/ 46 h 92"/>
                    <a:gd name="T4" fmla="*/ 88 w 90"/>
                    <a:gd name="T5" fmla="*/ 56 h 92"/>
                    <a:gd name="T6" fmla="*/ 86 w 90"/>
                    <a:gd name="T7" fmla="*/ 64 h 92"/>
                    <a:gd name="T8" fmla="*/ 82 w 90"/>
                    <a:gd name="T9" fmla="*/ 72 h 92"/>
                    <a:gd name="T10" fmla="*/ 76 w 90"/>
                    <a:gd name="T11" fmla="*/ 80 h 92"/>
                    <a:gd name="T12" fmla="*/ 70 w 90"/>
                    <a:gd name="T13" fmla="*/ 84 h 92"/>
                    <a:gd name="T14" fmla="*/ 62 w 90"/>
                    <a:gd name="T15" fmla="*/ 90 h 92"/>
                    <a:gd name="T16" fmla="*/ 54 w 90"/>
                    <a:gd name="T17" fmla="*/ 92 h 92"/>
                    <a:gd name="T18" fmla="*/ 44 w 90"/>
                    <a:gd name="T19" fmla="*/ 92 h 92"/>
                    <a:gd name="T20" fmla="*/ 44 w 90"/>
                    <a:gd name="T21" fmla="*/ 92 h 92"/>
                    <a:gd name="T22" fmla="*/ 36 w 90"/>
                    <a:gd name="T23" fmla="*/ 92 h 92"/>
                    <a:gd name="T24" fmla="*/ 26 w 90"/>
                    <a:gd name="T25" fmla="*/ 90 h 92"/>
                    <a:gd name="T26" fmla="*/ 18 w 90"/>
                    <a:gd name="T27" fmla="*/ 84 h 92"/>
                    <a:gd name="T28" fmla="*/ 12 w 90"/>
                    <a:gd name="T29" fmla="*/ 80 h 92"/>
                    <a:gd name="T30" fmla="*/ 6 w 90"/>
                    <a:gd name="T31" fmla="*/ 72 h 92"/>
                    <a:gd name="T32" fmla="*/ 2 w 90"/>
                    <a:gd name="T33" fmla="*/ 64 h 92"/>
                    <a:gd name="T34" fmla="*/ 0 w 90"/>
                    <a:gd name="T35" fmla="*/ 56 h 92"/>
                    <a:gd name="T36" fmla="*/ 0 w 90"/>
                    <a:gd name="T37" fmla="*/ 46 h 92"/>
                    <a:gd name="T38" fmla="*/ 0 w 90"/>
                    <a:gd name="T39" fmla="*/ 46 h 92"/>
                    <a:gd name="T40" fmla="*/ 0 w 90"/>
                    <a:gd name="T41" fmla="*/ 38 h 92"/>
                    <a:gd name="T42" fmla="*/ 2 w 90"/>
                    <a:gd name="T43" fmla="*/ 28 h 92"/>
                    <a:gd name="T44" fmla="*/ 6 w 90"/>
                    <a:gd name="T45" fmla="*/ 20 h 92"/>
                    <a:gd name="T46" fmla="*/ 12 w 90"/>
                    <a:gd name="T47" fmla="*/ 14 h 92"/>
                    <a:gd name="T48" fmla="*/ 18 w 90"/>
                    <a:gd name="T49" fmla="*/ 8 h 92"/>
                    <a:gd name="T50" fmla="*/ 26 w 90"/>
                    <a:gd name="T51" fmla="*/ 4 h 92"/>
                    <a:gd name="T52" fmla="*/ 36 w 90"/>
                    <a:gd name="T53" fmla="*/ 0 h 92"/>
                    <a:gd name="T54" fmla="*/ 44 w 90"/>
                    <a:gd name="T55" fmla="*/ 0 h 92"/>
                    <a:gd name="T56" fmla="*/ 44 w 90"/>
                    <a:gd name="T57" fmla="*/ 0 h 92"/>
                    <a:gd name="T58" fmla="*/ 54 w 90"/>
                    <a:gd name="T59" fmla="*/ 0 h 92"/>
                    <a:gd name="T60" fmla="*/ 62 w 90"/>
                    <a:gd name="T61" fmla="*/ 4 h 92"/>
                    <a:gd name="T62" fmla="*/ 70 w 90"/>
                    <a:gd name="T63" fmla="*/ 8 h 92"/>
                    <a:gd name="T64" fmla="*/ 76 w 90"/>
                    <a:gd name="T65" fmla="*/ 14 h 92"/>
                    <a:gd name="T66" fmla="*/ 82 w 90"/>
                    <a:gd name="T67" fmla="*/ 20 h 92"/>
                    <a:gd name="T68" fmla="*/ 86 w 90"/>
                    <a:gd name="T69" fmla="*/ 28 h 92"/>
                    <a:gd name="T70" fmla="*/ 88 w 90"/>
                    <a:gd name="T71" fmla="*/ 38 h 92"/>
                    <a:gd name="T72" fmla="*/ 90 w 90"/>
                    <a:gd name="T73" fmla="*/ 46 h 92"/>
                    <a:gd name="T74" fmla="*/ 90 w 90"/>
                    <a:gd name="T75" fmla="*/ 4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92">
                      <a:moveTo>
                        <a:pt x="90" y="46"/>
                      </a:moveTo>
                      <a:lnTo>
                        <a:pt x="90" y="46"/>
                      </a:lnTo>
                      <a:lnTo>
                        <a:pt x="88" y="56"/>
                      </a:lnTo>
                      <a:lnTo>
                        <a:pt x="86" y="64"/>
                      </a:lnTo>
                      <a:lnTo>
                        <a:pt x="82" y="72"/>
                      </a:lnTo>
                      <a:lnTo>
                        <a:pt x="76" y="80"/>
                      </a:lnTo>
                      <a:lnTo>
                        <a:pt x="70" y="84"/>
                      </a:lnTo>
                      <a:lnTo>
                        <a:pt x="62" y="90"/>
                      </a:lnTo>
                      <a:lnTo>
                        <a:pt x="54" y="92"/>
                      </a:lnTo>
                      <a:lnTo>
                        <a:pt x="44" y="92"/>
                      </a:lnTo>
                      <a:lnTo>
                        <a:pt x="44" y="92"/>
                      </a:lnTo>
                      <a:lnTo>
                        <a:pt x="36" y="92"/>
                      </a:lnTo>
                      <a:lnTo>
                        <a:pt x="26" y="90"/>
                      </a:lnTo>
                      <a:lnTo>
                        <a:pt x="18" y="84"/>
                      </a:lnTo>
                      <a:lnTo>
                        <a:pt x="12" y="80"/>
                      </a:lnTo>
                      <a:lnTo>
                        <a:pt x="6" y="72"/>
                      </a:lnTo>
                      <a:lnTo>
                        <a:pt x="2" y="64"/>
                      </a:lnTo>
                      <a:lnTo>
                        <a:pt x="0" y="56"/>
                      </a:lnTo>
                      <a:lnTo>
                        <a:pt x="0" y="46"/>
                      </a:lnTo>
                      <a:lnTo>
                        <a:pt x="0" y="46"/>
                      </a:lnTo>
                      <a:lnTo>
                        <a:pt x="0" y="38"/>
                      </a:lnTo>
                      <a:lnTo>
                        <a:pt x="2" y="28"/>
                      </a:lnTo>
                      <a:lnTo>
                        <a:pt x="6" y="20"/>
                      </a:lnTo>
                      <a:lnTo>
                        <a:pt x="12" y="14"/>
                      </a:lnTo>
                      <a:lnTo>
                        <a:pt x="18" y="8"/>
                      </a:lnTo>
                      <a:lnTo>
                        <a:pt x="26" y="4"/>
                      </a:lnTo>
                      <a:lnTo>
                        <a:pt x="36" y="0"/>
                      </a:lnTo>
                      <a:lnTo>
                        <a:pt x="44" y="0"/>
                      </a:lnTo>
                      <a:lnTo>
                        <a:pt x="44" y="0"/>
                      </a:lnTo>
                      <a:lnTo>
                        <a:pt x="54" y="0"/>
                      </a:lnTo>
                      <a:lnTo>
                        <a:pt x="62" y="4"/>
                      </a:lnTo>
                      <a:lnTo>
                        <a:pt x="70" y="8"/>
                      </a:lnTo>
                      <a:lnTo>
                        <a:pt x="76" y="14"/>
                      </a:lnTo>
                      <a:lnTo>
                        <a:pt x="82" y="20"/>
                      </a:lnTo>
                      <a:lnTo>
                        <a:pt x="86" y="28"/>
                      </a:lnTo>
                      <a:lnTo>
                        <a:pt x="88" y="38"/>
                      </a:lnTo>
                      <a:lnTo>
                        <a:pt x="90" y="46"/>
                      </a:lnTo>
                      <a:lnTo>
                        <a:pt x="90" y="46"/>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5" name="Freeform 24"/>
                <p:cNvSpPr>
                  <a:spLocks/>
                </p:cNvSpPr>
                <p:nvPr userDrawn="1"/>
              </p:nvSpPr>
              <p:spPr bwMode="auto">
                <a:xfrm>
                  <a:off x="8606985" y="253832"/>
                  <a:ext cx="170129" cy="252449"/>
                </a:xfrm>
                <a:custGeom>
                  <a:avLst/>
                  <a:gdLst>
                    <a:gd name="T0" fmla="*/ 118 w 124"/>
                    <a:gd name="T1" fmla="*/ 184 h 184"/>
                    <a:gd name="T2" fmla="*/ 118 w 124"/>
                    <a:gd name="T3" fmla="*/ 184 h 184"/>
                    <a:gd name="T4" fmla="*/ 124 w 124"/>
                    <a:gd name="T5" fmla="*/ 158 h 184"/>
                    <a:gd name="T6" fmla="*/ 124 w 124"/>
                    <a:gd name="T7" fmla="*/ 128 h 184"/>
                    <a:gd name="T8" fmla="*/ 124 w 124"/>
                    <a:gd name="T9" fmla="*/ 128 h 184"/>
                    <a:gd name="T10" fmla="*/ 124 w 124"/>
                    <a:gd name="T11" fmla="*/ 102 h 184"/>
                    <a:gd name="T12" fmla="*/ 120 w 124"/>
                    <a:gd name="T13" fmla="*/ 78 h 184"/>
                    <a:gd name="T14" fmla="*/ 114 w 124"/>
                    <a:gd name="T15" fmla="*/ 56 h 184"/>
                    <a:gd name="T16" fmla="*/ 106 w 124"/>
                    <a:gd name="T17" fmla="*/ 36 h 184"/>
                    <a:gd name="T18" fmla="*/ 98 w 124"/>
                    <a:gd name="T19" fmla="*/ 22 h 184"/>
                    <a:gd name="T20" fmla="*/ 86 w 124"/>
                    <a:gd name="T21" fmla="*/ 10 h 184"/>
                    <a:gd name="T22" fmla="*/ 74 w 124"/>
                    <a:gd name="T23" fmla="*/ 2 h 184"/>
                    <a:gd name="T24" fmla="*/ 68 w 124"/>
                    <a:gd name="T25" fmla="*/ 0 h 184"/>
                    <a:gd name="T26" fmla="*/ 62 w 124"/>
                    <a:gd name="T27" fmla="*/ 0 h 184"/>
                    <a:gd name="T28" fmla="*/ 62 w 124"/>
                    <a:gd name="T29" fmla="*/ 0 h 184"/>
                    <a:gd name="T30" fmla="*/ 56 w 124"/>
                    <a:gd name="T31" fmla="*/ 0 h 184"/>
                    <a:gd name="T32" fmla="*/ 50 w 124"/>
                    <a:gd name="T33" fmla="*/ 2 h 184"/>
                    <a:gd name="T34" fmla="*/ 38 w 124"/>
                    <a:gd name="T35" fmla="*/ 10 h 184"/>
                    <a:gd name="T36" fmla="*/ 28 w 124"/>
                    <a:gd name="T37" fmla="*/ 22 h 184"/>
                    <a:gd name="T38" fmla="*/ 18 w 124"/>
                    <a:gd name="T39" fmla="*/ 36 h 184"/>
                    <a:gd name="T40" fmla="*/ 10 w 124"/>
                    <a:gd name="T41" fmla="*/ 56 h 184"/>
                    <a:gd name="T42" fmla="*/ 4 w 124"/>
                    <a:gd name="T43" fmla="*/ 78 h 184"/>
                    <a:gd name="T44" fmla="*/ 0 w 124"/>
                    <a:gd name="T45" fmla="*/ 102 h 184"/>
                    <a:gd name="T46" fmla="*/ 0 w 124"/>
                    <a:gd name="T47" fmla="*/ 128 h 184"/>
                    <a:gd name="T48" fmla="*/ 0 w 124"/>
                    <a:gd name="T49" fmla="*/ 128 h 184"/>
                    <a:gd name="T50" fmla="*/ 2 w 124"/>
                    <a:gd name="T51" fmla="*/ 158 h 184"/>
                    <a:gd name="T52" fmla="*/ 6 w 124"/>
                    <a:gd name="T53" fmla="*/ 184 h 184"/>
                    <a:gd name="T54" fmla="*/ 118 w 124"/>
                    <a:gd name="T55"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4" h="184">
                      <a:moveTo>
                        <a:pt x="118" y="184"/>
                      </a:moveTo>
                      <a:lnTo>
                        <a:pt x="118" y="184"/>
                      </a:lnTo>
                      <a:lnTo>
                        <a:pt x="124" y="158"/>
                      </a:lnTo>
                      <a:lnTo>
                        <a:pt x="124" y="128"/>
                      </a:lnTo>
                      <a:lnTo>
                        <a:pt x="124" y="128"/>
                      </a:lnTo>
                      <a:lnTo>
                        <a:pt x="124" y="102"/>
                      </a:lnTo>
                      <a:lnTo>
                        <a:pt x="120" y="78"/>
                      </a:lnTo>
                      <a:lnTo>
                        <a:pt x="114" y="56"/>
                      </a:lnTo>
                      <a:lnTo>
                        <a:pt x="106" y="36"/>
                      </a:lnTo>
                      <a:lnTo>
                        <a:pt x="98" y="22"/>
                      </a:lnTo>
                      <a:lnTo>
                        <a:pt x="86" y="10"/>
                      </a:lnTo>
                      <a:lnTo>
                        <a:pt x="74" y="2"/>
                      </a:lnTo>
                      <a:lnTo>
                        <a:pt x="68" y="0"/>
                      </a:lnTo>
                      <a:lnTo>
                        <a:pt x="62" y="0"/>
                      </a:lnTo>
                      <a:lnTo>
                        <a:pt x="62" y="0"/>
                      </a:lnTo>
                      <a:lnTo>
                        <a:pt x="56" y="0"/>
                      </a:lnTo>
                      <a:lnTo>
                        <a:pt x="50" y="2"/>
                      </a:lnTo>
                      <a:lnTo>
                        <a:pt x="38" y="10"/>
                      </a:lnTo>
                      <a:lnTo>
                        <a:pt x="28" y="22"/>
                      </a:lnTo>
                      <a:lnTo>
                        <a:pt x="18" y="36"/>
                      </a:lnTo>
                      <a:lnTo>
                        <a:pt x="10" y="56"/>
                      </a:lnTo>
                      <a:lnTo>
                        <a:pt x="4" y="78"/>
                      </a:lnTo>
                      <a:lnTo>
                        <a:pt x="0" y="102"/>
                      </a:lnTo>
                      <a:lnTo>
                        <a:pt x="0" y="128"/>
                      </a:lnTo>
                      <a:lnTo>
                        <a:pt x="0" y="128"/>
                      </a:lnTo>
                      <a:lnTo>
                        <a:pt x="2" y="158"/>
                      </a:lnTo>
                      <a:lnTo>
                        <a:pt x="6" y="184"/>
                      </a:lnTo>
                      <a:lnTo>
                        <a:pt x="118" y="184"/>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6" name="Freeform 25"/>
                <p:cNvSpPr>
                  <a:spLocks/>
                </p:cNvSpPr>
                <p:nvPr userDrawn="1"/>
              </p:nvSpPr>
              <p:spPr bwMode="auto">
                <a:xfrm>
                  <a:off x="8815530" y="179744"/>
                  <a:ext cx="109760" cy="112504"/>
                </a:xfrm>
                <a:custGeom>
                  <a:avLst/>
                  <a:gdLst>
                    <a:gd name="T0" fmla="*/ 80 w 80"/>
                    <a:gd name="T1" fmla="*/ 40 h 82"/>
                    <a:gd name="T2" fmla="*/ 80 w 80"/>
                    <a:gd name="T3" fmla="*/ 40 h 82"/>
                    <a:gd name="T4" fmla="*/ 78 w 80"/>
                    <a:gd name="T5" fmla="*/ 50 h 82"/>
                    <a:gd name="T6" fmla="*/ 76 w 80"/>
                    <a:gd name="T7" fmla="*/ 56 h 82"/>
                    <a:gd name="T8" fmla="*/ 72 w 80"/>
                    <a:gd name="T9" fmla="*/ 64 h 82"/>
                    <a:gd name="T10" fmla="*/ 68 w 80"/>
                    <a:gd name="T11" fmla="*/ 70 h 82"/>
                    <a:gd name="T12" fmla="*/ 62 w 80"/>
                    <a:gd name="T13" fmla="*/ 74 h 82"/>
                    <a:gd name="T14" fmla="*/ 56 w 80"/>
                    <a:gd name="T15" fmla="*/ 78 h 82"/>
                    <a:gd name="T16" fmla="*/ 48 w 80"/>
                    <a:gd name="T17" fmla="*/ 82 h 82"/>
                    <a:gd name="T18" fmla="*/ 40 w 80"/>
                    <a:gd name="T19" fmla="*/ 82 h 82"/>
                    <a:gd name="T20" fmla="*/ 40 w 80"/>
                    <a:gd name="T21" fmla="*/ 82 h 82"/>
                    <a:gd name="T22" fmla="*/ 32 w 80"/>
                    <a:gd name="T23" fmla="*/ 82 h 82"/>
                    <a:gd name="T24" fmla="*/ 24 w 80"/>
                    <a:gd name="T25" fmla="*/ 78 h 82"/>
                    <a:gd name="T26" fmla="*/ 18 w 80"/>
                    <a:gd name="T27" fmla="*/ 74 h 82"/>
                    <a:gd name="T28" fmla="*/ 12 w 80"/>
                    <a:gd name="T29" fmla="*/ 70 h 82"/>
                    <a:gd name="T30" fmla="*/ 6 w 80"/>
                    <a:gd name="T31" fmla="*/ 64 h 82"/>
                    <a:gd name="T32" fmla="*/ 4 w 80"/>
                    <a:gd name="T33" fmla="*/ 56 h 82"/>
                    <a:gd name="T34" fmla="*/ 0 w 80"/>
                    <a:gd name="T35" fmla="*/ 50 h 82"/>
                    <a:gd name="T36" fmla="*/ 0 w 80"/>
                    <a:gd name="T37" fmla="*/ 40 h 82"/>
                    <a:gd name="T38" fmla="*/ 0 w 80"/>
                    <a:gd name="T39" fmla="*/ 40 h 82"/>
                    <a:gd name="T40" fmla="*/ 0 w 80"/>
                    <a:gd name="T41" fmla="*/ 32 h 82"/>
                    <a:gd name="T42" fmla="*/ 4 w 80"/>
                    <a:gd name="T43" fmla="*/ 26 h 82"/>
                    <a:gd name="T44" fmla="*/ 6 w 80"/>
                    <a:gd name="T45" fmla="*/ 18 h 82"/>
                    <a:gd name="T46" fmla="*/ 12 w 80"/>
                    <a:gd name="T47" fmla="*/ 12 h 82"/>
                    <a:gd name="T48" fmla="*/ 18 w 80"/>
                    <a:gd name="T49" fmla="*/ 8 h 82"/>
                    <a:gd name="T50" fmla="*/ 24 w 80"/>
                    <a:gd name="T51" fmla="*/ 4 h 82"/>
                    <a:gd name="T52" fmla="*/ 32 w 80"/>
                    <a:gd name="T53" fmla="*/ 0 h 82"/>
                    <a:gd name="T54" fmla="*/ 40 w 80"/>
                    <a:gd name="T55" fmla="*/ 0 h 82"/>
                    <a:gd name="T56" fmla="*/ 40 w 80"/>
                    <a:gd name="T57" fmla="*/ 0 h 82"/>
                    <a:gd name="T58" fmla="*/ 48 w 80"/>
                    <a:gd name="T59" fmla="*/ 0 h 82"/>
                    <a:gd name="T60" fmla="*/ 56 w 80"/>
                    <a:gd name="T61" fmla="*/ 4 h 82"/>
                    <a:gd name="T62" fmla="*/ 62 w 80"/>
                    <a:gd name="T63" fmla="*/ 8 h 82"/>
                    <a:gd name="T64" fmla="*/ 68 w 80"/>
                    <a:gd name="T65" fmla="*/ 12 h 82"/>
                    <a:gd name="T66" fmla="*/ 72 w 80"/>
                    <a:gd name="T67" fmla="*/ 18 h 82"/>
                    <a:gd name="T68" fmla="*/ 76 w 80"/>
                    <a:gd name="T69" fmla="*/ 26 h 82"/>
                    <a:gd name="T70" fmla="*/ 78 w 80"/>
                    <a:gd name="T71" fmla="*/ 32 h 82"/>
                    <a:gd name="T72" fmla="*/ 80 w 80"/>
                    <a:gd name="T73" fmla="*/ 40 h 82"/>
                    <a:gd name="T74" fmla="*/ 80 w 80"/>
                    <a:gd name="T75" fmla="*/ 4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82">
                      <a:moveTo>
                        <a:pt x="80" y="40"/>
                      </a:moveTo>
                      <a:lnTo>
                        <a:pt x="80" y="40"/>
                      </a:lnTo>
                      <a:lnTo>
                        <a:pt x="78" y="50"/>
                      </a:lnTo>
                      <a:lnTo>
                        <a:pt x="76" y="56"/>
                      </a:lnTo>
                      <a:lnTo>
                        <a:pt x="72" y="64"/>
                      </a:lnTo>
                      <a:lnTo>
                        <a:pt x="68" y="70"/>
                      </a:lnTo>
                      <a:lnTo>
                        <a:pt x="62" y="74"/>
                      </a:lnTo>
                      <a:lnTo>
                        <a:pt x="56" y="78"/>
                      </a:lnTo>
                      <a:lnTo>
                        <a:pt x="48" y="82"/>
                      </a:lnTo>
                      <a:lnTo>
                        <a:pt x="40" y="82"/>
                      </a:lnTo>
                      <a:lnTo>
                        <a:pt x="40" y="82"/>
                      </a:lnTo>
                      <a:lnTo>
                        <a:pt x="32" y="82"/>
                      </a:lnTo>
                      <a:lnTo>
                        <a:pt x="24" y="78"/>
                      </a:lnTo>
                      <a:lnTo>
                        <a:pt x="18" y="74"/>
                      </a:lnTo>
                      <a:lnTo>
                        <a:pt x="12" y="70"/>
                      </a:lnTo>
                      <a:lnTo>
                        <a:pt x="6" y="64"/>
                      </a:lnTo>
                      <a:lnTo>
                        <a:pt x="4" y="56"/>
                      </a:lnTo>
                      <a:lnTo>
                        <a:pt x="0" y="50"/>
                      </a:lnTo>
                      <a:lnTo>
                        <a:pt x="0" y="40"/>
                      </a:lnTo>
                      <a:lnTo>
                        <a:pt x="0" y="40"/>
                      </a:lnTo>
                      <a:lnTo>
                        <a:pt x="0" y="32"/>
                      </a:lnTo>
                      <a:lnTo>
                        <a:pt x="4" y="26"/>
                      </a:lnTo>
                      <a:lnTo>
                        <a:pt x="6" y="18"/>
                      </a:lnTo>
                      <a:lnTo>
                        <a:pt x="12" y="12"/>
                      </a:lnTo>
                      <a:lnTo>
                        <a:pt x="18" y="8"/>
                      </a:lnTo>
                      <a:lnTo>
                        <a:pt x="24" y="4"/>
                      </a:lnTo>
                      <a:lnTo>
                        <a:pt x="32" y="0"/>
                      </a:lnTo>
                      <a:lnTo>
                        <a:pt x="40" y="0"/>
                      </a:lnTo>
                      <a:lnTo>
                        <a:pt x="40" y="0"/>
                      </a:lnTo>
                      <a:lnTo>
                        <a:pt x="48" y="0"/>
                      </a:lnTo>
                      <a:lnTo>
                        <a:pt x="56" y="4"/>
                      </a:lnTo>
                      <a:lnTo>
                        <a:pt x="62" y="8"/>
                      </a:lnTo>
                      <a:lnTo>
                        <a:pt x="68" y="12"/>
                      </a:lnTo>
                      <a:lnTo>
                        <a:pt x="72" y="18"/>
                      </a:lnTo>
                      <a:lnTo>
                        <a:pt x="76" y="26"/>
                      </a:lnTo>
                      <a:lnTo>
                        <a:pt x="78" y="32"/>
                      </a:lnTo>
                      <a:lnTo>
                        <a:pt x="80" y="40"/>
                      </a:lnTo>
                      <a:lnTo>
                        <a:pt x="80" y="4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7" name="Freeform 26"/>
                <p:cNvSpPr>
                  <a:spLocks/>
                </p:cNvSpPr>
                <p:nvPr userDrawn="1"/>
              </p:nvSpPr>
              <p:spPr bwMode="auto">
                <a:xfrm>
                  <a:off x="8812785" y="300480"/>
                  <a:ext cx="139945" cy="205801"/>
                </a:xfrm>
                <a:custGeom>
                  <a:avLst/>
                  <a:gdLst>
                    <a:gd name="T0" fmla="*/ 96 w 102"/>
                    <a:gd name="T1" fmla="*/ 150 h 150"/>
                    <a:gd name="T2" fmla="*/ 96 w 102"/>
                    <a:gd name="T3" fmla="*/ 150 h 150"/>
                    <a:gd name="T4" fmla="*/ 100 w 102"/>
                    <a:gd name="T5" fmla="*/ 128 h 150"/>
                    <a:gd name="T6" fmla="*/ 102 w 102"/>
                    <a:gd name="T7" fmla="*/ 104 h 150"/>
                    <a:gd name="T8" fmla="*/ 102 w 102"/>
                    <a:gd name="T9" fmla="*/ 104 h 150"/>
                    <a:gd name="T10" fmla="*/ 102 w 102"/>
                    <a:gd name="T11" fmla="*/ 84 h 150"/>
                    <a:gd name="T12" fmla="*/ 98 w 102"/>
                    <a:gd name="T13" fmla="*/ 64 h 150"/>
                    <a:gd name="T14" fmla="*/ 94 w 102"/>
                    <a:gd name="T15" fmla="*/ 46 h 150"/>
                    <a:gd name="T16" fmla="*/ 86 w 102"/>
                    <a:gd name="T17" fmla="*/ 32 h 150"/>
                    <a:gd name="T18" fmla="*/ 80 w 102"/>
                    <a:gd name="T19" fmla="*/ 18 h 150"/>
                    <a:gd name="T20" fmla="*/ 70 w 102"/>
                    <a:gd name="T21" fmla="*/ 8 h 150"/>
                    <a:gd name="T22" fmla="*/ 60 w 102"/>
                    <a:gd name="T23" fmla="*/ 2 h 150"/>
                    <a:gd name="T24" fmla="*/ 50 w 102"/>
                    <a:gd name="T25" fmla="*/ 0 h 150"/>
                    <a:gd name="T26" fmla="*/ 50 w 102"/>
                    <a:gd name="T27" fmla="*/ 0 h 150"/>
                    <a:gd name="T28" fmla="*/ 40 w 102"/>
                    <a:gd name="T29" fmla="*/ 2 h 150"/>
                    <a:gd name="T30" fmla="*/ 30 w 102"/>
                    <a:gd name="T31" fmla="*/ 8 h 150"/>
                    <a:gd name="T32" fmla="*/ 22 w 102"/>
                    <a:gd name="T33" fmla="*/ 18 h 150"/>
                    <a:gd name="T34" fmla="*/ 14 w 102"/>
                    <a:gd name="T35" fmla="*/ 32 h 150"/>
                    <a:gd name="T36" fmla="*/ 8 w 102"/>
                    <a:gd name="T37" fmla="*/ 46 h 150"/>
                    <a:gd name="T38" fmla="*/ 4 w 102"/>
                    <a:gd name="T39" fmla="*/ 64 h 150"/>
                    <a:gd name="T40" fmla="*/ 0 w 102"/>
                    <a:gd name="T41" fmla="*/ 84 h 150"/>
                    <a:gd name="T42" fmla="*/ 0 w 102"/>
                    <a:gd name="T43" fmla="*/ 104 h 150"/>
                    <a:gd name="T44" fmla="*/ 0 w 102"/>
                    <a:gd name="T45" fmla="*/ 104 h 150"/>
                    <a:gd name="T46" fmla="*/ 0 w 102"/>
                    <a:gd name="T47" fmla="*/ 128 h 150"/>
                    <a:gd name="T48" fmla="*/ 4 w 102"/>
                    <a:gd name="T49" fmla="*/ 150 h 150"/>
                    <a:gd name="T50" fmla="*/ 96 w 102"/>
                    <a:gd name="T51"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2" h="150">
                      <a:moveTo>
                        <a:pt x="96" y="150"/>
                      </a:moveTo>
                      <a:lnTo>
                        <a:pt x="96" y="150"/>
                      </a:lnTo>
                      <a:lnTo>
                        <a:pt x="100" y="128"/>
                      </a:lnTo>
                      <a:lnTo>
                        <a:pt x="102" y="104"/>
                      </a:lnTo>
                      <a:lnTo>
                        <a:pt x="102" y="104"/>
                      </a:lnTo>
                      <a:lnTo>
                        <a:pt x="102" y="84"/>
                      </a:lnTo>
                      <a:lnTo>
                        <a:pt x="98" y="64"/>
                      </a:lnTo>
                      <a:lnTo>
                        <a:pt x="94" y="46"/>
                      </a:lnTo>
                      <a:lnTo>
                        <a:pt x="86" y="32"/>
                      </a:lnTo>
                      <a:lnTo>
                        <a:pt x="80" y="18"/>
                      </a:lnTo>
                      <a:lnTo>
                        <a:pt x="70" y="8"/>
                      </a:lnTo>
                      <a:lnTo>
                        <a:pt x="60" y="2"/>
                      </a:lnTo>
                      <a:lnTo>
                        <a:pt x="50" y="0"/>
                      </a:lnTo>
                      <a:lnTo>
                        <a:pt x="50" y="0"/>
                      </a:lnTo>
                      <a:lnTo>
                        <a:pt x="40" y="2"/>
                      </a:lnTo>
                      <a:lnTo>
                        <a:pt x="30" y="8"/>
                      </a:lnTo>
                      <a:lnTo>
                        <a:pt x="22" y="18"/>
                      </a:lnTo>
                      <a:lnTo>
                        <a:pt x="14" y="32"/>
                      </a:lnTo>
                      <a:lnTo>
                        <a:pt x="8" y="46"/>
                      </a:lnTo>
                      <a:lnTo>
                        <a:pt x="4" y="64"/>
                      </a:lnTo>
                      <a:lnTo>
                        <a:pt x="0" y="84"/>
                      </a:lnTo>
                      <a:lnTo>
                        <a:pt x="0" y="104"/>
                      </a:lnTo>
                      <a:lnTo>
                        <a:pt x="0" y="104"/>
                      </a:lnTo>
                      <a:lnTo>
                        <a:pt x="0" y="128"/>
                      </a:lnTo>
                      <a:lnTo>
                        <a:pt x="4" y="150"/>
                      </a:lnTo>
                      <a:lnTo>
                        <a:pt x="96" y="15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8" name="Freeform 27"/>
                <p:cNvSpPr>
                  <a:spLocks/>
                </p:cNvSpPr>
                <p:nvPr userDrawn="1"/>
              </p:nvSpPr>
              <p:spPr bwMode="auto">
                <a:xfrm>
                  <a:off x="8755160" y="278529"/>
                  <a:ext cx="87809" cy="227754"/>
                </a:xfrm>
                <a:custGeom>
                  <a:avLst/>
                  <a:gdLst>
                    <a:gd name="T0" fmla="*/ 16 w 64"/>
                    <a:gd name="T1" fmla="*/ 166 h 166"/>
                    <a:gd name="T2" fmla="*/ 38 w 64"/>
                    <a:gd name="T3" fmla="*/ 166 h 166"/>
                    <a:gd name="T4" fmla="*/ 38 w 64"/>
                    <a:gd name="T5" fmla="*/ 166 h 166"/>
                    <a:gd name="T6" fmla="*/ 36 w 64"/>
                    <a:gd name="T7" fmla="*/ 144 h 166"/>
                    <a:gd name="T8" fmla="*/ 36 w 64"/>
                    <a:gd name="T9" fmla="*/ 120 h 166"/>
                    <a:gd name="T10" fmla="*/ 36 w 64"/>
                    <a:gd name="T11" fmla="*/ 120 h 166"/>
                    <a:gd name="T12" fmla="*/ 38 w 64"/>
                    <a:gd name="T13" fmla="*/ 92 h 166"/>
                    <a:gd name="T14" fmla="*/ 44 w 64"/>
                    <a:gd name="T15" fmla="*/ 66 h 166"/>
                    <a:gd name="T16" fmla="*/ 52 w 64"/>
                    <a:gd name="T17" fmla="*/ 42 h 166"/>
                    <a:gd name="T18" fmla="*/ 58 w 64"/>
                    <a:gd name="T19" fmla="*/ 34 h 166"/>
                    <a:gd name="T20" fmla="*/ 64 w 64"/>
                    <a:gd name="T21" fmla="*/ 26 h 166"/>
                    <a:gd name="T22" fmla="*/ 64 w 64"/>
                    <a:gd name="T23" fmla="*/ 26 h 166"/>
                    <a:gd name="T24" fmla="*/ 56 w 64"/>
                    <a:gd name="T25" fmla="*/ 14 h 166"/>
                    <a:gd name="T26" fmla="*/ 46 w 64"/>
                    <a:gd name="T27" fmla="*/ 6 h 166"/>
                    <a:gd name="T28" fmla="*/ 36 w 64"/>
                    <a:gd name="T29" fmla="*/ 2 h 166"/>
                    <a:gd name="T30" fmla="*/ 26 w 64"/>
                    <a:gd name="T31" fmla="*/ 0 h 166"/>
                    <a:gd name="T32" fmla="*/ 26 w 64"/>
                    <a:gd name="T33" fmla="*/ 0 h 166"/>
                    <a:gd name="T34" fmla="*/ 18 w 64"/>
                    <a:gd name="T35" fmla="*/ 0 h 166"/>
                    <a:gd name="T36" fmla="*/ 12 w 64"/>
                    <a:gd name="T37" fmla="*/ 2 h 166"/>
                    <a:gd name="T38" fmla="*/ 0 w 64"/>
                    <a:gd name="T39" fmla="*/ 12 h 166"/>
                    <a:gd name="T40" fmla="*/ 0 w 64"/>
                    <a:gd name="T41" fmla="*/ 12 h 166"/>
                    <a:gd name="T42" fmla="*/ 10 w 64"/>
                    <a:gd name="T43" fmla="*/ 30 h 166"/>
                    <a:gd name="T44" fmla="*/ 16 w 64"/>
                    <a:gd name="T45" fmla="*/ 54 h 166"/>
                    <a:gd name="T46" fmla="*/ 22 w 64"/>
                    <a:gd name="T47" fmla="*/ 82 h 166"/>
                    <a:gd name="T48" fmla="*/ 24 w 64"/>
                    <a:gd name="T49" fmla="*/ 110 h 166"/>
                    <a:gd name="T50" fmla="*/ 24 w 64"/>
                    <a:gd name="T51" fmla="*/ 110 h 166"/>
                    <a:gd name="T52" fmla="*/ 22 w 64"/>
                    <a:gd name="T53" fmla="*/ 140 h 166"/>
                    <a:gd name="T54" fmla="*/ 16 w 64"/>
                    <a:gd name="T55" fmla="*/ 166 h 166"/>
                    <a:gd name="T56" fmla="*/ 16 w 64"/>
                    <a:gd name="T57" fmla="*/ 16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166">
                      <a:moveTo>
                        <a:pt x="16" y="166"/>
                      </a:moveTo>
                      <a:lnTo>
                        <a:pt x="38" y="166"/>
                      </a:lnTo>
                      <a:lnTo>
                        <a:pt x="38" y="166"/>
                      </a:lnTo>
                      <a:lnTo>
                        <a:pt x="36" y="144"/>
                      </a:lnTo>
                      <a:lnTo>
                        <a:pt x="36" y="120"/>
                      </a:lnTo>
                      <a:lnTo>
                        <a:pt x="36" y="120"/>
                      </a:lnTo>
                      <a:lnTo>
                        <a:pt x="38" y="92"/>
                      </a:lnTo>
                      <a:lnTo>
                        <a:pt x="44" y="66"/>
                      </a:lnTo>
                      <a:lnTo>
                        <a:pt x="52" y="42"/>
                      </a:lnTo>
                      <a:lnTo>
                        <a:pt x="58" y="34"/>
                      </a:lnTo>
                      <a:lnTo>
                        <a:pt x="64" y="26"/>
                      </a:lnTo>
                      <a:lnTo>
                        <a:pt x="64" y="26"/>
                      </a:lnTo>
                      <a:lnTo>
                        <a:pt x="56" y="14"/>
                      </a:lnTo>
                      <a:lnTo>
                        <a:pt x="46" y="6"/>
                      </a:lnTo>
                      <a:lnTo>
                        <a:pt x="36" y="2"/>
                      </a:lnTo>
                      <a:lnTo>
                        <a:pt x="26" y="0"/>
                      </a:lnTo>
                      <a:lnTo>
                        <a:pt x="26" y="0"/>
                      </a:lnTo>
                      <a:lnTo>
                        <a:pt x="18" y="0"/>
                      </a:lnTo>
                      <a:lnTo>
                        <a:pt x="12" y="2"/>
                      </a:lnTo>
                      <a:lnTo>
                        <a:pt x="0" y="12"/>
                      </a:lnTo>
                      <a:lnTo>
                        <a:pt x="0" y="12"/>
                      </a:lnTo>
                      <a:lnTo>
                        <a:pt x="10" y="30"/>
                      </a:lnTo>
                      <a:lnTo>
                        <a:pt x="16" y="54"/>
                      </a:lnTo>
                      <a:lnTo>
                        <a:pt x="22" y="82"/>
                      </a:lnTo>
                      <a:lnTo>
                        <a:pt x="24" y="110"/>
                      </a:lnTo>
                      <a:lnTo>
                        <a:pt x="24" y="110"/>
                      </a:lnTo>
                      <a:lnTo>
                        <a:pt x="22" y="140"/>
                      </a:lnTo>
                      <a:lnTo>
                        <a:pt x="16" y="166"/>
                      </a:lnTo>
                      <a:lnTo>
                        <a:pt x="16" y="166"/>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9" name="Freeform 28"/>
                <p:cNvSpPr>
                  <a:spLocks/>
                </p:cNvSpPr>
                <p:nvPr userDrawn="1"/>
              </p:nvSpPr>
              <p:spPr bwMode="auto">
                <a:xfrm>
                  <a:off x="8532895" y="91935"/>
                  <a:ext cx="27440" cy="444531"/>
                </a:xfrm>
                <a:custGeom>
                  <a:avLst/>
                  <a:gdLst>
                    <a:gd name="T0" fmla="*/ 0 w 20"/>
                    <a:gd name="T1" fmla="*/ 10 h 324"/>
                    <a:gd name="T2" fmla="*/ 0 w 20"/>
                    <a:gd name="T3" fmla="*/ 10 h 324"/>
                    <a:gd name="T4" fmla="*/ 0 w 20"/>
                    <a:gd name="T5" fmla="*/ 314 h 324"/>
                    <a:gd name="T6" fmla="*/ 0 w 20"/>
                    <a:gd name="T7" fmla="*/ 314 h 324"/>
                    <a:gd name="T8" fmla="*/ 2 w 20"/>
                    <a:gd name="T9" fmla="*/ 318 h 324"/>
                    <a:gd name="T10" fmla="*/ 4 w 20"/>
                    <a:gd name="T11" fmla="*/ 322 h 324"/>
                    <a:gd name="T12" fmla="*/ 8 w 20"/>
                    <a:gd name="T13" fmla="*/ 322 h 324"/>
                    <a:gd name="T14" fmla="*/ 10 w 20"/>
                    <a:gd name="T15" fmla="*/ 324 h 324"/>
                    <a:gd name="T16" fmla="*/ 14 w 20"/>
                    <a:gd name="T17" fmla="*/ 322 h 324"/>
                    <a:gd name="T18" fmla="*/ 18 w 20"/>
                    <a:gd name="T19" fmla="*/ 322 h 324"/>
                    <a:gd name="T20" fmla="*/ 20 w 20"/>
                    <a:gd name="T21" fmla="*/ 318 h 324"/>
                    <a:gd name="T22" fmla="*/ 20 w 20"/>
                    <a:gd name="T23" fmla="*/ 314 h 324"/>
                    <a:gd name="T24" fmla="*/ 20 w 20"/>
                    <a:gd name="T25" fmla="*/ 314 h 324"/>
                    <a:gd name="T26" fmla="*/ 20 w 20"/>
                    <a:gd name="T27" fmla="*/ 10 h 324"/>
                    <a:gd name="T28" fmla="*/ 20 w 20"/>
                    <a:gd name="T29" fmla="*/ 10 h 324"/>
                    <a:gd name="T30" fmla="*/ 20 w 20"/>
                    <a:gd name="T31" fmla="*/ 6 h 324"/>
                    <a:gd name="T32" fmla="*/ 18 w 20"/>
                    <a:gd name="T33" fmla="*/ 2 h 324"/>
                    <a:gd name="T34" fmla="*/ 14 w 20"/>
                    <a:gd name="T35" fmla="*/ 0 h 324"/>
                    <a:gd name="T36" fmla="*/ 10 w 20"/>
                    <a:gd name="T37" fmla="*/ 0 h 324"/>
                    <a:gd name="T38" fmla="*/ 8 w 20"/>
                    <a:gd name="T39" fmla="*/ 0 h 324"/>
                    <a:gd name="T40" fmla="*/ 4 w 20"/>
                    <a:gd name="T41" fmla="*/ 2 h 324"/>
                    <a:gd name="T42" fmla="*/ 2 w 20"/>
                    <a:gd name="T43" fmla="*/ 6 h 324"/>
                    <a:gd name="T44" fmla="*/ 0 w 20"/>
                    <a:gd name="T45" fmla="*/ 10 h 324"/>
                    <a:gd name="T46" fmla="*/ 0 w 20"/>
                    <a:gd name="T47" fmla="*/ 1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4">
                      <a:moveTo>
                        <a:pt x="0" y="10"/>
                      </a:moveTo>
                      <a:lnTo>
                        <a:pt x="0" y="10"/>
                      </a:lnTo>
                      <a:lnTo>
                        <a:pt x="0" y="314"/>
                      </a:lnTo>
                      <a:lnTo>
                        <a:pt x="0" y="314"/>
                      </a:lnTo>
                      <a:lnTo>
                        <a:pt x="2" y="318"/>
                      </a:lnTo>
                      <a:lnTo>
                        <a:pt x="4" y="322"/>
                      </a:lnTo>
                      <a:lnTo>
                        <a:pt x="8" y="322"/>
                      </a:lnTo>
                      <a:lnTo>
                        <a:pt x="10" y="324"/>
                      </a:lnTo>
                      <a:lnTo>
                        <a:pt x="14" y="322"/>
                      </a:lnTo>
                      <a:lnTo>
                        <a:pt x="18" y="322"/>
                      </a:lnTo>
                      <a:lnTo>
                        <a:pt x="20" y="318"/>
                      </a:lnTo>
                      <a:lnTo>
                        <a:pt x="20" y="314"/>
                      </a:lnTo>
                      <a:lnTo>
                        <a:pt x="20" y="314"/>
                      </a:lnTo>
                      <a:lnTo>
                        <a:pt x="20" y="10"/>
                      </a:lnTo>
                      <a:lnTo>
                        <a:pt x="20" y="10"/>
                      </a:lnTo>
                      <a:lnTo>
                        <a:pt x="20" y="6"/>
                      </a:lnTo>
                      <a:lnTo>
                        <a:pt x="18" y="2"/>
                      </a:lnTo>
                      <a:lnTo>
                        <a:pt x="14" y="0"/>
                      </a:lnTo>
                      <a:lnTo>
                        <a:pt x="10" y="0"/>
                      </a:lnTo>
                      <a:lnTo>
                        <a:pt x="8" y="0"/>
                      </a:lnTo>
                      <a:lnTo>
                        <a:pt x="4" y="2"/>
                      </a:lnTo>
                      <a:lnTo>
                        <a:pt x="2" y="6"/>
                      </a:lnTo>
                      <a:lnTo>
                        <a:pt x="0" y="10"/>
                      </a:lnTo>
                      <a:lnTo>
                        <a:pt x="0" y="1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0" name="Freeform 29"/>
                <p:cNvSpPr>
                  <a:spLocks/>
                </p:cNvSpPr>
                <p:nvPr userDrawn="1"/>
              </p:nvSpPr>
              <p:spPr bwMode="auto">
                <a:xfrm>
                  <a:off x="8535640" y="91935"/>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2 h 20"/>
                    <a:gd name="T12" fmla="*/ 0 w 54"/>
                    <a:gd name="T13" fmla="*/ 6 h 20"/>
                    <a:gd name="T14" fmla="*/ 0 w 54"/>
                    <a:gd name="T15" fmla="*/ 10 h 20"/>
                    <a:gd name="T16" fmla="*/ 0 w 54"/>
                    <a:gd name="T17" fmla="*/ 14 h 20"/>
                    <a:gd name="T18" fmla="*/ 2 w 54"/>
                    <a:gd name="T19" fmla="*/ 16 h 20"/>
                    <a:gd name="T20" fmla="*/ 4 w 54"/>
                    <a:gd name="T21" fmla="*/ 18 h 20"/>
                    <a:gd name="T22" fmla="*/ 8 w 54"/>
                    <a:gd name="T23" fmla="*/ 20 h 20"/>
                    <a:gd name="T24" fmla="*/ 8 w 54"/>
                    <a:gd name="T25" fmla="*/ 20 h 20"/>
                    <a:gd name="T26" fmla="*/ 44 w 54"/>
                    <a:gd name="T27" fmla="*/ 20 h 20"/>
                    <a:gd name="T28" fmla="*/ 44 w 54"/>
                    <a:gd name="T29" fmla="*/ 20 h 20"/>
                    <a:gd name="T30" fmla="*/ 48 w 54"/>
                    <a:gd name="T31" fmla="*/ 18 h 20"/>
                    <a:gd name="T32" fmla="*/ 52 w 54"/>
                    <a:gd name="T33" fmla="*/ 16 h 20"/>
                    <a:gd name="T34" fmla="*/ 54 w 54"/>
                    <a:gd name="T35" fmla="*/ 14 h 20"/>
                    <a:gd name="T36" fmla="*/ 54 w 54"/>
                    <a:gd name="T37" fmla="*/ 10 h 20"/>
                    <a:gd name="T38" fmla="*/ 54 w 54"/>
                    <a:gd name="T39" fmla="*/ 6 h 20"/>
                    <a:gd name="T40" fmla="*/ 52 w 54"/>
                    <a:gd name="T41" fmla="*/ 2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2"/>
                      </a:lnTo>
                      <a:lnTo>
                        <a:pt x="0" y="6"/>
                      </a:lnTo>
                      <a:lnTo>
                        <a:pt x="0" y="10"/>
                      </a:lnTo>
                      <a:lnTo>
                        <a:pt x="0" y="14"/>
                      </a:lnTo>
                      <a:lnTo>
                        <a:pt x="2" y="16"/>
                      </a:lnTo>
                      <a:lnTo>
                        <a:pt x="4" y="18"/>
                      </a:lnTo>
                      <a:lnTo>
                        <a:pt x="8" y="20"/>
                      </a:ln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1" name="Freeform 30"/>
                <p:cNvSpPr>
                  <a:spLocks/>
                </p:cNvSpPr>
                <p:nvPr userDrawn="1"/>
              </p:nvSpPr>
              <p:spPr bwMode="auto">
                <a:xfrm>
                  <a:off x="8535638" y="509027"/>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4 h 20"/>
                    <a:gd name="T12" fmla="*/ 0 w 54"/>
                    <a:gd name="T13" fmla="*/ 6 h 20"/>
                    <a:gd name="T14" fmla="*/ 0 w 54"/>
                    <a:gd name="T15" fmla="*/ 10 h 20"/>
                    <a:gd name="T16" fmla="*/ 0 w 54"/>
                    <a:gd name="T17" fmla="*/ 14 h 20"/>
                    <a:gd name="T18" fmla="*/ 2 w 54"/>
                    <a:gd name="T19" fmla="*/ 16 h 20"/>
                    <a:gd name="T20" fmla="*/ 4 w 54"/>
                    <a:gd name="T21" fmla="*/ 20 h 20"/>
                    <a:gd name="T22" fmla="*/ 8 w 54"/>
                    <a:gd name="T23" fmla="*/ 20 h 20"/>
                    <a:gd name="T24" fmla="*/ 8 w 54"/>
                    <a:gd name="T25" fmla="*/ 20 h 20"/>
                    <a:gd name="T26" fmla="*/ 44 w 54"/>
                    <a:gd name="T27" fmla="*/ 20 h 20"/>
                    <a:gd name="T28" fmla="*/ 44 w 54"/>
                    <a:gd name="T29" fmla="*/ 20 h 20"/>
                    <a:gd name="T30" fmla="*/ 48 w 54"/>
                    <a:gd name="T31" fmla="*/ 20 h 20"/>
                    <a:gd name="T32" fmla="*/ 52 w 54"/>
                    <a:gd name="T33" fmla="*/ 16 h 20"/>
                    <a:gd name="T34" fmla="*/ 54 w 54"/>
                    <a:gd name="T35" fmla="*/ 14 h 20"/>
                    <a:gd name="T36" fmla="*/ 54 w 54"/>
                    <a:gd name="T37" fmla="*/ 10 h 20"/>
                    <a:gd name="T38" fmla="*/ 54 w 54"/>
                    <a:gd name="T39" fmla="*/ 6 h 20"/>
                    <a:gd name="T40" fmla="*/ 52 w 54"/>
                    <a:gd name="T41" fmla="*/ 4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4"/>
                      </a:lnTo>
                      <a:lnTo>
                        <a:pt x="0" y="6"/>
                      </a:lnTo>
                      <a:lnTo>
                        <a:pt x="0" y="10"/>
                      </a:lnTo>
                      <a:lnTo>
                        <a:pt x="0" y="14"/>
                      </a:lnTo>
                      <a:lnTo>
                        <a:pt x="2" y="16"/>
                      </a:lnTo>
                      <a:lnTo>
                        <a:pt x="4" y="20"/>
                      </a:lnTo>
                      <a:lnTo>
                        <a:pt x="8" y="20"/>
                      </a:ln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2" name="Freeform 31"/>
                <p:cNvSpPr>
                  <a:spLocks/>
                </p:cNvSpPr>
                <p:nvPr userDrawn="1"/>
              </p:nvSpPr>
              <p:spPr bwMode="auto">
                <a:xfrm>
                  <a:off x="9010354" y="91935"/>
                  <a:ext cx="27440" cy="441787"/>
                </a:xfrm>
                <a:custGeom>
                  <a:avLst/>
                  <a:gdLst>
                    <a:gd name="T0" fmla="*/ 20 w 20"/>
                    <a:gd name="T1" fmla="*/ 312 h 322"/>
                    <a:gd name="T2" fmla="*/ 20 w 20"/>
                    <a:gd name="T3" fmla="*/ 312 h 322"/>
                    <a:gd name="T4" fmla="*/ 20 w 20"/>
                    <a:gd name="T5" fmla="*/ 10 h 322"/>
                    <a:gd name="T6" fmla="*/ 20 w 20"/>
                    <a:gd name="T7" fmla="*/ 10 h 322"/>
                    <a:gd name="T8" fmla="*/ 20 w 20"/>
                    <a:gd name="T9" fmla="*/ 6 h 322"/>
                    <a:gd name="T10" fmla="*/ 16 w 20"/>
                    <a:gd name="T11" fmla="*/ 2 h 322"/>
                    <a:gd name="T12" fmla="*/ 14 w 20"/>
                    <a:gd name="T13" fmla="*/ 0 h 322"/>
                    <a:gd name="T14" fmla="*/ 10 w 20"/>
                    <a:gd name="T15" fmla="*/ 0 h 322"/>
                    <a:gd name="T16" fmla="*/ 6 w 20"/>
                    <a:gd name="T17" fmla="*/ 0 h 322"/>
                    <a:gd name="T18" fmla="*/ 4 w 20"/>
                    <a:gd name="T19" fmla="*/ 2 h 322"/>
                    <a:gd name="T20" fmla="*/ 0 w 20"/>
                    <a:gd name="T21" fmla="*/ 6 h 322"/>
                    <a:gd name="T22" fmla="*/ 0 w 20"/>
                    <a:gd name="T23" fmla="*/ 10 h 322"/>
                    <a:gd name="T24" fmla="*/ 0 w 20"/>
                    <a:gd name="T25" fmla="*/ 10 h 322"/>
                    <a:gd name="T26" fmla="*/ 0 w 20"/>
                    <a:gd name="T27" fmla="*/ 312 h 322"/>
                    <a:gd name="T28" fmla="*/ 0 w 20"/>
                    <a:gd name="T29" fmla="*/ 312 h 322"/>
                    <a:gd name="T30" fmla="*/ 0 w 20"/>
                    <a:gd name="T31" fmla="*/ 316 h 322"/>
                    <a:gd name="T32" fmla="*/ 4 w 20"/>
                    <a:gd name="T33" fmla="*/ 320 h 322"/>
                    <a:gd name="T34" fmla="*/ 6 w 20"/>
                    <a:gd name="T35" fmla="*/ 322 h 322"/>
                    <a:gd name="T36" fmla="*/ 10 w 20"/>
                    <a:gd name="T37" fmla="*/ 322 h 322"/>
                    <a:gd name="T38" fmla="*/ 14 w 20"/>
                    <a:gd name="T39" fmla="*/ 322 h 322"/>
                    <a:gd name="T40" fmla="*/ 16 w 20"/>
                    <a:gd name="T41" fmla="*/ 320 h 322"/>
                    <a:gd name="T42" fmla="*/ 20 w 20"/>
                    <a:gd name="T43" fmla="*/ 316 h 322"/>
                    <a:gd name="T44" fmla="*/ 20 w 20"/>
                    <a:gd name="T45" fmla="*/ 312 h 322"/>
                    <a:gd name="T46" fmla="*/ 20 w 20"/>
                    <a:gd name="T47" fmla="*/ 31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2">
                      <a:moveTo>
                        <a:pt x="20" y="312"/>
                      </a:moveTo>
                      <a:lnTo>
                        <a:pt x="20" y="312"/>
                      </a:lnTo>
                      <a:lnTo>
                        <a:pt x="20" y="10"/>
                      </a:lnTo>
                      <a:lnTo>
                        <a:pt x="20" y="10"/>
                      </a:lnTo>
                      <a:lnTo>
                        <a:pt x="20" y="6"/>
                      </a:lnTo>
                      <a:lnTo>
                        <a:pt x="16" y="2"/>
                      </a:lnTo>
                      <a:lnTo>
                        <a:pt x="14" y="0"/>
                      </a:lnTo>
                      <a:lnTo>
                        <a:pt x="10" y="0"/>
                      </a:lnTo>
                      <a:lnTo>
                        <a:pt x="6" y="0"/>
                      </a:lnTo>
                      <a:lnTo>
                        <a:pt x="4" y="2"/>
                      </a:lnTo>
                      <a:lnTo>
                        <a:pt x="0" y="6"/>
                      </a:lnTo>
                      <a:lnTo>
                        <a:pt x="0" y="10"/>
                      </a:lnTo>
                      <a:lnTo>
                        <a:pt x="0" y="10"/>
                      </a:lnTo>
                      <a:lnTo>
                        <a:pt x="0" y="312"/>
                      </a:lnTo>
                      <a:lnTo>
                        <a:pt x="0" y="312"/>
                      </a:lnTo>
                      <a:lnTo>
                        <a:pt x="0" y="316"/>
                      </a:lnTo>
                      <a:lnTo>
                        <a:pt x="4" y="320"/>
                      </a:lnTo>
                      <a:lnTo>
                        <a:pt x="6" y="322"/>
                      </a:lnTo>
                      <a:lnTo>
                        <a:pt x="10" y="322"/>
                      </a:lnTo>
                      <a:lnTo>
                        <a:pt x="14" y="322"/>
                      </a:lnTo>
                      <a:lnTo>
                        <a:pt x="16" y="320"/>
                      </a:lnTo>
                      <a:lnTo>
                        <a:pt x="20" y="316"/>
                      </a:lnTo>
                      <a:lnTo>
                        <a:pt x="20" y="312"/>
                      </a:lnTo>
                      <a:lnTo>
                        <a:pt x="20" y="312"/>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3" name="Freeform 32"/>
                <p:cNvSpPr>
                  <a:spLocks/>
                </p:cNvSpPr>
                <p:nvPr userDrawn="1"/>
              </p:nvSpPr>
              <p:spPr bwMode="auto">
                <a:xfrm>
                  <a:off x="8963705" y="506283"/>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20 h 20"/>
                    <a:gd name="T10" fmla="*/ 52 w 54"/>
                    <a:gd name="T11" fmla="*/ 16 h 20"/>
                    <a:gd name="T12" fmla="*/ 54 w 54"/>
                    <a:gd name="T13" fmla="*/ 14 h 20"/>
                    <a:gd name="T14" fmla="*/ 54 w 54"/>
                    <a:gd name="T15" fmla="*/ 10 h 20"/>
                    <a:gd name="T16" fmla="*/ 54 w 54"/>
                    <a:gd name="T17" fmla="*/ 6 h 20"/>
                    <a:gd name="T18" fmla="*/ 52 w 54"/>
                    <a:gd name="T19" fmla="*/ 4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4 h 20"/>
                    <a:gd name="T34" fmla="*/ 0 w 54"/>
                    <a:gd name="T35" fmla="*/ 6 h 20"/>
                    <a:gd name="T36" fmla="*/ 0 w 54"/>
                    <a:gd name="T37" fmla="*/ 10 h 20"/>
                    <a:gd name="T38" fmla="*/ 0 w 54"/>
                    <a:gd name="T39" fmla="*/ 14 h 20"/>
                    <a:gd name="T40" fmla="*/ 2 w 54"/>
                    <a:gd name="T41" fmla="*/ 16 h 20"/>
                    <a:gd name="T42" fmla="*/ 4 w 54"/>
                    <a:gd name="T43" fmla="*/ 20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lnTo>
                        <a:pt x="8" y="0"/>
                      </a:lnTo>
                      <a:lnTo>
                        <a:pt x="8" y="0"/>
                      </a:lnTo>
                      <a:lnTo>
                        <a:pt x="4" y="0"/>
                      </a:lnTo>
                      <a:lnTo>
                        <a:pt x="2" y="4"/>
                      </a:lnTo>
                      <a:lnTo>
                        <a:pt x="0" y="6"/>
                      </a:lnTo>
                      <a:lnTo>
                        <a:pt x="0" y="10"/>
                      </a:lnTo>
                      <a:lnTo>
                        <a:pt x="0" y="14"/>
                      </a:lnTo>
                      <a:lnTo>
                        <a:pt x="2" y="16"/>
                      </a:lnTo>
                      <a:lnTo>
                        <a:pt x="4" y="20"/>
                      </a:lnTo>
                      <a:lnTo>
                        <a:pt x="8" y="20"/>
                      </a:lnTo>
                      <a:lnTo>
                        <a:pt x="8" y="2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4" name="Freeform 33"/>
                <p:cNvSpPr>
                  <a:spLocks/>
                </p:cNvSpPr>
                <p:nvPr userDrawn="1"/>
              </p:nvSpPr>
              <p:spPr bwMode="auto">
                <a:xfrm>
                  <a:off x="8963705" y="91935"/>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18 h 20"/>
                    <a:gd name="T10" fmla="*/ 52 w 54"/>
                    <a:gd name="T11" fmla="*/ 16 h 20"/>
                    <a:gd name="T12" fmla="*/ 54 w 54"/>
                    <a:gd name="T13" fmla="*/ 14 h 20"/>
                    <a:gd name="T14" fmla="*/ 54 w 54"/>
                    <a:gd name="T15" fmla="*/ 10 h 20"/>
                    <a:gd name="T16" fmla="*/ 54 w 54"/>
                    <a:gd name="T17" fmla="*/ 6 h 20"/>
                    <a:gd name="T18" fmla="*/ 52 w 54"/>
                    <a:gd name="T19" fmla="*/ 2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2 h 20"/>
                    <a:gd name="T34" fmla="*/ 0 w 54"/>
                    <a:gd name="T35" fmla="*/ 6 h 20"/>
                    <a:gd name="T36" fmla="*/ 0 w 54"/>
                    <a:gd name="T37" fmla="*/ 10 h 20"/>
                    <a:gd name="T38" fmla="*/ 0 w 54"/>
                    <a:gd name="T39" fmla="*/ 14 h 20"/>
                    <a:gd name="T40" fmla="*/ 2 w 54"/>
                    <a:gd name="T41" fmla="*/ 16 h 20"/>
                    <a:gd name="T42" fmla="*/ 4 w 54"/>
                    <a:gd name="T43" fmla="*/ 18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lnTo>
                        <a:pt x="8" y="0"/>
                      </a:lnTo>
                      <a:lnTo>
                        <a:pt x="8" y="0"/>
                      </a:lnTo>
                      <a:lnTo>
                        <a:pt x="4" y="0"/>
                      </a:lnTo>
                      <a:lnTo>
                        <a:pt x="2" y="2"/>
                      </a:lnTo>
                      <a:lnTo>
                        <a:pt x="0" y="6"/>
                      </a:lnTo>
                      <a:lnTo>
                        <a:pt x="0" y="10"/>
                      </a:lnTo>
                      <a:lnTo>
                        <a:pt x="0" y="14"/>
                      </a:lnTo>
                      <a:lnTo>
                        <a:pt x="2" y="16"/>
                      </a:lnTo>
                      <a:lnTo>
                        <a:pt x="4" y="18"/>
                      </a:lnTo>
                      <a:lnTo>
                        <a:pt x="8" y="20"/>
                      </a:lnTo>
                      <a:lnTo>
                        <a:pt x="8" y="2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
          <p:nvSpPr>
            <p:cNvPr id="30" name="TextBox 27"/>
            <p:cNvSpPr txBox="1"/>
            <p:nvPr userDrawn="1"/>
          </p:nvSpPr>
          <p:spPr>
            <a:xfrm rot="16200000">
              <a:off x="10888482" y="237391"/>
              <a:ext cx="269659" cy="72461"/>
            </a:xfrm>
            <a:prstGeom prst="rect">
              <a:avLst/>
            </a:prstGeom>
            <a:noFill/>
          </p:spPr>
          <p:txBody>
            <a:bodyPr wrap="square" lIns="0" tIns="0" rIns="0" bIns="10800" rtlCol="0">
              <a:spAutoFit/>
            </a:bodyPr>
            <a:lstStyle/>
            <a:p>
              <a:pPr algn="ctr"/>
              <a:r>
                <a:rPr lang="en-GB" sz="400" dirty="0">
                  <a:solidFill>
                    <a:srgbClr val="7F7F7F"/>
                  </a:solidFill>
                </a:rPr>
                <a:t>Confidential</a:t>
              </a:r>
            </a:p>
          </p:txBody>
        </p:sp>
      </p:grpSp>
    </p:spTree>
    <p:extLst>
      <p:ext uri="{BB962C8B-B14F-4D97-AF65-F5344CB8AC3E}">
        <p14:creationId xmlns:p14="http://schemas.microsoft.com/office/powerpoint/2010/main" val="1391333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_0" userDrawn="1">
  <p:cSld name="Cover with photo background ll">
    <p:bg>
      <p:bgPr>
        <a:solidFill>
          <a:schemeClr val="bg1"/>
        </a:solidFill>
        <a:effectLst/>
      </p:bgPr>
    </p:bg>
    <p:spTree>
      <p:nvGrpSpPr>
        <p:cNvPr id="1" name=""/>
        <p:cNvGrpSpPr/>
        <p:nvPr/>
      </p:nvGrpSpPr>
      <p:grpSpPr>
        <a:xfrm>
          <a:off x="0" y="0"/>
          <a:ext cx="0" cy="0"/>
          <a:chOff x="0" y="0"/>
          <a:chExt cx="0" cy="0"/>
        </a:xfrm>
      </p:grpSpPr>
      <p:sp>
        <p:nvSpPr>
          <p:cNvPr id="61" name="Picture Placeholder 6"/>
          <p:cNvSpPr>
            <a:spLocks noGrp="1"/>
          </p:cNvSpPr>
          <p:nvPr>
            <p:ph type="pic" sz="quarter" idx="12" hasCustomPrompt="1"/>
          </p:nvPr>
        </p:nvSpPr>
        <p:spPr>
          <a:xfrm>
            <a:off x="0" y="-1588"/>
            <a:ext cx="9144000" cy="6858000"/>
          </a:xfrm>
          <a:solidFill>
            <a:schemeClr val="accent4"/>
          </a:solidFill>
        </p:spPr>
        <p:txBody>
          <a:bodyPr anchor="ctr">
            <a:normAutofit/>
          </a:bodyPr>
          <a:lstStyle>
            <a:lvl1pPr marL="0" indent="0" algn="ctr">
              <a:buNone/>
              <a:defRPr sz="1800" b="1" baseline="0"/>
            </a:lvl1pPr>
          </a:lstStyle>
          <a:p>
            <a:pPr lvl="0"/>
            <a:r>
              <a:rPr lang="en-GB" noProof="0" dirty="0"/>
              <a:t>                                                          &lt;  Insert your picture here</a:t>
            </a:r>
          </a:p>
        </p:txBody>
      </p:sp>
      <p:sp>
        <p:nvSpPr>
          <p:cNvPr id="86" name="Freeform 31"/>
          <p:cNvSpPr>
            <a:spLocks/>
          </p:cNvSpPr>
          <p:nvPr userDrawn="1"/>
        </p:nvSpPr>
        <p:spPr bwMode="auto">
          <a:xfrm>
            <a:off x="28581" y="298463"/>
            <a:ext cx="9084469" cy="6257925"/>
          </a:xfrm>
          <a:custGeom>
            <a:avLst/>
            <a:gdLst>
              <a:gd name="T0" fmla="*/ 0 w 7630"/>
              <a:gd name="T1" fmla="*/ 1263 h 3942"/>
              <a:gd name="T2" fmla="*/ 0 w 7630"/>
              <a:gd name="T3" fmla="*/ 3942 h 3942"/>
              <a:gd name="T4" fmla="*/ 7630 w 7630"/>
              <a:gd name="T5" fmla="*/ 3942 h 3942"/>
              <a:gd name="T6" fmla="*/ 7630 w 7630"/>
              <a:gd name="T7" fmla="*/ 0 h 3942"/>
            </a:gdLst>
            <a:ahLst/>
            <a:cxnLst>
              <a:cxn ang="0">
                <a:pos x="T0" y="T1"/>
              </a:cxn>
              <a:cxn ang="0">
                <a:pos x="T2" y="T3"/>
              </a:cxn>
              <a:cxn ang="0">
                <a:pos x="T4" y="T5"/>
              </a:cxn>
              <a:cxn ang="0">
                <a:pos x="T6" y="T7"/>
              </a:cxn>
            </a:cxnLst>
            <a:rect l="0" t="0" r="r" b="b"/>
            <a:pathLst>
              <a:path w="7630" h="3942">
                <a:moveTo>
                  <a:pt x="0" y="1263"/>
                </a:moveTo>
                <a:lnTo>
                  <a:pt x="0" y="3942"/>
                </a:lnTo>
                <a:lnTo>
                  <a:pt x="7630" y="3942"/>
                </a:lnTo>
                <a:lnTo>
                  <a:pt x="7630" y="0"/>
                </a:lnTo>
              </a:path>
            </a:pathLst>
          </a:custGeom>
          <a:noFill/>
          <a:ln>
            <a:noFill/>
          </a:ln>
          <a:extLst>
            <a:ext uri="{909E8E84-426E-40dd-AFC4-6F175D3DCCD1}">
              <a14:hiddenFill xmlns:a14="http://schemas.microsoft.com/office/drawing/2010/main" xmlns:p14="http://schemas.microsoft.com/office/powerpoint/2010/main" xmlns="">
                <a:solidFill>
                  <a:srgbClr val="FFFFFF"/>
                </a:solidFill>
              </a14:hiddenFill>
            </a:ex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s-ES" sz="1350"/>
          </a:p>
        </p:txBody>
      </p:sp>
      <p:sp>
        <p:nvSpPr>
          <p:cNvPr id="95" name="Title 1"/>
          <p:cNvSpPr>
            <a:spLocks noGrp="1"/>
          </p:cNvSpPr>
          <p:nvPr>
            <p:ph type="title"/>
          </p:nvPr>
        </p:nvSpPr>
        <p:spPr>
          <a:xfrm>
            <a:off x="432354" y="2670166"/>
            <a:ext cx="3451188" cy="1178168"/>
          </a:xfrm>
        </p:spPr>
        <p:txBody>
          <a:bodyPr anchor="t"/>
          <a:lstStyle>
            <a:lvl1pPr>
              <a:lnSpc>
                <a:spcPct val="100000"/>
              </a:lnSpc>
              <a:defRPr baseline="0">
                <a:solidFill>
                  <a:schemeClr val="tx2"/>
                </a:solidFill>
                <a:latin typeface="+mj-lt"/>
              </a:defRPr>
            </a:lvl1pPr>
          </a:lstStyle>
          <a:p>
            <a:r>
              <a:rPr lang="en-US" noProof="0"/>
              <a:t>Click to edit Master title style</a:t>
            </a:r>
            <a:endParaRPr lang="en-GB" noProof="0" dirty="0"/>
          </a:p>
        </p:txBody>
      </p:sp>
      <p:sp>
        <p:nvSpPr>
          <p:cNvPr id="96" name="Text Placeholder 19"/>
          <p:cNvSpPr>
            <a:spLocks noGrp="1"/>
          </p:cNvSpPr>
          <p:nvPr>
            <p:ph type="body" sz="quarter" idx="13"/>
          </p:nvPr>
        </p:nvSpPr>
        <p:spPr>
          <a:xfrm>
            <a:off x="432199" y="4005062"/>
            <a:ext cx="3451622" cy="498992"/>
          </a:xfrm>
        </p:spPr>
        <p:txBody>
          <a:bodyPr>
            <a:noAutofit/>
          </a:bodyPr>
          <a:lstStyle>
            <a:lvl1pPr marL="0" indent="0">
              <a:lnSpc>
                <a:spcPct val="100000"/>
              </a:lnSpc>
              <a:buNone/>
              <a:defRPr sz="1800" baseline="0">
                <a:solidFill>
                  <a:schemeClr val="accent2"/>
                </a:solidFill>
                <a:latin typeface="+mj-lt"/>
              </a:defRPr>
            </a:lvl1pPr>
            <a:lvl2pPr marL="342875" indent="0">
              <a:buNone/>
              <a:defRPr sz="1200">
                <a:solidFill>
                  <a:schemeClr val="accent2"/>
                </a:solidFill>
                <a:latin typeface="+mj-lt"/>
              </a:defRPr>
            </a:lvl2pPr>
            <a:lvl3pPr marL="685749" indent="0">
              <a:buNone/>
              <a:defRPr sz="1050">
                <a:solidFill>
                  <a:schemeClr val="accent2"/>
                </a:solidFill>
                <a:latin typeface="+mj-lt"/>
              </a:defRPr>
            </a:lvl3pPr>
            <a:lvl4pPr marL="1028624" indent="0">
              <a:buNone/>
              <a:defRPr sz="900">
                <a:solidFill>
                  <a:schemeClr val="accent2"/>
                </a:solidFill>
                <a:latin typeface="+mj-lt"/>
              </a:defRPr>
            </a:lvl4pPr>
            <a:lvl5pPr marL="1371498" indent="0">
              <a:buNone/>
              <a:defRPr sz="900">
                <a:solidFill>
                  <a:schemeClr val="accent2"/>
                </a:solidFill>
                <a:latin typeface="+mj-lt"/>
              </a:defRPr>
            </a:lvl5pPr>
          </a:lstStyle>
          <a:p>
            <a:pPr lvl="0"/>
            <a:r>
              <a:rPr lang="en-US" noProof="0"/>
              <a:t>Click to edit Master text styles</a:t>
            </a:r>
          </a:p>
        </p:txBody>
      </p:sp>
      <p:sp>
        <p:nvSpPr>
          <p:cNvPr id="9" name="Text Placeholder 97"/>
          <p:cNvSpPr>
            <a:spLocks noGrp="1"/>
          </p:cNvSpPr>
          <p:nvPr>
            <p:ph type="body" sz="quarter" idx="15" hasCustomPrompt="1"/>
          </p:nvPr>
        </p:nvSpPr>
        <p:spPr>
          <a:xfrm>
            <a:off x="432360" y="5513064"/>
            <a:ext cx="1964401" cy="1058862"/>
          </a:xfrm>
        </p:spPr>
        <p:txBody>
          <a:bodyPr anchor="b">
            <a:normAutofit/>
          </a:bodyPr>
          <a:lstStyle>
            <a:lvl1pPr marL="0" indent="0">
              <a:lnSpc>
                <a:spcPct val="100000"/>
              </a:lnSpc>
              <a:spcBef>
                <a:spcPts val="0"/>
              </a:spcBef>
              <a:buNone/>
              <a:defRPr sz="1200" baseline="0"/>
            </a:lvl1pPr>
          </a:lstStyle>
          <a:p>
            <a:pPr lvl="0"/>
            <a:r>
              <a:rPr lang="en-GB" noProof="0" dirty="0"/>
              <a:t>Insert Author, </a:t>
            </a:r>
            <a:br>
              <a:rPr lang="en-GB" noProof="0" dirty="0"/>
            </a:br>
            <a:r>
              <a:rPr lang="en-GB" noProof="0" dirty="0"/>
              <a:t>department, </a:t>
            </a:r>
            <a:br>
              <a:rPr lang="en-GB" noProof="0" dirty="0"/>
            </a:br>
            <a:r>
              <a:rPr lang="en-GB" noProof="0" dirty="0"/>
              <a:t>date, place</a:t>
            </a:r>
          </a:p>
        </p:txBody>
      </p:sp>
      <p:sp>
        <p:nvSpPr>
          <p:cNvPr id="4" name="AutoShape 3"/>
          <p:cNvSpPr>
            <a:spLocks noChangeAspect="1" noChangeArrowheads="1" noTextEdit="1"/>
          </p:cNvSpPr>
          <p:nvPr userDrawn="1"/>
        </p:nvSpPr>
        <p:spPr bwMode="auto">
          <a:xfrm>
            <a:off x="3113491" y="1608141"/>
            <a:ext cx="2917031"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endParaRPr lang="es-ES" sz="1350"/>
          </a:p>
        </p:txBody>
      </p:sp>
      <p:sp>
        <p:nvSpPr>
          <p:cNvPr id="19" name="Freeform 5"/>
          <p:cNvSpPr>
            <a:spLocks noEditPoints="1"/>
          </p:cNvSpPr>
          <p:nvPr userDrawn="1"/>
        </p:nvSpPr>
        <p:spPr bwMode="auto">
          <a:xfrm>
            <a:off x="7877060" y="188038"/>
            <a:ext cx="998445" cy="138398"/>
          </a:xfrm>
          <a:custGeom>
            <a:avLst/>
            <a:gdLst>
              <a:gd name="T0" fmla="*/ 246 w 363"/>
              <a:gd name="T1" fmla="*/ 48 h 48"/>
              <a:gd name="T2" fmla="*/ 262 w 363"/>
              <a:gd name="T3" fmla="*/ 39 h 48"/>
              <a:gd name="T4" fmla="*/ 238 w 363"/>
              <a:gd name="T5" fmla="*/ 39 h 48"/>
              <a:gd name="T6" fmla="*/ 259 w 363"/>
              <a:gd name="T7" fmla="*/ 27 h 48"/>
              <a:gd name="T8" fmla="*/ 238 w 363"/>
              <a:gd name="T9" fmla="*/ 19 h 48"/>
              <a:gd name="T10" fmla="*/ 248 w 363"/>
              <a:gd name="T11" fmla="*/ 8 h 48"/>
              <a:gd name="T12" fmla="*/ 261 w 363"/>
              <a:gd name="T13" fmla="*/ 1 h 48"/>
              <a:gd name="T14" fmla="*/ 228 w 363"/>
              <a:gd name="T15" fmla="*/ 2 h 48"/>
              <a:gd name="T16" fmla="*/ 81 w 363"/>
              <a:gd name="T17" fmla="*/ 27 h 48"/>
              <a:gd name="T18" fmla="*/ 79 w 363"/>
              <a:gd name="T19" fmla="*/ 27 h 48"/>
              <a:gd name="T20" fmla="*/ 62 w 363"/>
              <a:gd name="T21" fmla="*/ 0 h 48"/>
              <a:gd name="T22" fmla="*/ 52 w 363"/>
              <a:gd name="T23" fmla="*/ 47 h 48"/>
              <a:gd name="T24" fmla="*/ 65 w 363"/>
              <a:gd name="T25" fmla="*/ 15 h 48"/>
              <a:gd name="T26" fmla="*/ 80 w 363"/>
              <a:gd name="T27" fmla="*/ 42 h 48"/>
              <a:gd name="T28" fmla="*/ 95 w 363"/>
              <a:gd name="T29" fmla="*/ 15 h 48"/>
              <a:gd name="T30" fmla="*/ 108 w 363"/>
              <a:gd name="T31" fmla="*/ 47 h 48"/>
              <a:gd name="T32" fmla="*/ 98 w 363"/>
              <a:gd name="T33" fmla="*/ 0 h 48"/>
              <a:gd name="T34" fmla="*/ 81 w 363"/>
              <a:gd name="T35" fmla="*/ 27 h 48"/>
              <a:gd name="T36" fmla="*/ 17 w 363"/>
              <a:gd name="T37" fmla="*/ 40 h 48"/>
              <a:gd name="T38" fmla="*/ 18 w 363"/>
              <a:gd name="T39" fmla="*/ 27 h 48"/>
              <a:gd name="T40" fmla="*/ 29 w 363"/>
              <a:gd name="T41" fmla="*/ 37 h 48"/>
              <a:gd name="T42" fmla="*/ 3 w 363"/>
              <a:gd name="T43" fmla="*/ 3 h 48"/>
              <a:gd name="T44" fmla="*/ 20 w 363"/>
              <a:gd name="T45" fmla="*/ 9 h 48"/>
              <a:gd name="T46" fmla="*/ 29 w 363"/>
              <a:gd name="T47" fmla="*/ 19 h 48"/>
              <a:gd name="T48" fmla="*/ 0 w 363"/>
              <a:gd name="T49" fmla="*/ 34 h 48"/>
              <a:gd name="T50" fmla="*/ 29 w 363"/>
              <a:gd name="T51" fmla="*/ 44 h 48"/>
              <a:gd name="T52" fmla="*/ 39 w 363"/>
              <a:gd name="T53" fmla="*/ 13 h 48"/>
              <a:gd name="T54" fmla="*/ 147 w 363"/>
              <a:gd name="T55" fmla="*/ 37 h 48"/>
              <a:gd name="T56" fmla="*/ 128 w 363"/>
              <a:gd name="T57" fmla="*/ 34 h 48"/>
              <a:gd name="T58" fmla="*/ 147 w 363"/>
              <a:gd name="T59" fmla="*/ 26 h 48"/>
              <a:gd name="T60" fmla="*/ 141 w 363"/>
              <a:gd name="T61" fmla="*/ 0 h 48"/>
              <a:gd name="T62" fmla="*/ 124 w 363"/>
              <a:gd name="T63" fmla="*/ 11 h 48"/>
              <a:gd name="T64" fmla="*/ 147 w 363"/>
              <a:gd name="T65" fmla="*/ 16 h 48"/>
              <a:gd name="T66" fmla="*/ 138 w 363"/>
              <a:gd name="T67" fmla="*/ 19 h 48"/>
              <a:gd name="T68" fmla="*/ 133 w 363"/>
              <a:gd name="T69" fmla="*/ 48 h 48"/>
              <a:gd name="T70" fmla="*/ 158 w 363"/>
              <a:gd name="T71" fmla="*/ 46 h 48"/>
              <a:gd name="T72" fmla="*/ 141 w 363"/>
              <a:gd name="T73" fmla="*/ 0 h 48"/>
              <a:gd name="T74" fmla="*/ 293 w 363"/>
              <a:gd name="T75" fmla="*/ 39 h 48"/>
              <a:gd name="T76" fmla="*/ 284 w 363"/>
              <a:gd name="T77" fmla="*/ 0 h 48"/>
              <a:gd name="T78" fmla="*/ 274 w 363"/>
              <a:gd name="T79" fmla="*/ 1 h 48"/>
              <a:gd name="T80" fmla="*/ 290 w 363"/>
              <a:gd name="T81" fmla="*/ 48 h 48"/>
              <a:gd name="T82" fmla="*/ 316 w 363"/>
              <a:gd name="T83" fmla="*/ 46 h 48"/>
              <a:gd name="T84" fmla="*/ 308 w 363"/>
              <a:gd name="T85" fmla="*/ 0 h 48"/>
              <a:gd name="T86" fmla="*/ 305 w 363"/>
              <a:gd name="T87" fmla="*/ 35 h 48"/>
              <a:gd name="T88" fmla="*/ 344 w 363"/>
              <a:gd name="T89" fmla="*/ 48 h 48"/>
              <a:gd name="T90" fmla="*/ 348 w 363"/>
              <a:gd name="T91" fmla="*/ 19 h 48"/>
              <a:gd name="T92" fmla="*/ 347 w 363"/>
              <a:gd name="T93" fmla="*/ 8 h 48"/>
              <a:gd name="T94" fmla="*/ 361 w 363"/>
              <a:gd name="T95" fmla="*/ 3 h 48"/>
              <a:gd name="T96" fmla="*/ 329 w 363"/>
              <a:gd name="T97" fmla="*/ 13 h 48"/>
              <a:gd name="T98" fmla="*/ 352 w 363"/>
              <a:gd name="T99" fmla="*/ 34 h 48"/>
              <a:gd name="T100" fmla="*/ 330 w 363"/>
              <a:gd name="T101" fmla="*/ 38 h 48"/>
              <a:gd name="T102" fmla="*/ 183 w 363"/>
              <a:gd name="T103" fmla="*/ 9 h 48"/>
              <a:gd name="T104" fmla="*/ 205 w 363"/>
              <a:gd name="T105" fmla="*/ 23 h 48"/>
              <a:gd name="T106" fmla="*/ 183 w 363"/>
              <a:gd name="T107" fmla="*/ 39 h 48"/>
              <a:gd name="T108" fmla="*/ 192 w 363"/>
              <a:gd name="T109" fmla="*/ 0 h 48"/>
              <a:gd name="T110" fmla="*/ 173 w 363"/>
              <a:gd name="T111" fmla="*/ 46 h 48"/>
              <a:gd name="T112" fmla="*/ 216 w 363"/>
              <a:gd name="T113" fmla="*/ 2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3" h="48">
                <a:moveTo>
                  <a:pt x="228" y="46"/>
                </a:moveTo>
                <a:cubicBezTo>
                  <a:pt x="228" y="46"/>
                  <a:pt x="236" y="48"/>
                  <a:pt x="246" y="48"/>
                </a:cubicBezTo>
                <a:cubicBezTo>
                  <a:pt x="257" y="48"/>
                  <a:pt x="262" y="47"/>
                  <a:pt x="262" y="47"/>
                </a:cubicBezTo>
                <a:cubicBezTo>
                  <a:pt x="262" y="39"/>
                  <a:pt x="262" y="39"/>
                  <a:pt x="262" y="39"/>
                </a:cubicBezTo>
                <a:cubicBezTo>
                  <a:pt x="262" y="39"/>
                  <a:pt x="257" y="40"/>
                  <a:pt x="249" y="40"/>
                </a:cubicBezTo>
                <a:cubicBezTo>
                  <a:pt x="242" y="40"/>
                  <a:pt x="238" y="39"/>
                  <a:pt x="238" y="39"/>
                </a:cubicBezTo>
                <a:cubicBezTo>
                  <a:pt x="238" y="27"/>
                  <a:pt x="238" y="27"/>
                  <a:pt x="238" y="27"/>
                </a:cubicBezTo>
                <a:cubicBezTo>
                  <a:pt x="259" y="27"/>
                  <a:pt x="259" y="27"/>
                  <a:pt x="259" y="27"/>
                </a:cubicBezTo>
                <a:cubicBezTo>
                  <a:pt x="259" y="19"/>
                  <a:pt x="259" y="19"/>
                  <a:pt x="259" y="19"/>
                </a:cubicBezTo>
                <a:cubicBezTo>
                  <a:pt x="238" y="19"/>
                  <a:pt x="238" y="19"/>
                  <a:pt x="238" y="19"/>
                </a:cubicBezTo>
                <a:cubicBezTo>
                  <a:pt x="238" y="9"/>
                  <a:pt x="238" y="9"/>
                  <a:pt x="238" y="9"/>
                </a:cubicBezTo>
                <a:cubicBezTo>
                  <a:pt x="238" y="9"/>
                  <a:pt x="242" y="8"/>
                  <a:pt x="248" y="8"/>
                </a:cubicBezTo>
                <a:cubicBezTo>
                  <a:pt x="255" y="8"/>
                  <a:pt x="261" y="9"/>
                  <a:pt x="261" y="9"/>
                </a:cubicBezTo>
                <a:cubicBezTo>
                  <a:pt x="261" y="1"/>
                  <a:pt x="261" y="1"/>
                  <a:pt x="261" y="1"/>
                </a:cubicBezTo>
                <a:cubicBezTo>
                  <a:pt x="261" y="1"/>
                  <a:pt x="256" y="0"/>
                  <a:pt x="247" y="0"/>
                </a:cubicBezTo>
                <a:cubicBezTo>
                  <a:pt x="236" y="0"/>
                  <a:pt x="228" y="2"/>
                  <a:pt x="228" y="2"/>
                </a:cubicBezTo>
                <a:lnTo>
                  <a:pt x="228" y="46"/>
                </a:lnTo>
                <a:close/>
                <a:moveTo>
                  <a:pt x="81" y="27"/>
                </a:moveTo>
                <a:cubicBezTo>
                  <a:pt x="81" y="28"/>
                  <a:pt x="80" y="29"/>
                  <a:pt x="80" y="30"/>
                </a:cubicBezTo>
                <a:cubicBezTo>
                  <a:pt x="80" y="29"/>
                  <a:pt x="80" y="28"/>
                  <a:pt x="79" y="27"/>
                </a:cubicBezTo>
                <a:cubicBezTo>
                  <a:pt x="70" y="4"/>
                  <a:pt x="70" y="4"/>
                  <a:pt x="70" y="4"/>
                </a:cubicBezTo>
                <a:cubicBezTo>
                  <a:pt x="69" y="0"/>
                  <a:pt x="66" y="0"/>
                  <a:pt x="62" y="0"/>
                </a:cubicBezTo>
                <a:cubicBezTo>
                  <a:pt x="60" y="0"/>
                  <a:pt x="57" y="0"/>
                  <a:pt x="57" y="0"/>
                </a:cubicBezTo>
                <a:cubicBezTo>
                  <a:pt x="52" y="47"/>
                  <a:pt x="52" y="47"/>
                  <a:pt x="52" y="47"/>
                </a:cubicBezTo>
                <a:cubicBezTo>
                  <a:pt x="63" y="47"/>
                  <a:pt x="63" y="47"/>
                  <a:pt x="63" y="47"/>
                </a:cubicBezTo>
                <a:cubicBezTo>
                  <a:pt x="65" y="15"/>
                  <a:pt x="65" y="15"/>
                  <a:pt x="65" y="15"/>
                </a:cubicBezTo>
                <a:cubicBezTo>
                  <a:pt x="75" y="39"/>
                  <a:pt x="75" y="39"/>
                  <a:pt x="75" y="39"/>
                </a:cubicBezTo>
                <a:cubicBezTo>
                  <a:pt x="76" y="41"/>
                  <a:pt x="77" y="42"/>
                  <a:pt x="80" y="42"/>
                </a:cubicBezTo>
                <a:cubicBezTo>
                  <a:pt x="83" y="42"/>
                  <a:pt x="85" y="41"/>
                  <a:pt x="85" y="39"/>
                </a:cubicBezTo>
                <a:cubicBezTo>
                  <a:pt x="95" y="15"/>
                  <a:pt x="95" y="15"/>
                  <a:pt x="95" y="15"/>
                </a:cubicBezTo>
                <a:cubicBezTo>
                  <a:pt x="97" y="47"/>
                  <a:pt x="97" y="47"/>
                  <a:pt x="97" y="47"/>
                </a:cubicBezTo>
                <a:cubicBezTo>
                  <a:pt x="108" y="47"/>
                  <a:pt x="108" y="47"/>
                  <a:pt x="108" y="47"/>
                </a:cubicBezTo>
                <a:cubicBezTo>
                  <a:pt x="103" y="0"/>
                  <a:pt x="103" y="0"/>
                  <a:pt x="103" y="0"/>
                </a:cubicBezTo>
                <a:cubicBezTo>
                  <a:pt x="103" y="0"/>
                  <a:pt x="100" y="0"/>
                  <a:pt x="98" y="0"/>
                </a:cubicBezTo>
                <a:cubicBezTo>
                  <a:pt x="94" y="0"/>
                  <a:pt x="92" y="0"/>
                  <a:pt x="90" y="4"/>
                </a:cubicBezTo>
                <a:lnTo>
                  <a:pt x="81" y="27"/>
                </a:lnTo>
                <a:close/>
                <a:moveTo>
                  <a:pt x="29" y="37"/>
                </a:moveTo>
                <a:cubicBezTo>
                  <a:pt x="27" y="38"/>
                  <a:pt x="21" y="40"/>
                  <a:pt x="17" y="40"/>
                </a:cubicBezTo>
                <a:cubicBezTo>
                  <a:pt x="13" y="40"/>
                  <a:pt x="10" y="38"/>
                  <a:pt x="10" y="34"/>
                </a:cubicBezTo>
                <a:cubicBezTo>
                  <a:pt x="10" y="29"/>
                  <a:pt x="12" y="27"/>
                  <a:pt x="18" y="27"/>
                </a:cubicBezTo>
                <a:cubicBezTo>
                  <a:pt x="29" y="26"/>
                  <a:pt x="29" y="26"/>
                  <a:pt x="29" y="26"/>
                </a:cubicBezTo>
                <a:lnTo>
                  <a:pt x="29" y="37"/>
                </a:lnTo>
                <a:close/>
                <a:moveTo>
                  <a:pt x="23" y="0"/>
                </a:moveTo>
                <a:cubicBezTo>
                  <a:pt x="14" y="0"/>
                  <a:pt x="6" y="2"/>
                  <a:pt x="3" y="3"/>
                </a:cubicBezTo>
                <a:cubicBezTo>
                  <a:pt x="6" y="11"/>
                  <a:pt x="6" y="11"/>
                  <a:pt x="6" y="11"/>
                </a:cubicBezTo>
                <a:cubicBezTo>
                  <a:pt x="6" y="11"/>
                  <a:pt x="13" y="9"/>
                  <a:pt x="20" y="9"/>
                </a:cubicBezTo>
                <a:cubicBezTo>
                  <a:pt x="26" y="9"/>
                  <a:pt x="29" y="10"/>
                  <a:pt x="29" y="16"/>
                </a:cubicBezTo>
                <a:cubicBezTo>
                  <a:pt x="29" y="19"/>
                  <a:pt x="29" y="19"/>
                  <a:pt x="29" y="19"/>
                </a:cubicBezTo>
                <a:cubicBezTo>
                  <a:pt x="20" y="19"/>
                  <a:pt x="20" y="19"/>
                  <a:pt x="20" y="19"/>
                </a:cubicBezTo>
                <a:cubicBezTo>
                  <a:pt x="4" y="19"/>
                  <a:pt x="0" y="26"/>
                  <a:pt x="0" y="34"/>
                </a:cubicBezTo>
                <a:cubicBezTo>
                  <a:pt x="0" y="45"/>
                  <a:pt x="8" y="48"/>
                  <a:pt x="15" y="48"/>
                </a:cubicBezTo>
                <a:cubicBezTo>
                  <a:pt x="24" y="48"/>
                  <a:pt x="29" y="44"/>
                  <a:pt x="29" y="44"/>
                </a:cubicBezTo>
                <a:cubicBezTo>
                  <a:pt x="30" y="44"/>
                  <a:pt x="31" y="46"/>
                  <a:pt x="39" y="46"/>
                </a:cubicBezTo>
                <a:cubicBezTo>
                  <a:pt x="39" y="13"/>
                  <a:pt x="39" y="13"/>
                  <a:pt x="39" y="13"/>
                </a:cubicBezTo>
                <a:cubicBezTo>
                  <a:pt x="39" y="4"/>
                  <a:pt x="33" y="0"/>
                  <a:pt x="23" y="0"/>
                </a:cubicBezTo>
                <a:moveTo>
                  <a:pt x="147" y="37"/>
                </a:moveTo>
                <a:cubicBezTo>
                  <a:pt x="145" y="38"/>
                  <a:pt x="140" y="40"/>
                  <a:pt x="136" y="40"/>
                </a:cubicBezTo>
                <a:cubicBezTo>
                  <a:pt x="131" y="40"/>
                  <a:pt x="128" y="38"/>
                  <a:pt x="128" y="34"/>
                </a:cubicBezTo>
                <a:cubicBezTo>
                  <a:pt x="128" y="29"/>
                  <a:pt x="130" y="27"/>
                  <a:pt x="136" y="27"/>
                </a:cubicBezTo>
                <a:cubicBezTo>
                  <a:pt x="147" y="26"/>
                  <a:pt x="147" y="26"/>
                  <a:pt x="147" y="26"/>
                </a:cubicBezTo>
                <a:lnTo>
                  <a:pt x="147" y="37"/>
                </a:lnTo>
                <a:close/>
                <a:moveTo>
                  <a:pt x="141" y="0"/>
                </a:moveTo>
                <a:cubicBezTo>
                  <a:pt x="132" y="0"/>
                  <a:pt x="125" y="2"/>
                  <a:pt x="122" y="3"/>
                </a:cubicBezTo>
                <a:cubicBezTo>
                  <a:pt x="124" y="11"/>
                  <a:pt x="124" y="11"/>
                  <a:pt x="124" y="11"/>
                </a:cubicBezTo>
                <a:cubicBezTo>
                  <a:pt x="124" y="11"/>
                  <a:pt x="131" y="9"/>
                  <a:pt x="138" y="9"/>
                </a:cubicBezTo>
                <a:cubicBezTo>
                  <a:pt x="144" y="9"/>
                  <a:pt x="147" y="10"/>
                  <a:pt x="147" y="16"/>
                </a:cubicBezTo>
                <a:cubicBezTo>
                  <a:pt x="147" y="19"/>
                  <a:pt x="147" y="19"/>
                  <a:pt x="147" y="19"/>
                </a:cubicBezTo>
                <a:cubicBezTo>
                  <a:pt x="138" y="19"/>
                  <a:pt x="138" y="19"/>
                  <a:pt x="138" y="19"/>
                </a:cubicBezTo>
                <a:cubicBezTo>
                  <a:pt x="123" y="19"/>
                  <a:pt x="118" y="26"/>
                  <a:pt x="118" y="34"/>
                </a:cubicBezTo>
                <a:cubicBezTo>
                  <a:pt x="118" y="45"/>
                  <a:pt x="126" y="48"/>
                  <a:pt x="133" y="48"/>
                </a:cubicBezTo>
                <a:cubicBezTo>
                  <a:pt x="142" y="48"/>
                  <a:pt x="147" y="44"/>
                  <a:pt x="148" y="44"/>
                </a:cubicBezTo>
                <a:cubicBezTo>
                  <a:pt x="148" y="44"/>
                  <a:pt x="150" y="46"/>
                  <a:pt x="158" y="46"/>
                </a:cubicBezTo>
                <a:cubicBezTo>
                  <a:pt x="158" y="13"/>
                  <a:pt x="158" y="13"/>
                  <a:pt x="158" y="13"/>
                </a:cubicBezTo>
                <a:cubicBezTo>
                  <a:pt x="158" y="4"/>
                  <a:pt x="151" y="0"/>
                  <a:pt x="141" y="0"/>
                </a:cubicBezTo>
                <a:moveTo>
                  <a:pt x="305" y="35"/>
                </a:moveTo>
                <a:cubicBezTo>
                  <a:pt x="303" y="37"/>
                  <a:pt x="298" y="39"/>
                  <a:pt x="293" y="39"/>
                </a:cubicBezTo>
                <a:cubicBezTo>
                  <a:pt x="286" y="39"/>
                  <a:pt x="284" y="35"/>
                  <a:pt x="284" y="28"/>
                </a:cubicBezTo>
                <a:cubicBezTo>
                  <a:pt x="284" y="0"/>
                  <a:pt x="284" y="0"/>
                  <a:pt x="284" y="0"/>
                </a:cubicBezTo>
                <a:cubicBezTo>
                  <a:pt x="283" y="0"/>
                  <a:pt x="283" y="0"/>
                  <a:pt x="283" y="0"/>
                </a:cubicBezTo>
                <a:cubicBezTo>
                  <a:pt x="281" y="0"/>
                  <a:pt x="275" y="0"/>
                  <a:pt x="274" y="1"/>
                </a:cubicBezTo>
                <a:cubicBezTo>
                  <a:pt x="274" y="29"/>
                  <a:pt x="274" y="29"/>
                  <a:pt x="274" y="29"/>
                </a:cubicBezTo>
                <a:cubicBezTo>
                  <a:pt x="274" y="42"/>
                  <a:pt x="277" y="48"/>
                  <a:pt x="290" y="48"/>
                </a:cubicBezTo>
                <a:cubicBezTo>
                  <a:pt x="300" y="48"/>
                  <a:pt x="305" y="44"/>
                  <a:pt x="306" y="44"/>
                </a:cubicBezTo>
                <a:cubicBezTo>
                  <a:pt x="306" y="44"/>
                  <a:pt x="309" y="46"/>
                  <a:pt x="316" y="46"/>
                </a:cubicBezTo>
                <a:cubicBezTo>
                  <a:pt x="316" y="1"/>
                  <a:pt x="316" y="1"/>
                  <a:pt x="316" y="1"/>
                </a:cubicBezTo>
                <a:cubicBezTo>
                  <a:pt x="315" y="1"/>
                  <a:pt x="310" y="0"/>
                  <a:pt x="308" y="0"/>
                </a:cubicBezTo>
                <a:cubicBezTo>
                  <a:pt x="305" y="0"/>
                  <a:pt x="305" y="0"/>
                  <a:pt x="305" y="0"/>
                </a:cubicBezTo>
                <a:lnTo>
                  <a:pt x="305" y="35"/>
                </a:lnTo>
                <a:close/>
                <a:moveTo>
                  <a:pt x="328" y="46"/>
                </a:moveTo>
                <a:cubicBezTo>
                  <a:pt x="328" y="46"/>
                  <a:pt x="335" y="48"/>
                  <a:pt x="344" y="48"/>
                </a:cubicBezTo>
                <a:cubicBezTo>
                  <a:pt x="352" y="48"/>
                  <a:pt x="363" y="45"/>
                  <a:pt x="363" y="33"/>
                </a:cubicBezTo>
                <a:cubicBezTo>
                  <a:pt x="363" y="26"/>
                  <a:pt x="357" y="23"/>
                  <a:pt x="348" y="19"/>
                </a:cubicBezTo>
                <a:cubicBezTo>
                  <a:pt x="343" y="18"/>
                  <a:pt x="339" y="16"/>
                  <a:pt x="339" y="13"/>
                </a:cubicBezTo>
                <a:cubicBezTo>
                  <a:pt x="339" y="11"/>
                  <a:pt x="340" y="8"/>
                  <a:pt x="347" y="8"/>
                </a:cubicBezTo>
                <a:cubicBezTo>
                  <a:pt x="352" y="8"/>
                  <a:pt x="358" y="11"/>
                  <a:pt x="358" y="11"/>
                </a:cubicBezTo>
                <a:cubicBezTo>
                  <a:pt x="361" y="3"/>
                  <a:pt x="361" y="3"/>
                  <a:pt x="361" y="3"/>
                </a:cubicBezTo>
                <a:cubicBezTo>
                  <a:pt x="359" y="2"/>
                  <a:pt x="354" y="0"/>
                  <a:pt x="346" y="0"/>
                </a:cubicBezTo>
                <a:cubicBezTo>
                  <a:pt x="337" y="0"/>
                  <a:pt x="329" y="4"/>
                  <a:pt x="329" y="13"/>
                </a:cubicBezTo>
                <a:cubicBezTo>
                  <a:pt x="329" y="23"/>
                  <a:pt x="337" y="26"/>
                  <a:pt x="344" y="28"/>
                </a:cubicBezTo>
                <a:cubicBezTo>
                  <a:pt x="349" y="29"/>
                  <a:pt x="352" y="31"/>
                  <a:pt x="352" y="34"/>
                </a:cubicBezTo>
                <a:cubicBezTo>
                  <a:pt x="352" y="37"/>
                  <a:pt x="351" y="40"/>
                  <a:pt x="343" y="40"/>
                </a:cubicBezTo>
                <a:cubicBezTo>
                  <a:pt x="337" y="40"/>
                  <a:pt x="330" y="38"/>
                  <a:pt x="330" y="38"/>
                </a:cubicBezTo>
                <a:lnTo>
                  <a:pt x="328" y="46"/>
                </a:lnTo>
                <a:close/>
                <a:moveTo>
                  <a:pt x="183" y="9"/>
                </a:moveTo>
                <a:cubicBezTo>
                  <a:pt x="185" y="8"/>
                  <a:pt x="188" y="8"/>
                  <a:pt x="191" y="8"/>
                </a:cubicBezTo>
                <a:cubicBezTo>
                  <a:pt x="199" y="8"/>
                  <a:pt x="205" y="12"/>
                  <a:pt x="205" y="23"/>
                </a:cubicBezTo>
                <a:cubicBezTo>
                  <a:pt x="205" y="34"/>
                  <a:pt x="202" y="40"/>
                  <a:pt x="190" y="40"/>
                </a:cubicBezTo>
                <a:cubicBezTo>
                  <a:pt x="187" y="40"/>
                  <a:pt x="183" y="39"/>
                  <a:pt x="183" y="39"/>
                </a:cubicBezTo>
                <a:lnTo>
                  <a:pt x="183" y="9"/>
                </a:lnTo>
                <a:close/>
                <a:moveTo>
                  <a:pt x="192" y="0"/>
                </a:moveTo>
                <a:cubicBezTo>
                  <a:pt x="186" y="0"/>
                  <a:pt x="178" y="1"/>
                  <a:pt x="173" y="2"/>
                </a:cubicBezTo>
                <a:cubicBezTo>
                  <a:pt x="173" y="46"/>
                  <a:pt x="173" y="46"/>
                  <a:pt x="173" y="46"/>
                </a:cubicBezTo>
                <a:cubicBezTo>
                  <a:pt x="177" y="47"/>
                  <a:pt x="185" y="48"/>
                  <a:pt x="190" y="48"/>
                </a:cubicBezTo>
                <a:cubicBezTo>
                  <a:pt x="208" y="48"/>
                  <a:pt x="216" y="41"/>
                  <a:pt x="216" y="23"/>
                </a:cubicBezTo>
                <a:cubicBezTo>
                  <a:pt x="216" y="9"/>
                  <a:pt x="207" y="0"/>
                  <a:pt x="192"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s-ES"/>
          </a:p>
        </p:txBody>
      </p:sp>
      <p:sp>
        <p:nvSpPr>
          <p:cNvPr id="21"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grpSp>
        <p:nvGrpSpPr>
          <p:cNvPr id="12" name="Group 11"/>
          <p:cNvGrpSpPr/>
          <p:nvPr userDrawn="1"/>
        </p:nvGrpSpPr>
        <p:grpSpPr>
          <a:xfrm>
            <a:off x="106364" y="48376"/>
            <a:ext cx="409580" cy="338886"/>
            <a:chOff x="10987081" y="138792"/>
            <a:chExt cx="409580" cy="338886"/>
          </a:xfrm>
          <a:solidFill>
            <a:schemeClr val="bg1"/>
          </a:solidFill>
        </p:grpSpPr>
        <p:grpSp>
          <p:nvGrpSpPr>
            <p:cNvPr id="13" name="Group 26"/>
            <p:cNvGrpSpPr/>
            <p:nvPr userDrawn="1"/>
          </p:nvGrpSpPr>
          <p:grpSpPr>
            <a:xfrm>
              <a:off x="11011908" y="146161"/>
              <a:ext cx="384753" cy="331517"/>
              <a:chOff x="9021034" y="119041"/>
              <a:chExt cx="630093" cy="553987"/>
            </a:xfrm>
            <a:grpFill/>
          </p:grpSpPr>
          <p:sp>
            <p:nvSpPr>
              <p:cNvPr id="15" name="TextBox 29"/>
              <p:cNvSpPr txBox="1"/>
              <p:nvPr userDrawn="1"/>
            </p:nvSpPr>
            <p:spPr>
              <a:xfrm>
                <a:off x="9021034" y="514076"/>
                <a:ext cx="630093" cy="158952"/>
              </a:xfrm>
              <a:prstGeom prst="rect">
                <a:avLst/>
              </a:prstGeom>
              <a:noFill/>
            </p:spPr>
            <p:txBody>
              <a:bodyPr wrap="square" lIns="0" tIns="18000" rIns="0" bIns="0" rtlCol="0">
                <a:spAutoFit/>
              </a:bodyPr>
              <a:lstStyle/>
              <a:p>
                <a:pPr algn="ctr"/>
                <a:r>
                  <a:rPr lang="en-GB" sz="500" b="1" dirty="0">
                    <a:solidFill>
                      <a:schemeClr val="bg1"/>
                    </a:solidFill>
                  </a:rPr>
                  <a:t>RESTRICTED</a:t>
                </a:r>
              </a:p>
            </p:txBody>
          </p:sp>
          <p:grpSp>
            <p:nvGrpSpPr>
              <p:cNvPr id="16" name="Group 30"/>
              <p:cNvGrpSpPr/>
              <p:nvPr userDrawn="1"/>
            </p:nvGrpSpPr>
            <p:grpSpPr>
              <a:xfrm>
                <a:off x="9094418" y="119041"/>
                <a:ext cx="477460" cy="431416"/>
                <a:chOff x="8532895" y="91935"/>
                <a:chExt cx="504900" cy="444531"/>
              </a:xfrm>
              <a:grpFill/>
            </p:grpSpPr>
            <p:sp>
              <p:nvSpPr>
                <p:cNvPr id="17" name="Freeform 22"/>
                <p:cNvSpPr>
                  <a:spLocks/>
                </p:cNvSpPr>
                <p:nvPr userDrawn="1"/>
              </p:nvSpPr>
              <p:spPr bwMode="auto">
                <a:xfrm>
                  <a:off x="8746928" y="157791"/>
                  <a:ext cx="87809" cy="107018"/>
                </a:xfrm>
                <a:custGeom>
                  <a:avLst/>
                  <a:gdLst>
                    <a:gd name="T0" fmla="*/ 44 w 64"/>
                    <a:gd name="T1" fmla="*/ 56 h 78"/>
                    <a:gd name="T2" fmla="*/ 44 w 64"/>
                    <a:gd name="T3" fmla="*/ 56 h 78"/>
                    <a:gd name="T4" fmla="*/ 46 w 64"/>
                    <a:gd name="T5" fmla="*/ 46 h 78"/>
                    <a:gd name="T6" fmla="*/ 50 w 64"/>
                    <a:gd name="T7" fmla="*/ 36 h 78"/>
                    <a:gd name="T8" fmla="*/ 56 w 64"/>
                    <a:gd name="T9" fmla="*/ 26 h 78"/>
                    <a:gd name="T10" fmla="*/ 64 w 64"/>
                    <a:gd name="T11" fmla="*/ 20 h 78"/>
                    <a:gd name="T12" fmla="*/ 64 w 64"/>
                    <a:gd name="T13" fmla="*/ 20 h 78"/>
                    <a:gd name="T14" fmla="*/ 58 w 64"/>
                    <a:gd name="T15" fmla="*/ 12 h 78"/>
                    <a:gd name="T16" fmla="*/ 50 w 64"/>
                    <a:gd name="T17" fmla="*/ 6 h 78"/>
                    <a:gd name="T18" fmla="*/ 42 w 64"/>
                    <a:gd name="T19" fmla="*/ 2 h 78"/>
                    <a:gd name="T20" fmla="*/ 30 w 64"/>
                    <a:gd name="T21" fmla="*/ 0 h 78"/>
                    <a:gd name="T22" fmla="*/ 30 w 64"/>
                    <a:gd name="T23" fmla="*/ 0 h 78"/>
                    <a:gd name="T24" fmla="*/ 34 w 64"/>
                    <a:gd name="T25" fmla="*/ 8 h 78"/>
                    <a:gd name="T26" fmla="*/ 34 w 64"/>
                    <a:gd name="T27" fmla="*/ 18 h 78"/>
                    <a:gd name="T28" fmla="*/ 34 w 64"/>
                    <a:gd name="T29" fmla="*/ 18 h 78"/>
                    <a:gd name="T30" fmla="*/ 34 w 64"/>
                    <a:gd name="T31" fmla="*/ 26 h 78"/>
                    <a:gd name="T32" fmla="*/ 32 w 64"/>
                    <a:gd name="T33" fmla="*/ 32 h 78"/>
                    <a:gd name="T34" fmla="*/ 28 w 64"/>
                    <a:gd name="T35" fmla="*/ 40 h 78"/>
                    <a:gd name="T36" fmla="*/ 24 w 64"/>
                    <a:gd name="T37" fmla="*/ 46 h 78"/>
                    <a:gd name="T38" fmla="*/ 14 w 64"/>
                    <a:gd name="T39" fmla="*/ 56 h 78"/>
                    <a:gd name="T40" fmla="*/ 8 w 64"/>
                    <a:gd name="T41" fmla="*/ 60 h 78"/>
                    <a:gd name="T42" fmla="*/ 0 w 64"/>
                    <a:gd name="T43" fmla="*/ 62 h 78"/>
                    <a:gd name="T44" fmla="*/ 0 w 64"/>
                    <a:gd name="T45" fmla="*/ 62 h 78"/>
                    <a:gd name="T46" fmla="*/ 6 w 64"/>
                    <a:gd name="T47" fmla="*/ 68 h 78"/>
                    <a:gd name="T48" fmla="*/ 14 w 64"/>
                    <a:gd name="T49" fmla="*/ 74 h 78"/>
                    <a:gd name="T50" fmla="*/ 22 w 64"/>
                    <a:gd name="T51" fmla="*/ 76 h 78"/>
                    <a:gd name="T52" fmla="*/ 30 w 64"/>
                    <a:gd name="T53" fmla="*/ 78 h 78"/>
                    <a:gd name="T54" fmla="*/ 30 w 64"/>
                    <a:gd name="T55" fmla="*/ 78 h 78"/>
                    <a:gd name="T56" fmla="*/ 40 w 64"/>
                    <a:gd name="T57" fmla="*/ 76 h 78"/>
                    <a:gd name="T58" fmla="*/ 46 w 64"/>
                    <a:gd name="T59" fmla="*/ 72 h 78"/>
                    <a:gd name="T60" fmla="*/ 46 w 64"/>
                    <a:gd name="T61" fmla="*/ 72 h 78"/>
                    <a:gd name="T62" fmla="*/ 44 w 64"/>
                    <a:gd name="T63" fmla="*/ 56 h 78"/>
                    <a:gd name="T64" fmla="*/ 44 w 64"/>
                    <a:gd name="T6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78">
                      <a:moveTo>
                        <a:pt x="44" y="56"/>
                      </a:moveTo>
                      <a:lnTo>
                        <a:pt x="44" y="56"/>
                      </a:lnTo>
                      <a:lnTo>
                        <a:pt x="46" y="46"/>
                      </a:lnTo>
                      <a:lnTo>
                        <a:pt x="50" y="36"/>
                      </a:lnTo>
                      <a:lnTo>
                        <a:pt x="56" y="26"/>
                      </a:lnTo>
                      <a:lnTo>
                        <a:pt x="64" y="20"/>
                      </a:lnTo>
                      <a:lnTo>
                        <a:pt x="64" y="20"/>
                      </a:lnTo>
                      <a:lnTo>
                        <a:pt x="58" y="12"/>
                      </a:lnTo>
                      <a:lnTo>
                        <a:pt x="50" y="6"/>
                      </a:lnTo>
                      <a:lnTo>
                        <a:pt x="42" y="2"/>
                      </a:lnTo>
                      <a:lnTo>
                        <a:pt x="30" y="0"/>
                      </a:lnTo>
                      <a:lnTo>
                        <a:pt x="30" y="0"/>
                      </a:lnTo>
                      <a:lnTo>
                        <a:pt x="34" y="8"/>
                      </a:lnTo>
                      <a:lnTo>
                        <a:pt x="34" y="18"/>
                      </a:lnTo>
                      <a:lnTo>
                        <a:pt x="34" y="18"/>
                      </a:lnTo>
                      <a:lnTo>
                        <a:pt x="34" y="26"/>
                      </a:lnTo>
                      <a:lnTo>
                        <a:pt x="32" y="32"/>
                      </a:lnTo>
                      <a:lnTo>
                        <a:pt x="28" y="40"/>
                      </a:lnTo>
                      <a:lnTo>
                        <a:pt x="24" y="46"/>
                      </a:lnTo>
                      <a:lnTo>
                        <a:pt x="14" y="56"/>
                      </a:lnTo>
                      <a:lnTo>
                        <a:pt x="8" y="60"/>
                      </a:lnTo>
                      <a:lnTo>
                        <a:pt x="0" y="62"/>
                      </a:lnTo>
                      <a:lnTo>
                        <a:pt x="0" y="62"/>
                      </a:lnTo>
                      <a:lnTo>
                        <a:pt x="6" y="68"/>
                      </a:lnTo>
                      <a:lnTo>
                        <a:pt x="14" y="74"/>
                      </a:lnTo>
                      <a:lnTo>
                        <a:pt x="22" y="76"/>
                      </a:lnTo>
                      <a:lnTo>
                        <a:pt x="30" y="78"/>
                      </a:lnTo>
                      <a:lnTo>
                        <a:pt x="30" y="78"/>
                      </a:lnTo>
                      <a:lnTo>
                        <a:pt x="40" y="76"/>
                      </a:lnTo>
                      <a:lnTo>
                        <a:pt x="46" y="72"/>
                      </a:lnTo>
                      <a:lnTo>
                        <a:pt x="46" y="72"/>
                      </a:lnTo>
                      <a:lnTo>
                        <a:pt x="44" y="56"/>
                      </a:lnTo>
                      <a:lnTo>
                        <a:pt x="44" y="56"/>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18" name="Freeform 23"/>
                <p:cNvSpPr>
                  <a:spLocks/>
                </p:cNvSpPr>
                <p:nvPr userDrawn="1"/>
              </p:nvSpPr>
              <p:spPr bwMode="auto">
                <a:xfrm>
                  <a:off x="8664607" y="113887"/>
                  <a:ext cx="123481" cy="126225"/>
                </a:xfrm>
                <a:custGeom>
                  <a:avLst/>
                  <a:gdLst>
                    <a:gd name="T0" fmla="*/ 90 w 90"/>
                    <a:gd name="T1" fmla="*/ 46 h 92"/>
                    <a:gd name="T2" fmla="*/ 90 w 90"/>
                    <a:gd name="T3" fmla="*/ 46 h 92"/>
                    <a:gd name="T4" fmla="*/ 88 w 90"/>
                    <a:gd name="T5" fmla="*/ 56 h 92"/>
                    <a:gd name="T6" fmla="*/ 86 w 90"/>
                    <a:gd name="T7" fmla="*/ 64 h 92"/>
                    <a:gd name="T8" fmla="*/ 82 w 90"/>
                    <a:gd name="T9" fmla="*/ 72 h 92"/>
                    <a:gd name="T10" fmla="*/ 76 w 90"/>
                    <a:gd name="T11" fmla="*/ 80 h 92"/>
                    <a:gd name="T12" fmla="*/ 70 w 90"/>
                    <a:gd name="T13" fmla="*/ 84 h 92"/>
                    <a:gd name="T14" fmla="*/ 62 w 90"/>
                    <a:gd name="T15" fmla="*/ 90 h 92"/>
                    <a:gd name="T16" fmla="*/ 54 w 90"/>
                    <a:gd name="T17" fmla="*/ 92 h 92"/>
                    <a:gd name="T18" fmla="*/ 44 w 90"/>
                    <a:gd name="T19" fmla="*/ 92 h 92"/>
                    <a:gd name="T20" fmla="*/ 44 w 90"/>
                    <a:gd name="T21" fmla="*/ 92 h 92"/>
                    <a:gd name="T22" fmla="*/ 36 w 90"/>
                    <a:gd name="T23" fmla="*/ 92 h 92"/>
                    <a:gd name="T24" fmla="*/ 26 w 90"/>
                    <a:gd name="T25" fmla="*/ 90 h 92"/>
                    <a:gd name="T26" fmla="*/ 18 w 90"/>
                    <a:gd name="T27" fmla="*/ 84 h 92"/>
                    <a:gd name="T28" fmla="*/ 12 w 90"/>
                    <a:gd name="T29" fmla="*/ 80 h 92"/>
                    <a:gd name="T30" fmla="*/ 6 w 90"/>
                    <a:gd name="T31" fmla="*/ 72 h 92"/>
                    <a:gd name="T32" fmla="*/ 2 w 90"/>
                    <a:gd name="T33" fmla="*/ 64 h 92"/>
                    <a:gd name="T34" fmla="*/ 0 w 90"/>
                    <a:gd name="T35" fmla="*/ 56 h 92"/>
                    <a:gd name="T36" fmla="*/ 0 w 90"/>
                    <a:gd name="T37" fmla="*/ 46 h 92"/>
                    <a:gd name="T38" fmla="*/ 0 w 90"/>
                    <a:gd name="T39" fmla="*/ 46 h 92"/>
                    <a:gd name="T40" fmla="*/ 0 w 90"/>
                    <a:gd name="T41" fmla="*/ 38 h 92"/>
                    <a:gd name="T42" fmla="*/ 2 w 90"/>
                    <a:gd name="T43" fmla="*/ 28 h 92"/>
                    <a:gd name="T44" fmla="*/ 6 w 90"/>
                    <a:gd name="T45" fmla="*/ 20 h 92"/>
                    <a:gd name="T46" fmla="*/ 12 w 90"/>
                    <a:gd name="T47" fmla="*/ 14 h 92"/>
                    <a:gd name="T48" fmla="*/ 18 w 90"/>
                    <a:gd name="T49" fmla="*/ 8 h 92"/>
                    <a:gd name="T50" fmla="*/ 26 w 90"/>
                    <a:gd name="T51" fmla="*/ 4 h 92"/>
                    <a:gd name="T52" fmla="*/ 36 w 90"/>
                    <a:gd name="T53" fmla="*/ 0 h 92"/>
                    <a:gd name="T54" fmla="*/ 44 w 90"/>
                    <a:gd name="T55" fmla="*/ 0 h 92"/>
                    <a:gd name="T56" fmla="*/ 44 w 90"/>
                    <a:gd name="T57" fmla="*/ 0 h 92"/>
                    <a:gd name="T58" fmla="*/ 54 w 90"/>
                    <a:gd name="T59" fmla="*/ 0 h 92"/>
                    <a:gd name="T60" fmla="*/ 62 w 90"/>
                    <a:gd name="T61" fmla="*/ 4 h 92"/>
                    <a:gd name="T62" fmla="*/ 70 w 90"/>
                    <a:gd name="T63" fmla="*/ 8 h 92"/>
                    <a:gd name="T64" fmla="*/ 76 w 90"/>
                    <a:gd name="T65" fmla="*/ 14 h 92"/>
                    <a:gd name="T66" fmla="*/ 82 w 90"/>
                    <a:gd name="T67" fmla="*/ 20 h 92"/>
                    <a:gd name="T68" fmla="*/ 86 w 90"/>
                    <a:gd name="T69" fmla="*/ 28 h 92"/>
                    <a:gd name="T70" fmla="*/ 88 w 90"/>
                    <a:gd name="T71" fmla="*/ 38 h 92"/>
                    <a:gd name="T72" fmla="*/ 90 w 90"/>
                    <a:gd name="T73" fmla="*/ 46 h 92"/>
                    <a:gd name="T74" fmla="*/ 90 w 90"/>
                    <a:gd name="T75" fmla="*/ 4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92">
                      <a:moveTo>
                        <a:pt x="90" y="46"/>
                      </a:moveTo>
                      <a:lnTo>
                        <a:pt x="90" y="46"/>
                      </a:lnTo>
                      <a:lnTo>
                        <a:pt x="88" y="56"/>
                      </a:lnTo>
                      <a:lnTo>
                        <a:pt x="86" y="64"/>
                      </a:lnTo>
                      <a:lnTo>
                        <a:pt x="82" y="72"/>
                      </a:lnTo>
                      <a:lnTo>
                        <a:pt x="76" y="80"/>
                      </a:lnTo>
                      <a:lnTo>
                        <a:pt x="70" y="84"/>
                      </a:lnTo>
                      <a:lnTo>
                        <a:pt x="62" y="90"/>
                      </a:lnTo>
                      <a:lnTo>
                        <a:pt x="54" y="92"/>
                      </a:lnTo>
                      <a:lnTo>
                        <a:pt x="44" y="92"/>
                      </a:lnTo>
                      <a:lnTo>
                        <a:pt x="44" y="92"/>
                      </a:lnTo>
                      <a:lnTo>
                        <a:pt x="36" y="92"/>
                      </a:lnTo>
                      <a:lnTo>
                        <a:pt x="26" y="90"/>
                      </a:lnTo>
                      <a:lnTo>
                        <a:pt x="18" y="84"/>
                      </a:lnTo>
                      <a:lnTo>
                        <a:pt x="12" y="80"/>
                      </a:lnTo>
                      <a:lnTo>
                        <a:pt x="6" y="72"/>
                      </a:lnTo>
                      <a:lnTo>
                        <a:pt x="2" y="64"/>
                      </a:lnTo>
                      <a:lnTo>
                        <a:pt x="0" y="56"/>
                      </a:lnTo>
                      <a:lnTo>
                        <a:pt x="0" y="46"/>
                      </a:lnTo>
                      <a:lnTo>
                        <a:pt x="0" y="46"/>
                      </a:lnTo>
                      <a:lnTo>
                        <a:pt x="0" y="38"/>
                      </a:lnTo>
                      <a:lnTo>
                        <a:pt x="2" y="28"/>
                      </a:lnTo>
                      <a:lnTo>
                        <a:pt x="6" y="20"/>
                      </a:lnTo>
                      <a:lnTo>
                        <a:pt x="12" y="14"/>
                      </a:lnTo>
                      <a:lnTo>
                        <a:pt x="18" y="8"/>
                      </a:lnTo>
                      <a:lnTo>
                        <a:pt x="26" y="4"/>
                      </a:lnTo>
                      <a:lnTo>
                        <a:pt x="36" y="0"/>
                      </a:lnTo>
                      <a:lnTo>
                        <a:pt x="44" y="0"/>
                      </a:lnTo>
                      <a:lnTo>
                        <a:pt x="44" y="0"/>
                      </a:lnTo>
                      <a:lnTo>
                        <a:pt x="54" y="0"/>
                      </a:lnTo>
                      <a:lnTo>
                        <a:pt x="62" y="4"/>
                      </a:lnTo>
                      <a:lnTo>
                        <a:pt x="70" y="8"/>
                      </a:lnTo>
                      <a:lnTo>
                        <a:pt x="76" y="14"/>
                      </a:lnTo>
                      <a:lnTo>
                        <a:pt x="82" y="20"/>
                      </a:lnTo>
                      <a:lnTo>
                        <a:pt x="86" y="28"/>
                      </a:lnTo>
                      <a:lnTo>
                        <a:pt x="88" y="38"/>
                      </a:lnTo>
                      <a:lnTo>
                        <a:pt x="90" y="46"/>
                      </a:lnTo>
                      <a:lnTo>
                        <a:pt x="90" y="46"/>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2" name="Freeform 24"/>
                <p:cNvSpPr>
                  <a:spLocks/>
                </p:cNvSpPr>
                <p:nvPr userDrawn="1"/>
              </p:nvSpPr>
              <p:spPr bwMode="auto">
                <a:xfrm>
                  <a:off x="8606985" y="253832"/>
                  <a:ext cx="170129" cy="252449"/>
                </a:xfrm>
                <a:custGeom>
                  <a:avLst/>
                  <a:gdLst>
                    <a:gd name="T0" fmla="*/ 118 w 124"/>
                    <a:gd name="T1" fmla="*/ 184 h 184"/>
                    <a:gd name="T2" fmla="*/ 118 w 124"/>
                    <a:gd name="T3" fmla="*/ 184 h 184"/>
                    <a:gd name="T4" fmla="*/ 124 w 124"/>
                    <a:gd name="T5" fmla="*/ 158 h 184"/>
                    <a:gd name="T6" fmla="*/ 124 w 124"/>
                    <a:gd name="T7" fmla="*/ 128 h 184"/>
                    <a:gd name="T8" fmla="*/ 124 w 124"/>
                    <a:gd name="T9" fmla="*/ 128 h 184"/>
                    <a:gd name="T10" fmla="*/ 124 w 124"/>
                    <a:gd name="T11" fmla="*/ 102 h 184"/>
                    <a:gd name="T12" fmla="*/ 120 w 124"/>
                    <a:gd name="T13" fmla="*/ 78 h 184"/>
                    <a:gd name="T14" fmla="*/ 114 w 124"/>
                    <a:gd name="T15" fmla="*/ 56 h 184"/>
                    <a:gd name="T16" fmla="*/ 106 w 124"/>
                    <a:gd name="T17" fmla="*/ 36 h 184"/>
                    <a:gd name="T18" fmla="*/ 98 w 124"/>
                    <a:gd name="T19" fmla="*/ 22 h 184"/>
                    <a:gd name="T20" fmla="*/ 86 w 124"/>
                    <a:gd name="T21" fmla="*/ 10 h 184"/>
                    <a:gd name="T22" fmla="*/ 74 w 124"/>
                    <a:gd name="T23" fmla="*/ 2 h 184"/>
                    <a:gd name="T24" fmla="*/ 68 w 124"/>
                    <a:gd name="T25" fmla="*/ 0 h 184"/>
                    <a:gd name="T26" fmla="*/ 62 w 124"/>
                    <a:gd name="T27" fmla="*/ 0 h 184"/>
                    <a:gd name="T28" fmla="*/ 62 w 124"/>
                    <a:gd name="T29" fmla="*/ 0 h 184"/>
                    <a:gd name="T30" fmla="*/ 56 w 124"/>
                    <a:gd name="T31" fmla="*/ 0 h 184"/>
                    <a:gd name="T32" fmla="*/ 50 w 124"/>
                    <a:gd name="T33" fmla="*/ 2 h 184"/>
                    <a:gd name="T34" fmla="*/ 38 w 124"/>
                    <a:gd name="T35" fmla="*/ 10 h 184"/>
                    <a:gd name="T36" fmla="*/ 28 w 124"/>
                    <a:gd name="T37" fmla="*/ 22 h 184"/>
                    <a:gd name="T38" fmla="*/ 18 w 124"/>
                    <a:gd name="T39" fmla="*/ 36 h 184"/>
                    <a:gd name="T40" fmla="*/ 10 w 124"/>
                    <a:gd name="T41" fmla="*/ 56 h 184"/>
                    <a:gd name="T42" fmla="*/ 4 w 124"/>
                    <a:gd name="T43" fmla="*/ 78 h 184"/>
                    <a:gd name="T44" fmla="*/ 0 w 124"/>
                    <a:gd name="T45" fmla="*/ 102 h 184"/>
                    <a:gd name="T46" fmla="*/ 0 w 124"/>
                    <a:gd name="T47" fmla="*/ 128 h 184"/>
                    <a:gd name="T48" fmla="*/ 0 w 124"/>
                    <a:gd name="T49" fmla="*/ 128 h 184"/>
                    <a:gd name="T50" fmla="*/ 2 w 124"/>
                    <a:gd name="T51" fmla="*/ 158 h 184"/>
                    <a:gd name="T52" fmla="*/ 6 w 124"/>
                    <a:gd name="T53" fmla="*/ 184 h 184"/>
                    <a:gd name="T54" fmla="*/ 118 w 124"/>
                    <a:gd name="T55"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4" h="184">
                      <a:moveTo>
                        <a:pt x="118" y="184"/>
                      </a:moveTo>
                      <a:lnTo>
                        <a:pt x="118" y="184"/>
                      </a:lnTo>
                      <a:lnTo>
                        <a:pt x="124" y="158"/>
                      </a:lnTo>
                      <a:lnTo>
                        <a:pt x="124" y="128"/>
                      </a:lnTo>
                      <a:lnTo>
                        <a:pt x="124" y="128"/>
                      </a:lnTo>
                      <a:lnTo>
                        <a:pt x="124" y="102"/>
                      </a:lnTo>
                      <a:lnTo>
                        <a:pt x="120" y="78"/>
                      </a:lnTo>
                      <a:lnTo>
                        <a:pt x="114" y="56"/>
                      </a:lnTo>
                      <a:lnTo>
                        <a:pt x="106" y="36"/>
                      </a:lnTo>
                      <a:lnTo>
                        <a:pt x="98" y="22"/>
                      </a:lnTo>
                      <a:lnTo>
                        <a:pt x="86" y="10"/>
                      </a:lnTo>
                      <a:lnTo>
                        <a:pt x="74" y="2"/>
                      </a:lnTo>
                      <a:lnTo>
                        <a:pt x="68" y="0"/>
                      </a:lnTo>
                      <a:lnTo>
                        <a:pt x="62" y="0"/>
                      </a:lnTo>
                      <a:lnTo>
                        <a:pt x="62" y="0"/>
                      </a:lnTo>
                      <a:lnTo>
                        <a:pt x="56" y="0"/>
                      </a:lnTo>
                      <a:lnTo>
                        <a:pt x="50" y="2"/>
                      </a:lnTo>
                      <a:lnTo>
                        <a:pt x="38" y="10"/>
                      </a:lnTo>
                      <a:lnTo>
                        <a:pt x="28" y="22"/>
                      </a:lnTo>
                      <a:lnTo>
                        <a:pt x="18" y="36"/>
                      </a:lnTo>
                      <a:lnTo>
                        <a:pt x="10" y="56"/>
                      </a:lnTo>
                      <a:lnTo>
                        <a:pt x="4" y="78"/>
                      </a:lnTo>
                      <a:lnTo>
                        <a:pt x="0" y="102"/>
                      </a:lnTo>
                      <a:lnTo>
                        <a:pt x="0" y="128"/>
                      </a:lnTo>
                      <a:lnTo>
                        <a:pt x="0" y="128"/>
                      </a:lnTo>
                      <a:lnTo>
                        <a:pt x="2" y="158"/>
                      </a:lnTo>
                      <a:lnTo>
                        <a:pt x="6" y="184"/>
                      </a:lnTo>
                      <a:lnTo>
                        <a:pt x="118" y="184"/>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3" name="Freeform 25"/>
                <p:cNvSpPr>
                  <a:spLocks/>
                </p:cNvSpPr>
                <p:nvPr userDrawn="1"/>
              </p:nvSpPr>
              <p:spPr bwMode="auto">
                <a:xfrm>
                  <a:off x="8815530" y="179744"/>
                  <a:ext cx="109760" cy="112504"/>
                </a:xfrm>
                <a:custGeom>
                  <a:avLst/>
                  <a:gdLst>
                    <a:gd name="T0" fmla="*/ 80 w 80"/>
                    <a:gd name="T1" fmla="*/ 40 h 82"/>
                    <a:gd name="T2" fmla="*/ 80 w 80"/>
                    <a:gd name="T3" fmla="*/ 40 h 82"/>
                    <a:gd name="T4" fmla="*/ 78 w 80"/>
                    <a:gd name="T5" fmla="*/ 50 h 82"/>
                    <a:gd name="T6" fmla="*/ 76 w 80"/>
                    <a:gd name="T7" fmla="*/ 56 h 82"/>
                    <a:gd name="T8" fmla="*/ 72 w 80"/>
                    <a:gd name="T9" fmla="*/ 64 h 82"/>
                    <a:gd name="T10" fmla="*/ 68 w 80"/>
                    <a:gd name="T11" fmla="*/ 70 h 82"/>
                    <a:gd name="T12" fmla="*/ 62 w 80"/>
                    <a:gd name="T13" fmla="*/ 74 h 82"/>
                    <a:gd name="T14" fmla="*/ 56 w 80"/>
                    <a:gd name="T15" fmla="*/ 78 h 82"/>
                    <a:gd name="T16" fmla="*/ 48 w 80"/>
                    <a:gd name="T17" fmla="*/ 82 h 82"/>
                    <a:gd name="T18" fmla="*/ 40 w 80"/>
                    <a:gd name="T19" fmla="*/ 82 h 82"/>
                    <a:gd name="T20" fmla="*/ 40 w 80"/>
                    <a:gd name="T21" fmla="*/ 82 h 82"/>
                    <a:gd name="T22" fmla="*/ 32 w 80"/>
                    <a:gd name="T23" fmla="*/ 82 h 82"/>
                    <a:gd name="T24" fmla="*/ 24 w 80"/>
                    <a:gd name="T25" fmla="*/ 78 h 82"/>
                    <a:gd name="T26" fmla="*/ 18 w 80"/>
                    <a:gd name="T27" fmla="*/ 74 h 82"/>
                    <a:gd name="T28" fmla="*/ 12 w 80"/>
                    <a:gd name="T29" fmla="*/ 70 h 82"/>
                    <a:gd name="T30" fmla="*/ 6 w 80"/>
                    <a:gd name="T31" fmla="*/ 64 h 82"/>
                    <a:gd name="T32" fmla="*/ 4 w 80"/>
                    <a:gd name="T33" fmla="*/ 56 h 82"/>
                    <a:gd name="T34" fmla="*/ 0 w 80"/>
                    <a:gd name="T35" fmla="*/ 50 h 82"/>
                    <a:gd name="T36" fmla="*/ 0 w 80"/>
                    <a:gd name="T37" fmla="*/ 40 h 82"/>
                    <a:gd name="T38" fmla="*/ 0 w 80"/>
                    <a:gd name="T39" fmla="*/ 40 h 82"/>
                    <a:gd name="T40" fmla="*/ 0 w 80"/>
                    <a:gd name="T41" fmla="*/ 32 h 82"/>
                    <a:gd name="T42" fmla="*/ 4 w 80"/>
                    <a:gd name="T43" fmla="*/ 26 h 82"/>
                    <a:gd name="T44" fmla="*/ 6 w 80"/>
                    <a:gd name="T45" fmla="*/ 18 h 82"/>
                    <a:gd name="T46" fmla="*/ 12 w 80"/>
                    <a:gd name="T47" fmla="*/ 12 h 82"/>
                    <a:gd name="T48" fmla="*/ 18 w 80"/>
                    <a:gd name="T49" fmla="*/ 8 h 82"/>
                    <a:gd name="T50" fmla="*/ 24 w 80"/>
                    <a:gd name="T51" fmla="*/ 4 h 82"/>
                    <a:gd name="T52" fmla="*/ 32 w 80"/>
                    <a:gd name="T53" fmla="*/ 0 h 82"/>
                    <a:gd name="T54" fmla="*/ 40 w 80"/>
                    <a:gd name="T55" fmla="*/ 0 h 82"/>
                    <a:gd name="T56" fmla="*/ 40 w 80"/>
                    <a:gd name="T57" fmla="*/ 0 h 82"/>
                    <a:gd name="T58" fmla="*/ 48 w 80"/>
                    <a:gd name="T59" fmla="*/ 0 h 82"/>
                    <a:gd name="T60" fmla="*/ 56 w 80"/>
                    <a:gd name="T61" fmla="*/ 4 h 82"/>
                    <a:gd name="T62" fmla="*/ 62 w 80"/>
                    <a:gd name="T63" fmla="*/ 8 h 82"/>
                    <a:gd name="T64" fmla="*/ 68 w 80"/>
                    <a:gd name="T65" fmla="*/ 12 h 82"/>
                    <a:gd name="T66" fmla="*/ 72 w 80"/>
                    <a:gd name="T67" fmla="*/ 18 h 82"/>
                    <a:gd name="T68" fmla="*/ 76 w 80"/>
                    <a:gd name="T69" fmla="*/ 26 h 82"/>
                    <a:gd name="T70" fmla="*/ 78 w 80"/>
                    <a:gd name="T71" fmla="*/ 32 h 82"/>
                    <a:gd name="T72" fmla="*/ 80 w 80"/>
                    <a:gd name="T73" fmla="*/ 40 h 82"/>
                    <a:gd name="T74" fmla="*/ 80 w 80"/>
                    <a:gd name="T75" fmla="*/ 4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82">
                      <a:moveTo>
                        <a:pt x="80" y="40"/>
                      </a:moveTo>
                      <a:lnTo>
                        <a:pt x="80" y="40"/>
                      </a:lnTo>
                      <a:lnTo>
                        <a:pt x="78" y="50"/>
                      </a:lnTo>
                      <a:lnTo>
                        <a:pt x="76" y="56"/>
                      </a:lnTo>
                      <a:lnTo>
                        <a:pt x="72" y="64"/>
                      </a:lnTo>
                      <a:lnTo>
                        <a:pt x="68" y="70"/>
                      </a:lnTo>
                      <a:lnTo>
                        <a:pt x="62" y="74"/>
                      </a:lnTo>
                      <a:lnTo>
                        <a:pt x="56" y="78"/>
                      </a:lnTo>
                      <a:lnTo>
                        <a:pt x="48" y="82"/>
                      </a:lnTo>
                      <a:lnTo>
                        <a:pt x="40" y="82"/>
                      </a:lnTo>
                      <a:lnTo>
                        <a:pt x="40" y="82"/>
                      </a:lnTo>
                      <a:lnTo>
                        <a:pt x="32" y="82"/>
                      </a:lnTo>
                      <a:lnTo>
                        <a:pt x="24" y="78"/>
                      </a:lnTo>
                      <a:lnTo>
                        <a:pt x="18" y="74"/>
                      </a:lnTo>
                      <a:lnTo>
                        <a:pt x="12" y="70"/>
                      </a:lnTo>
                      <a:lnTo>
                        <a:pt x="6" y="64"/>
                      </a:lnTo>
                      <a:lnTo>
                        <a:pt x="4" y="56"/>
                      </a:lnTo>
                      <a:lnTo>
                        <a:pt x="0" y="50"/>
                      </a:lnTo>
                      <a:lnTo>
                        <a:pt x="0" y="40"/>
                      </a:lnTo>
                      <a:lnTo>
                        <a:pt x="0" y="40"/>
                      </a:lnTo>
                      <a:lnTo>
                        <a:pt x="0" y="32"/>
                      </a:lnTo>
                      <a:lnTo>
                        <a:pt x="4" y="26"/>
                      </a:lnTo>
                      <a:lnTo>
                        <a:pt x="6" y="18"/>
                      </a:lnTo>
                      <a:lnTo>
                        <a:pt x="12" y="12"/>
                      </a:lnTo>
                      <a:lnTo>
                        <a:pt x="18" y="8"/>
                      </a:lnTo>
                      <a:lnTo>
                        <a:pt x="24" y="4"/>
                      </a:lnTo>
                      <a:lnTo>
                        <a:pt x="32" y="0"/>
                      </a:lnTo>
                      <a:lnTo>
                        <a:pt x="40" y="0"/>
                      </a:lnTo>
                      <a:lnTo>
                        <a:pt x="40" y="0"/>
                      </a:lnTo>
                      <a:lnTo>
                        <a:pt x="48" y="0"/>
                      </a:lnTo>
                      <a:lnTo>
                        <a:pt x="56" y="4"/>
                      </a:lnTo>
                      <a:lnTo>
                        <a:pt x="62" y="8"/>
                      </a:lnTo>
                      <a:lnTo>
                        <a:pt x="68" y="12"/>
                      </a:lnTo>
                      <a:lnTo>
                        <a:pt x="72" y="18"/>
                      </a:lnTo>
                      <a:lnTo>
                        <a:pt x="76" y="26"/>
                      </a:lnTo>
                      <a:lnTo>
                        <a:pt x="78" y="32"/>
                      </a:lnTo>
                      <a:lnTo>
                        <a:pt x="80" y="40"/>
                      </a:lnTo>
                      <a:lnTo>
                        <a:pt x="80" y="4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4" name="Freeform 26"/>
                <p:cNvSpPr>
                  <a:spLocks/>
                </p:cNvSpPr>
                <p:nvPr userDrawn="1"/>
              </p:nvSpPr>
              <p:spPr bwMode="auto">
                <a:xfrm>
                  <a:off x="8812785" y="300480"/>
                  <a:ext cx="139945" cy="205801"/>
                </a:xfrm>
                <a:custGeom>
                  <a:avLst/>
                  <a:gdLst>
                    <a:gd name="T0" fmla="*/ 96 w 102"/>
                    <a:gd name="T1" fmla="*/ 150 h 150"/>
                    <a:gd name="T2" fmla="*/ 96 w 102"/>
                    <a:gd name="T3" fmla="*/ 150 h 150"/>
                    <a:gd name="T4" fmla="*/ 100 w 102"/>
                    <a:gd name="T5" fmla="*/ 128 h 150"/>
                    <a:gd name="T6" fmla="*/ 102 w 102"/>
                    <a:gd name="T7" fmla="*/ 104 h 150"/>
                    <a:gd name="T8" fmla="*/ 102 w 102"/>
                    <a:gd name="T9" fmla="*/ 104 h 150"/>
                    <a:gd name="T10" fmla="*/ 102 w 102"/>
                    <a:gd name="T11" fmla="*/ 84 h 150"/>
                    <a:gd name="T12" fmla="*/ 98 w 102"/>
                    <a:gd name="T13" fmla="*/ 64 h 150"/>
                    <a:gd name="T14" fmla="*/ 94 w 102"/>
                    <a:gd name="T15" fmla="*/ 46 h 150"/>
                    <a:gd name="T16" fmla="*/ 86 w 102"/>
                    <a:gd name="T17" fmla="*/ 32 h 150"/>
                    <a:gd name="T18" fmla="*/ 80 w 102"/>
                    <a:gd name="T19" fmla="*/ 18 h 150"/>
                    <a:gd name="T20" fmla="*/ 70 w 102"/>
                    <a:gd name="T21" fmla="*/ 8 h 150"/>
                    <a:gd name="T22" fmla="*/ 60 w 102"/>
                    <a:gd name="T23" fmla="*/ 2 h 150"/>
                    <a:gd name="T24" fmla="*/ 50 w 102"/>
                    <a:gd name="T25" fmla="*/ 0 h 150"/>
                    <a:gd name="T26" fmla="*/ 50 w 102"/>
                    <a:gd name="T27" fmla="*/ 0 h 150"/>
                    <a:gd name="T28" fmla="*/ 40 w 102"/>
                    <a:gd name="T29" fmla="*/ 2 h 150"/>
                    <a:gd name="T30" fmla="*/ 30 w 102"/>
                    <a:gd name="T31" fmla="*/ 8 h 150"/>
                    <a:gd name="T32" fmla="*/ 22 w 102"/>
                    <a:gd name="T33" fmla="*/ 18 h 150"/>
                    <a:gd name="T34" fmla="*/ 14 w 102"/>
                    <a:gd name="T35" fmla="*/ 32 h 150"/>
                    <a:gd name="T36" fmla="*/ 8 w 102"/>
                    <a:gd name="T37" fmla="*/ 46 h 150"/>
                    <a:gd name="T38" fmla="*/ 4 w 102"/>
                    <a:gd name="T39" fmla="*/ 64 h 150"/>
                    <a:gd name="T40" fmla="*/ 0 w 102"/>
                    <a:gd name="T41" fmla="*/ 84 h 150"/>
                    <a:gd name="T42" fmla="*/ 0 w 102"/>
                    <a:gd name="T43" fmla="*/ 104 h 150"/>
                    <a:gd name="T44" fmla="*/ 0 w 102"/>
                    <a:gd name="T45" fmla="*/ 104 h 150"/>
                    <a:gd name="T46" fmla="*/ 0 w 102"/>
                    <a:gd name="T47" fmla="*/ 128 h 150"/>
                    <a:gd name="T48" fmla="*/ 4 w 102"/>
                    <a:gd name="T49" fmla="*/ 150 h 150"/>
                    <a:gd name="T50" fmla="*/ 96 w 102"/>
                    <a:gd name="T51"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2" h="150">
                      <a:moveTo>
                        <a:pt x="96" y="150"/>
                      </a:moveTo>
                      <a:lnTo>
                        <a:pt x="96" y="150"/>
                      </a:lnTo>
                      <a:lnTo>
                        <a:pt x="100" y="128"/>
                      </a:lnTo>
                      <a:lnTo>
                        <a:pt x="102" y="104"/>
                      </a:lnTo>
                      <a:lnTo>
                        <a:pt x="102" y="104"/>
                      </a:lnTo>
                      <a:lnTo>
                        <a:pt x="102" y="84"/>
                      </a:lnTo>
                      <a:lnTo>
                        <a:pt x="98" y="64"/>
                      </a:lnTo>
                      <a:lnTo>
                        <a:pt x="94" y="46"/>
                      </a:lnTo>
                      <a:lnTo>
                        <a:pt x="86" y="32"/>
                      </a:lnTo>
                      <a:lnTo>
                        <a:pt x="80" y="18"/>
                      </a:lnTo>
                      <a:lnTo>
                        <a:pt x="70" y="8"/>
                      </a:lnTo>
                      <a:lnTo>
                        <a:pt x="60" y="2"/>
                      </a:lnTo>
                      <a:lnTo>
                        <a:pt x="50" y="0"/>
                      </a:lnTo>
                      <a:lnTo>
                        <a:pt x="50" y="0"/>
                      </a:lnTo>
                      <a:lnTo>
                        <a:pt x="40" y="2"/>
                      </a:lnTo>
                      <a:lnTo>
                        <a:pt x="30" y="8"/>
                      </a:lnTo>
                      <a:lnTo>
                        <a:pt x="22" y="18"/>
                      </a:lnTo>
                      <a:lnTo>
                        <a:pt x="14" y="32"/>
                      </a:lnTo>
                      <a:lnTo>
                        <a:pt x="8" y="46"/>
                      </a:lnTo>
                      <a:lnTo>
                        <a:pt x="4" y="64"/>
                      </a:lnTo>
                      <a:lnTo>
                        <a:pt x="0" y="84"/>
                      </a:lnTo>
                      <a:lnTo>
                        <a:pt x="0" y="104"/>
                      </a:lnTo>
                      <a:lnTo>
                        <a:pt x="0" y="104"/>
                      </a:lnTo>
                      <a:lnTo>
                        <a:pt x="0" y="128"/>
                      </a:lnTo>
                      <a:lnTo>
                        <a:pt x="4" y="150"/>
                      </a:lnTo>
                      <a:lnTo>
                        <a:pt x="96" y="15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5" name="Freeform 27"/>
                <p:cNvSpPr>
                  <a:spLocks/>
                </p:cNvSpPr>
                <p:nvPr userDrawn="1"/>
              </p:nvSpPr>
              <p:spPr bwMode="auto">
                <a:xfrm>
                  <a:off x="8755160" y="278529"/>
                  <a:ext cx="87809" cy="227754"/>
                </a:xfrm>
                <a:custGeom>
                  <a:avLst/>
                  <a:gdLst>
                    <a:gd name="T0" fmla="*/ 16 w 64"/>
                    <a:gd name="T1" fmla="*/ 166 h 166"/>
                    <a:gd name="T2" fmla="*/ 38 w 64"/>
                    <a:gd name="T3" fmla="*/ 166 h 166"/>
                    <a:gd name="T4" fmla="*/ 38 w 64"/>
                    <a:gd name="T5" fmla="*/ 166 h 166"/>
                    <a:gd name="T6" fmla="*/ 36 w 64"/>
                    <a:gd name="T7" fmla="*/ 144 h 166"/>
                    <a:gd name="T8" fmla="*/ 36 w 64"/>
                    <a:gd name="T9" fmla="*/ 120 h 166"/>
                    <a:gd name="T10" fmla="*/ 36 w 64"/>
                    <a:gd name="T11" fmla="*/ 120 h 166"/>
                    <a:gd name="T12" fmla="*/ 38 w 64"/>
                    <a:gd name="T13" fmla="*/ 92 h 166"/>
                    <a:gd name="T14" fmla="*/ 44 w 64"/>
                    <a:gd name="T15" fmla="*/ 66 h 166"/>
                    <a:gd name="T16" fmla="*/ 52 w 64"/>
                    <a:gd name="T17" fmla="*/ 42 h 166"/>
                    <a:gd name="T18" fmla="*/ 58 w 64"/>
                    <a:gd name="T19" fmla="*/ 34 h 166"/>
                    <a:gd name="T20" fmla="*/ 64 w 64"/>
                    <a:gd name="T21" fmla="*/ 26 h 166"/>
                    <a:gd name="T22" fmla="*/ 64 w 64"/>
                    <a:gd name="T23" fmla="*/ 26 h 166"/>
                    <a:gd name="T24" fmla="*/ 56 w 64"/>
                    <a:gd name="T25" fmla="*/ 14 h 166"/>
                    <a:gd name="T26" fmla="*/ 46 w 64"/>
                    <a:gd name="T27" fmla="*/ 6 h 166"/>
                    <a:gd name="T28" fmla="*/ 36 w 64"/>
                    <a:gd name="T29" fmla="*/ 2 h 166"/>
                    <a:gd name="T30" fmla="*/ 26 w 64"/>
                    <a:gd name="T31" fmla="*/ 0 h 166"/>
                    <a:gd name="T32" fmla="*/ 26 w 64"/>
                    <a:gd name="T33" fmla="*/ 0 h 166"/>
                    <a:gd name="T34" fmla="*/ 18 w 64"/>
                    <a:gd name="T35" fmla="*/ 0 h 166"/>
                    <a:gd name="T36" fmla="*/ 12 w 64"/>
                    <a:gd name="T37" fmla="*/ 2 h 166"/>
                    <a:gd name="T38" fmla="*/ 0 w 64"/>
                    <a:gd name="T39" fmla="*/ 12 h 166"/>
                    <a:gd name="T40" fmla="*/ 0 w 64"/>
                    <a:gd name="T41" fmla="*/ 12 h 166"/>
                    <a:gd name="T42" fmla="*/ 10 w 64"/>
                    <a:gd name="T43" fmla="*/ 30 h 166"/>
                    <a:gd name="T44" fmla="*/ 16 w 64"/>
                    <a:gd name="T45" fmla="*/ 54 h 166"/>
                    <a:gd name="T46" fmla="*/ 22 w 64"/>
                    <a:gd name="T47" fmla="*/ 82 h 166"/>
                    <a:gd name="T48" fmla="*/ 24 w 64"/>
                    <a:gd name="T49" fmla="*/ 110 h 166"/>
                    <a:gd name="T50" fmla="*/ 24 w 64"/>
                    <a:gd name="T51" fmla="*/ 110 h 166"/>
                    <a:gd name="T52" fmla="*/ 22 w 64"/>
                    <a:gd name="T53" fmla="*/ 140 h 166"/>
                    <a:gd name="T54" fmla="*/ 16 w 64"/>
                    <a:gd name="T55" fmla="*/ 166 h 166"/>
                    <a:gd name="T56" fmla="*/ 16 w 64"/>
                    <a:gd name="T57" fmla="*/ 16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166">
                      <a:moveTo>
                        <a:pt x="16" y="166"/>
                      </a:moveTo>
                      <a:lnTo>
                        <a:pt x="38" y="166"/>
                      </a:lnTo>
                      <a:lnTo>
                        <a:pt x="38" y="166"/>
                      </a:lnTo>
                      <a:lnTo>
                        <a:pt x="36" y="144"/>
                      </a:lnTo>
                      <a:lnTo>
                        <a:pt x="36" y="120"/>
                      </a:lnTo>
                      <a:lnTo>
                        <a:pt x="36" y="120"/>
                      </a:lnTo>
                      <a:lnTo>
                        <a:pt x="38" y="92"/>
                      </a:lnTo>
                      <a:lnTo>
                        <a:pt x="44" y="66"/>
                      </a:lnTo>
                      <a:lnTo>
                        <a:pt x="52" y="42"/>
                      </a:lnTo>
                      <a:lnTo>
                        <a:pt x="58" y="34"/>
                      </a:lnTo>
                      <a:lnTo>
                        <a:pt x="64" y="26"/>
                      </a:lnTo>
                      <a:lnTo>
                        <a:pt x="64" y="26"/>
                      </a:lnTo>
                      <a:lnTo>
                        <a:pt x="56" y="14"/>
                      </a:lnTo>
                      <a:lnTo>
                        <a:pt x="46" y="6"/>
                      </a:lnTo>
                      <a:lnTo>
                        <a:pt x="36" y="2"/>
                      </a:lnTo>
                      <a:lnTo>
                        <a:pt x="26" y="0"/>
                      </a:lnTo>
                      <a:lnTo>
                        <a:pt x="26" y="0"/>
                      </a:lnTo>
                      <a:lnTo>
                        <a:pt x="18" y="0"/>
                      </a:lnTo>
                      <a:lnTo>
                        <a:pt x="12" y="2"/>
                      </a:lnTo>
                      <a:lnTo>
                        <a:pt x="0" y="12"/>
                      </a:lnTo>
                      <a:lnTo>
                        <a:pt x="0" y="12"/>
                      </a:lnTo>
                      <a:lnTo>
                        <a:pt x="10" y="30"/>
                      </a:lnTo>
                      <a:lnTo>
                        <a:pt x="16" y="54"/>
                      </a:lnTo>
                      <a:lnTo>
                        <a:pt x="22" y="82"/>
                      </a:lnTo>
                      <a:lnTo>
                        <a:pt x="24" y="110"/>
                      </a:lnTo>
                      <a:lnTo>
                        <a:pt x="24" y="110"/>
                      </a:lnTo>
                      <a:lnTo>
                        <a:pt x="22" y="140"/>
                      </a:lnTo>
                      <a:lnTo>
                        <a:pt x="16" y="166"/>
                      </a:lnTo>
                      <a:lnTo>
                        <a:pt x="16" y="166"/>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6" name="Freeform 28"/>
                <p:cNvSpPr>
                  <a:spLocks/>
                </p:cNvSpPr>
                <p:nvPr userDrawn="1"/>
              </p:nvSpPr>
              <p:spPr bwMode="auto">
                <a:xfrm>
                  <a:off x="8532895" y="91935"/>
                  <a:ext cx="27440" cy="444531"/>
                </a:xfrm>
                <a:custGeom>
                  <a:avLst/>
                  <a:gdLst>
                    <a:gd name="T0" fmla="*/ 0 w 20"/>
                    <a:gd name="T1" fmla="*/ 10 h 324"/>
                    <a:gd name="T2" fmla="*/ 0 w 20"/>
                    <a:gd name="T3" fmla="*/ 10 h 324"/>
                    <a:gd name="T4" fmla="*/ 0 w 20"/>
                    <a:gd name="T5" fmla="*/ 314 h 324"/>
                    <a:gd name="T6" fmla="*/ 0 w 20"/>
                    <a:gd name="T7" fmla="*/ 314 h 324"/>
                    <a:gd name="T8" fmla="*/ 2 w 20"/>
                    <a:gd name="T9" fmla="*/ 318 h 324"/>
                    <a:gd name="T10" fmla="*/ 4 w 20"/>
                    <a:gd name="T11" fmla="*/ 322 h 324"/>
                    <a:gd name="T12" fmla="*/ 8 w 20"/>
                    <a:gd name="T13" fmla="*/ 322 h 324"/>
                    <a:gd name="T14" fmla="*/ 10 w 20"/>
                    <a:gd name="T15" fmla="*/ 324 h 324"/>
                    <a:gd name="T16" fmla="*/ 14 w 20"/>
                    <a:gd name="T17" fmla="*/ 322 h 324"/>
                    <a:gd name="T18" fmla="*/ 18 w 20"/>
                    <a:gd name="T19" fmla="*/ 322 h 324"/>
                    <a:gd name="T20" fmla="*/ 20 w 20"/>
                    <a:gd name="T21" fmla="*/ 318 h 324"/>
                    <a:gd name="T22" fmla="*/ 20 w 20"/>
                    <a:gd name="T23" fmla="*/ 314 h 324"/>
                    <a:gd name="T24" fmla="*/ 20 w 20"/>
                    <a:gd name="T25" fmla="*/ 314 h 324"/>
                    <a:gd name="T26" fmla="*/ 20 w 20"/>
                    <a:gd name="T27" fmla="*/ 10 h 324"/>
                    <a:gd name="T28" fmla="*/ 20 w 20"/>
                    <a:gd name="T29" fmla="*/ 10 h 324"/>
                    <a:gd name="T30" fmla="*/ 20 w 20"/>
                    <a:gd name="T31" fmla="*/ 6 h 324"/>
                    <a:gd name="T32" fmla="*/ 18 w 20"/>
                    <a:gd name="T33" fmla="*/ 2 h 324"/>
                    <a:gd name="T34" fmla="*/ 14 w 20"/>
                    <a:gd name="T35" fmla="*/ 0 h 324"/>
                    <a:gd name="T36" fmla="*/ 10 w 20"/>
                    <a:gd name="T37" fmla="*/ 0 h 324"/>
                    <a:gd name="T38" fmla="*/ 8 w 20"/>
                    <a:gd name="T39" fmla="*/ 0 h 324"/>
                    <a:gd name="T40" fmla="*/ 4 w 20"/>
                    <a:gd name="T41" fmla="*/ 2 h 324"/>
                    <a:gd name="T42" fmla="*/ 2 w 20"/>
                    <a:gd name="T43" fmla="*/ 6 h 324"/>
                    <a:gd name="T44" fmla="*/ 0 w 20"/>
                    <a:gd name="T45" fmla="*/ 10 h 324"/>
                    <a:gd name="T46" fmla="*/ 0 w 20"/>
                    <a:gd name="T47" fmla="*/ 1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4">
                      <a:moveTo>
                        <a:pt x="0" y="10"/>
                      </a:moveTo>
                      <a:lnTo>
                        <a:pt x="0" y="10"/>
                      </a:lnTo>
                      <a:lnTo>
                        <a:pt x="0" y="314"/>
                      </a:lnTo>
                      <a:lnTo>
                        <a:pt x="0" y="314"/>
                      </a:lnTo>
                      <a:lnTo>
                        <a:pt x="2" y="318"/>
                      </a:lnTo>
                      <a:lnTo>
                        <a:pt x="4" y="322"/>
                      </a:lnTo>
                      <a:lnTo>
                        <a:pt x="8" y="322"/>
                      </a:lnTo>
                      <a:lnTo>
                        <a:pt x="10" y="324"/>
                      </a:lnTo>
                      <a:lnTo>
                        <a:pt x="14" y="322"/>
                      </a:lnTo>
                      <a:lnTo>
                        <a:pt x="18" y="322"/>
                      </a:lnTo>
                      <a:lnTo>
                        <a:pt x="20" y="318"/>
                      </a:lnTo>
                      <a:lnTo>
                        <a:pt x="20" y="314"/>
                      </a:lnTo>
                      <a:lnTo>
                        <a:pt x="20" y="314"/>
                      </a:lnTo>
                      <a:lnTo>
                        <a:pt x="20" y="10"/>
                      </a:lnTo>
                      <a:lnTo>
                        <a:pt x="20" y="10"/>
                      </a:lnTo>
                      <a:lnTo>
                        <a:pt x="20" y="6"/>
                      </a:lnTo>
                      <a:lnTo>
                        <a:pt x="18" y="2"/>
                      </a:lnTo>
                      <a:lnTo>
                        <a:pt x="14" y="0"/>
                      </a:lnTo>
                      <a:lnTo>
                        <a:pt x="10" y="0"/>
                      </a:lnTo>
                      <a:lnTo>
                        <a:pt x="8" y="0"/>
                      </a:lnTo>
                      <a:lnTo>
                        <a:pt x="4" y="2"/>
                      </a:lnTo>
                      <a:lnTo>
                        <a:pt x="2" y="6"/>
                      </a:lnTo>
                      <a:lnTo>
                        <a:pt x="0" y="10"/>
                      </a:lnTo>
                      <a:lnTo>
                        <a:pt x="0" y="1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7" name="Freeform 29"/>
                <p:cNvSpPr>
                  <a:spLocks/>
                </p:cNvSpPr>
                <p:nvPr userDrawn="1"/>
              </p:nvSpPr>
              <p:spPr bwMode="auto">
                <a:xfrm>
                  <a:off x="8535640" y="91935"/>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2 h 20"/>
                    <a:gd name="T12" fmla="*/ 0 w 54"/>
                    <a:gd name="T13" fmla="*/ 6 h 20"/>
                    <a:gd name="T14" fmla="*/ 0 w 54"/>
                    <a:gd name="T15" fmla="*/ 10 h 20"/>
                    <a:gd name="T16" fmla="*/ 0 w 54"/>
                    <a:gd name="T17" fmla="*/ 14 h 20"/>
                    <a:gd name="T18" fmla="*/ 2 w 54"/>
                    <a:gd name="T19" fmla="*/ 16 h 20"/>
                    <a:gd name="T20" fmla="*/ 4 w 54"/>
                    <a:gd name="T21" fmla="*/ 18 h 20"/>
                    <a:gd name="T22" fmla="*/ 8 w 54"/>
                    <a:gd name="T23" fmla="*/ 20 h 20"/>
                    <a:gd name="T24" fmla="*/ 8 w 54"/>
                    <a:gd name="T25" fmla="*/ 20 h 20"/>
                    <a:gd name="T26" fmla="*/ 44 w 54"/>
                    <a:gd name="T27" fmla="*/ 20 h 20"/>
                    <a:gd name="T28" fmla="*/ 44 w 54"/>
                    <a:gd name="T29" fmla="*/ 20 h 20"/>
                    <a:gd name="T30" fmla="*/ 48 w 54"/>
                    <a:gd name="T31" fmla="*/ 18 h 20"/>
                    <a:gd name="T32" fmla="*/ 52 w 54"/>
                    <a:gd name="T33" fmla="*/ 16 h 20"/>
                    <a:gd name="T34" fmla="*/ 54 w 54"/>
                    <a:gd name="T35" fmla="*/ 14 h 20"/>
                    <a:gd name="T36" fmla="*/ 54 w 54"/>
                    <a:gd name="T37" fmla="*/ 10 h 20"/>
                    <a:gd name="T38" fmla="*/ 54 w 54"/>
                    <a:gd name="T39" fmla="*/ 6 h 20"/>
                    <a:gd name="T40" fmla="*/ 52 w 54"/>
                    <a:gd name="T41" fmla="*/ 2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2"/>
                      </a:lnTo>
                      <a:lnTo>
                        <a:pt x="0" y="6"/>
                      </a:lnTo>
                      <a:lnTo>
                        <a:pt x="0" y="10"/>
                      </a:lnTo>
                      <a:lnTo>
                        <a:pt x="0" y="14"/>
                      </a:lnTo>
                      <a:lnTo>
                        <a:pt x="2" y="16"/>
                      </a:lnTo>
                      <a:lnTo>
                        <a:pt x="4" y="18"/>
                      </a:lnTo>
                      <a:lnTo>
                        <a:pt x="8" y="20"/>
                      </a:ln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8" name="Freeform 30"/>
                <p:cNvSpPr>
                  <a:spLocks/>
                </p:cNvSpPr>
                <p:nvPr userDrawn="1"/>
              </p:nvSpPr>
              <p:spPr bwMode="auto">
                <a:xfrm>
                  <a:off x="8535638" y="509027"/>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4 h 20"/>
                    <a:gd name="T12" fmla="*/ 0 w 54"/>
                    <a:gd name="T13" fmla="*/ 6 h 20"/>
                    <a:gd name="T14" fmla="*/ 0 w 54"/>
                    <a:gd name="T15" fmla="*/ 10 h 20"/>
                    <a:gd name="T16" fmla="*/ 0 w 54"/>
                    <a:gd name="T17" fmla="*/ 14 h 20"/>
                    <a:gd name="T18" fmla="*/ 2 w 54"/>
                    <a:gd name="T19" fmla="*/ 16 h 20"/>
                    <a:gd name="T20" fmla="*/ 4 w 54"/>
                    <a:gd name="T21" fmla="*/ 20 h 20"/>
                    <a:gd name="T22" fmla="*/ 8 w 54"/>
                    <a:gd name="T23" fmla="*/ 20 h 20"/>
                    <a:gd name="T24" fmla="*/ 8 w 54"/>
                    <a:gd name="T25" fmla="*/ 20 h 20"/>
                    <a:gd name="T26" fmla="*/ 44 w 54"/>
                    <a:gd name="T27" fmla="*/ 20 h 20"/>
                    <a:gd name="T28" fmla="*/ 44 w 54"/>
                    <a:gd name="T29" fmla="*/ 20 h 20"/>
                    <a:gd name="T30" fmla="*/ 48 w 54"/>
                    <a:gd name="T31" fmla="*/ 20 h 20"/>
                    <a:gd name="T32" fmla="*/ 52 w 54"/>
                    <a:gd name="T33" fmla="*/ 16 h 20"/>
                    <a:gd name="T34" fmla="*/ 54 w 54"/>
                    <a:gd name="T35" fmla="*/ 14 h 20"/>
                    <a:gd name="T36" fmla="*/ 54 w 54"/>
                    <a:gd name="T37" fmla="*/ 10 h 20"/>
                    <a:gd name="T38" fmla="*/ 54 w 54"/>
                    <a:gd name="T39" fmla="*/ 6 h 20"/>
                    <a:gd name="T40" fmla="*/ 52 w 54"/>
                    <a:gd name="T41" fmla="*/ 4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4"/>
                      </a:lnTo>
                      <a:lnTo>
                        <a:pt x="0" y="6"/>
                      </a:lnTo>
                      <a:lnTo>
                        <a:pt x="0" y="10"/>
                      </a:lnTo>
                      <a:lnTo>
                        <a:pt x="0" y="14"/>
                      </a:lnTo>
                      <a:lnTo>
                        <a:pt x="2" y="16"/>
                      </a:lnTo>
                      <a:lnTo>
                        <a:pt x="4" y="20"/>
                      </a:lnTo>
                      <a:lnTo>
                        <a:pt x="8" y="20"/>
                      </a:ln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9" name="Freeform 31"/>
                <p:cNvSpPr>
                  <a:spLocks/>
                </p:cNvSpPr>
                <p:nvPr userDrawn="1"/>
              </p:nvSpPr>
              <p:spPr bwMode="auto">
                <a:xfrm>
                  <a:off x="9010354" y="91935"/>
                  <a:ext cx="27440" cy="441787"/>
                </a:xfrm>
                <a:custGeom>
                  <a:avLst/>
                  <a:gdLst>
                    <a:gd name="T0" fmla="*/ 20 w 20"/>
                    <a:gd name="T1" fmla="*/ 312 h 322"/>
                    <a:gd name="T2" fmla="*/ 20 w 20"/>
                    <a:gd name="T3" fmla="*/ 312 h 322"/>
                    <a:gd name="T4" fmla="*/ 20 w 20"/>
                    <a:gd name="T5" fmla="*/ 10 h 322"/>
                    <a:gd name="T6" fmla="*/ 20 w 20"/>
                    <a:gd name="T7" fmla="*/ 10 h 322"/>
                    <a:gd name="T8" fmla="*/ 20 w 20"/>
                    <a:gd name="T9" fmla="*/ 6 h 322"/>
                    <a:gd name="T10" fmla="*/ 16 w 20"/>
                    <a:gd name="T11" fmla="*/ 2 h 322"/>
                    <a:gd name="T12" fmla="*/ 14 w 20"/>
                    <a:gd name="T13" fmla="*/ 0 h 322"/>
                    <a:gd name="T14" fmla="*/ 10 w 20"/>
                    <a:gd name="T15" fmla="*/ 0 h 322"/>
                    <a:gd name="T16" fmla="*/ 6 w 20"/>
                    <a:gd name="T17" fmla="*/ 0 h 322"/>
                    <a:gd name="T18" fmla="*/ 4 w 20"/>
                    <a:gd name="T19" fmla="*/ 2 h 322"/>
                    <a:gd name="T20" fmla="*/ 0 w 20"/>
                    <a:gd name="T21" fmla="*/ 6 h 322"/>
                    <a:gd name="T22" fmla="*/ 0 w 20"/>
                    <a:gd name="T23" fmla="*/ 10 h 322"/>
                    <a:gd name="T24" fmla="*/ 0 w 20"/>
                    <a:gd name="T25" fmla="*/ 10 h 322"/>
                    <a:gd name="T26" fmla="*/ 0 w 20"/>
                    <a:gd name="T27" fmla="*/ 312 h 322"/>
                    <a:gd name="T28" fmla="*/ 0 w 20"/>
                    <a:gd name="T29" fmla="*/ 312 h 322"/>
                    <a:gd name="T30" fmla="*/ 0 w 20"/>
                    <a:gd name="T31" fmla="*/ 316 h 322"/>
                    <a:gd name="T32" fmla="*/ 4 w 20"/>
                    <a:gd name="T33" fmla="*/ 320 h 322"/>
                    <a:gd name="T34" fmla="*/ 6 w 20"/>
                    <a:gd name="T35" fmla="*/ 322 h 322"/>
                    <a:gd name="T36" fmla="*/ 10 w 20"/>
                    <a:gd name="T37" fmla="*/ 322 h 322"/>
                    <a:gd name="T38" fmla="*/ 14 w 20"/>
                    <a:gd name="T39" fmla="*/ 322 h 322"/>
                    <a:gd name="T40" fmla="*/ 16 w 20"/>
                    <a:gd name="T41" fmla="*/ 320 h 322"/>
                    <a:gd name="T42" fmla="*/ 20 w 20"/>
                    <a:gd name="T43" fmla="*/ 316 h 322"/>
                    <a:gd name="T44" fmla="*/ 20 w 20"/>
                    <a:gd name="T45" fmla="*/ 312 h 322"/>
                    <a:gd name="T46" fmla="*/ 20 w 20"/>
                    <a:gd name="T47" fmla="*/ 31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2">
                      <a:moveTo>
                        <a:pt x="20" y="312"/>
                      </a:moveTo>
                      <a:lnTo>
                        <a:pt x="20" y="312"/>
                      </a:lnTo>
                      <a:lnTo>
                        <a:pt x="20" y="10"/>
                      </a:lnTo>
                      <a:lnTo>
                        <a:pt x="20" y="10"/>
                      </a:lnTo>
                      <a:lnTo>
                        <a:pt x="20" y="6"/>
                      </a:lnTo>
                      <a:lnTo>
                        <a:pt x="16" y="2"/>
                      </a:lnTo>
                      <a:lnTo>
                        <a:pt x="14" y="0"/>
                      </a:lnTo>
                      <a:lnTo>
                        <a:pt x="10" y="0"/>
                      </a:lnTo>
                      <a:lnTo>
                        <a:pt x="6" y="0"/>
                      </a:lnTo>
                      <a:lnTo>
                        <a:pt x="4" y="2"/>
                      </a:lnTo>
                      <a:lnTo>
                        <a:pt x="0" y="6"/>
                      </a:lnTo>
                      <a:lnTo>
                        <a:pt x="0" y="10"/>
                      </a:lnTo>
                      <a:lnTo>
                        <a:pt x="0" y="10"/>
                      </a:lnTo>
                      <a:lnTo>
                        <a:pt x="0" y="312"/>
                      </a:lnTo>
                      <a:lnTo>
                        <a:pt x="0" y="312"/>
                      </a:lnTo>
                      <a:lnTo>
                        <a:pt x="0" y="316"/>
                      </a:lnTo>
                      <a:lnTo>
                        <a:pt x="4" y="320"/>
                      </a:lnTo>
                      <a:lnTo>
                        <a:pt x="6" y="322"/>
                      </a:lnTo>
                      <a:lnTo>
                        <a:pt x="10" y="322"/>
                      </a:lnTo>
                      <a:lnTo>
                        <a:pt x="14" y="322"/>
                      </a:lnTo>
                      <a:lnTo>
                        <a:pt x="16" y="320"/>
                      </a:lnTo>
                      <a:lnTo>
                        <a:pt x="20" y="316"/>
                      </a:lnTo>
                      <a:lnTo>
                        <a:pt x="20" y="312"/>
                      </a:lnTo>
                      <a:lnTo>
                        <a:pt x="20" y="312"/>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30" name="Freeform 32"/>
                <p:cNvSpPr>
                  <a:spLocks/>
                </p:cNvSpPr>
                <p:nvPr userDrawn="1"/>
              </p:nvSpPr>
              <p:spPr bwMode="auto">
                <a:xfrm>
                  <a:off x="8963705" y="506283"/>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20 h 20"/>
                    <a:gd name="T10" fmla="*/ 52 w 54"/>
                    <a:gd name="T11" fmla="*/ 16 h 20"/>
                    <a:gd name="T12" fmla="*/ 54 w 54"/>
                    <a:gd name="T13" fmla="*/ 14 h 20"/>
                    <a:gd name="T14" fmla="*/ 54 w 54"/>
                    <a:gd name="T15" fmla="*/ 10 h 20"/>
                    <a:gd name="T16" fmla="*/ 54 w 54"/>
                    <a:gd name="T17" fmla="*/ 6 h 20"/>
                    <a:gd name="T18" fmla="*/ 52 w 54"/>
                    <a:gd name="T19" fmla="*/ 4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4 h 20"/>
                    <a:gd name="T34" fmla="*/ 0 w 54"/>
                    <a:gd name="T35" fmla="*/ 6 h 20"/>
                    <a:gd name="T36" fmla="*/ 0 w 54"/>
                    <a:gd name="T37" fmla="*/ 10 h 20"/>
                    <a:gd name="T38" fmla="*/ 0 w 54"/>
                    <a:gd name="T39" fmla="*/ 14 h 20"/>
                    <a:gd name="T40" fmla="*/ 2 w 54"/>
                    <a:gd name="T41" fmla="*/ 16 h 20"/>
                    <a:gd name="T42" fmla="*/ 4 w 54"/>
                    <a:gd name="T43" fmla="*/ 20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lnTo>
                        <a:pt x="8" y="0"/>
                      </a:lnTo>
                      <a:lnTo>
                        <a:pt x="8" y="0"/>
                      </a:lnTo>
                      <a:lnTo>
                        <a:pt x="4" y="0"/>
                      </a:lnTo>
                      <a:lnTo>
                        <a:pt x="2" y="4"/>
                      </a:lnTo>
                      <a:lnTo>
                        <a:pt x="0" y="6"/>
                      </a:lnTo>
                      <a:lnTo>
                        <a:pt x="0" y="10"/>
                      </a:lnTo>
                      <a:lnTo>
                        <a:pt x="0" y="14"/>
                      </a:lnTo>
                      <a:lnTo>
                        <a:pt x="2" y="16"/>
                      </a:lnTo>
                      <a:lnTo>
                        <a:pt x="4" y="20"/>
                      </a:lnTo>
                      <a:lnTo>
                        <a:pt x="8" y="20"/>
                      </a:lnTo>
                      <a:lnTo>
                        <a:pt x="8" y="2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31" name="Freeform 33"/>
                <p:cNvSpPr>
                  <a:spLocks/>
                </p:cNvSpPr>
                <p:nvPr userDrawn="1"/>
              </p:nvSpPr>
              <p:spPr bwMode="auto">
                <a:xfrm>
                  <a:off x="8963705" y="91935"/>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18 h 20"/>
                    <a:gd name="T10" fmla="*/ 52 w 54"/>
                    <a:gd name="T11" fmla="*/ 16 h 20"/>
                    <a:gd name="T12" fmla="*/ 54 w 54"/>
                    <a:gd name="T13" fmla="*/ 14 h 20"/>
                    <a:gd name="T14" fmla="*/ 54 w 54"/>
                    <a:gd name="T15" fmla="*/ 10 h 20"/>
                    <a:gd name="T16" fmla="*/ 54 w 54"/>
                    <a:gd name="T17" fmla="*/ 6 h 20"/>
                    <a:gd name="T18" fmla="*/ 52 w 54"/>
                    <a:gd name="T19" fmla="*/ 2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2 h 20"/>
                    <a:gd name="T34" fmla="*/ 0 w 54"/>
                    <a:gd name="T35" fmla="*/ 6 h 20"/>
                    <a:gd name="T36" fmla="*/ 0 w 54"/>
                    <a:gd name="T37" fmla="*/ 10 h 20"/>
                    <a:gd name="T38" fmla="*/ 0 w 54"/>
                    <a:gd name="T39" fmla="*/ 14 h 20"/>
                    <a:gd name="T40" fmla="*/ 2 w 54"/>
                    <a:gd name="T41" fmla="*/ 16 h 20"/>
                    <a:gd name="T42" fmla="*/ 4 w 54"/>
                    <a:gd name="T43" fmla="*/ 18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lnTo>
                        <a:pt x="8" y="0"/>
                      </a:lnTo>
                      <a:lnTo>
                        <a:pt x="8" y="0"/>
                      </a:lnTo>
                      <a:lnTo>
                        <a:pt x="4" y="0"/>
                      </a:lnTo>
                      <a:lnTo>
                        <a:pt x="2" y="2"/>
                      </a:lnTo>
                      <a:lnTo>
                        <a:pt x="0" y="6"/>
                      </a:lnTo>
                      <a:lnTo>
                        <a:pt x="0" y="10"/>
                      </a:lnTo>
                      <a:lnTo>
                        <a:pt x="0" y="14"/>
                      </a:lnTo>
                      <a:lnTo>
                        <a:pt x="2" y="16"/>
                      </a:lnTo>
                      <a:lnTo>
                        <a:pt x="4" y="18"/>
                      </a:lnTo>
                      <a:lnTo>
                        <a:pt x="8" y="20"/>
                      </a:lnTo>
                      <a:lnTo>
                        <a:pt x="8" y="2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grpSp>
        </p:grpSp>
        <p:sp>
          <p:nvSpPr>
            <p:cNvPr id="14" name="TextBox 27"/>
            <p:cNvSpPr txBox="1"/>
            <p:nvPr userDrawn="1"/>
          </p:nvSpPr>
          <p:spPr>
            <a:xfrm rot="16200000">
              <a:off x="10888482" y="237391"/>
              <a:ext cx="269659" cy="72461"/>
            </a:xfrm>
            <a:prstGeom prst="rect">
              <a:avLst/>
            </a:prstGeom>
            <a:noFill/>
          </p:spPr>
          <p:txBody>
            <a:bodyPr wrap="square" lIns="0" tIns="0" rIns="0" bIns="10800" rtlCol="0">
              <a:spAutoFit/>
            </a:bodyPr>
            <a:lstStyle/>
            <a:p>
              <a:pPr algn="ctr"/>
              <a:r>
                <a:rPr lang="en-GB" sz="400" dirty="0">
                  <a:solidFill>
                    <a:schemeClr val="bg1"/>
                  </a:solidFill>
                </a:rPr>
                <a:t>Confidential</a:t>
              </a:r>
            </a:p>
          </p:txBody>
        </p:sp>
      </p:grpSp>
    </p:spTree>
    <p:extLst>
      <p:ext uri="{BB962C8B-B14F-4D97-AF65-F5344CB8AC3E}">
        <p14:creationId xmlns:p14="http://schemas.microsoft.com/office/powerpoint/2010/main" val="3519584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_1" preserve="1" userDrawn="1">
  <p:cSld name="Cover NO photo ll">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4761" y="0"/>
            <a:ext cx="9148763" cy="6858000"/>
          </a:xfrm>
          <a:prstGeom prst="rect">
            <a:avLst/>
          </a:prstGeom>
          <a:gradFill>
            <a:gsLst>
              <a:gs pos="0">
                <a:schemeClr val="accent1"/>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70" name="Freeform 5"/>
          <p:cNvSpPr>
            <a:spLocks/>
          </p:cNvSpPr>
          <p:nvPr userDrawn="1"/>
        </p:nvSpPr>
        <p:spPr bwMode="auto">
          <a:xfrm>
            <a:off x="470819" y="999067"/>
            <a:ext cx="8241679" cy="5879190"/>
          </a:xfrm>
          <a:custGeom>
            <a:avLst/>
            <a:gdLst>
              <a:gd name="T0" fmla="*/ 1104 w 1265"/>
              <a:gd name="T1" fmla="*/ 110 h 903"/>
              <a:gd name="T2" fmla="*/ 427 w 1265"/>
              <a:gd name="T3" fmla="*/ 25 h 903"/>
              <a:gd name="T4" fmla="*/ 169 w 1265"/>
              <a:gd name="T5" fmla="*/ 59 h 903"/>
              <a:gd name="T6" fmla="*/ 169 w 1265"/>
              <a:gd name="T7" fmla="*/ 59 h 903"/>
              <a:gd name="T8" fmla="*/ 169 w 1265"/>
              <a:gd name="T9" fmla="*/ 59 h 903"/>
              <a:gd name="T10" fmla="*/ 82 w 1265"/>
              <a:gd name="T11" fmla="*/ 221 h 903"/>
              <a:gd name="T12" fmla="*/ 32 w 1265"/>
              <a:gd name="T13" fmla="*/ 407 h 903"/>
              <a:gd name="T14" fmla="*/ 190 w 1265"/>
              <a:gd name="T15" fmla="*/ 663 h 903"/>
              <a:gd name="T16" fmla="*/ 489 w 1265"/>
              <a:gd name="T17" fmla="*/ 903 h 903"/>
              <a:gd name="T18" fmla="*/ 1129 w 1265"/>
              <a:gd name="T19" fmla="*/ 903 h 903"/>
              <a:gd name="T20" fmla="*/ 1247 w 1265"/>
              <a:gd name="T21" fmla="*/ 327 h 903"/>
              <a:gd name="T22" fmla="*/ 1104 w 1265"/>
              <a:gd name="T23" fmla="*/ 11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65" h="903">
                <a:moveTo>
                  <a:pt x="1104" y="110"/>
                </a:moveTo>
                <a:cubicBezTo>
                  <a:pt x="427" y="25"/>
                  <a:pt x="427" y="25"/>
                  <a:pt x="427" y="25"/>
                </a:cubicBezTo>
                <a:cubicBezTo>
                  <a:pt x="338" y="16"/>
                  <a:pt x="243" y="0"/>
                  <a:pt x="169" y="59"/>
                </a:cubicBezTo>
                <a:cubicBezTo>
                  <a:pt x="169" y="59"/>
                  <a:pt x="169" y="59"/>
                  <a:pt x="169" y="59"/>
                </a:cubicBezTo>
                <a:cubicBezTo>
                  <a:pt x="169" y="59"/>
                  <a:pt x="169" y="59"/>
                  <a:pt x="169" y="59"/>
                </a:cubicBezTo>
                <a:cubicBezTo>
                  <a:pt x="117" y="101"/>
                  <a:pt x="99" y="158"/>
                  <a:pt x="82" y="221"/>
                </a:cubicBezTo>
                <a:cubicBezTo>
                  <a:pt x="32" y="407"/>
                  <a:pt x="32" y="407"/>
                  <a:pt x="32" y="407"/>
                </a:cubicBezTo>
                <a:cubicBezTo>
                  <a:pt x="0" y="523"/>
                  <a:pt x="113" y="599"/>
                  <a:pt x="190" y="663"/>
                </a:cubicBezTo>
                <a:cubicBezTo>
                  <a:pt x="190" y="663"/>
                  <a:pt x="355" y="796"/>
                  <a:pt x="489" y="903"/>
                </a:cubicBezTo>
                <a:cubicBezTo>
                  <a:pt x="1129" y="903"/>
                  <a:pt x="1129" y="903"/>
                  <a:pt x="1129" y="903"/>
                </a:cubicBezTo>
                <a:cubicBezTo>
                  <a:pt x="1247" y="327"/>
                  <a:pt x="1247" y="327"/>
                  <a:pt x="1247" y="327"/>
                </a:cubicBezTo>
                <a:cubicBezTo>
                  <a:pt x="1265" y="222"/>
                  <a:pt x="1211" y="126"/>
                  <a:pt x="1104" y="110"/>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s-ES"/>
          </a:p>
        </p:txBody>
      </p:sp>
      <p:sp>
        <p:nvSpPr>
          <p:cNvPr id="86" name="Freeform 31"/>
          <p:cNvSpPr>
            <a:spLocks/>
          </p:cNvSpPr>
          <p:nvPr userDrawn="1"/>
        </p:nvSpPr>
        <p:spPr bwMode="auto">
          <a:xfrm>
            <a:off x="28581" y="298463"/>
            <a:ext cx="9084469" cy="6257925"/>
          </a:xfrm>
          <a:custGeom>
            <a:avLst/>
            <a:gdLst>
              <a:gd name="T0" fmla="*/ 0 w 7630"/>
              <a:gd name="T1" fmla="*/ 1263 h 3942"/>
              <a:gd name="T2" fmla="*/ 0 w 7630"/>
              <a:gd name="T3" fmla="*/ 3942 h 3942"/>
              <a:gd name="T4" fmla="*/ 7630 w 7630"/>
              <a:gd name="T5" fmla="*/ 3942 h 3942"/>
              <a:gd name="T6" fmla="*/ 7630 w 7630"/>
              <a:gd name="T7" fmla="*/ 0 h 3942"/>
            </a:gdLst>
            <a:ahLst/>
            <a:cxnLst>
              <a:cxn ang="0">
                <a:pos x="T0" y="T1"/>
              </a:cxn>
              <a:cxn ang="0">
                <a:pos x="T2" y="T3"/>
              </a:cxn>
              <a:cxn ang="0">
                <a:pos x="T4" y="T5"/>
              </a:cxn>
              <a:cxn ang="0">
                <a:pos x="T6" y="T7"/>
              </a:cxn>
            </a:cxnLst>
            <a:rect l="0" t="0" r="r" b="b"/>
            <a:pathLst>
              <a:path w="7630" h="3942">
                <a:moveTo>
                  <a:pt x="0" y="1263"/>
                </a:moveTo>
                <a:lnTo>
                  <a:pt x="0" y="3942"/>
                </a:lnTo>
                <a:lnTo>
                  <a:pt x="7630" y="3942"/>
                </a:lnTo>
                <a:lnTo>
                  <a:pt x="7630" y="0"/>
                </a:lnTo>
              </a:path>
            </a:pathLst>
          </a:custGeom>
          <a:noFill/>
          <a:ln>
            <a:noFill/>
          </a:ln>
          <a:extLst>
            <a:ext uri="{909E8E84-426E-40dd-AFC4-6F175D3DCCD1}">
              <a14:hiddenFill xmlns:a14="http://schemas.microsoft.com/office/drawing/2010/main" xmlns:p14="http://schemas.microsoft.com/office/powerpoint/2010/main" xmlns="">
                <a:solidFill>
                  <a:srgbClr val="FFFFFF"/>
                </a:solidFill>
              </a14:hiddenFill>
            </a:ex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es-ES" sz="1350"/>
          </a:p>
        </p:txBody>
      </p:sp>
      <p:sp>
        <p:nvSpPr>
          <p:cNvPr id="95" name="Title 1"/>
          <p:cNvSpPr>
            <a:spLocks noGrp="1"/>
          </p:cNvSpPr>
          <p:nvPr>
            <p:ph type="title" hasCustomPrompt="1"/>
          </p:nvPr>
        </p:nvSpPr>
        <p:spPr>
          <a:xfrm>
            <a:off x="1676400" y="1801092"/>
            <a:ext cx="5600847" cy="1913318"/>
          </a:xfrm>
        </p:spPr>
        <p:txBody>
          <a:bodyPr anchor="b"/>
          <a:lstStyle>
            <a:lvl1pPr algn="r">
              <a:lnSpc>
                <a:spcPct val="100000"/>
              </a:lnSpc>
              <a:defRPr baseline="0">
                <a:solidFill>
                  <a:schemeClr val="tx2"/>
                </a:solidFill>
                <a:latin typeface="+mj-lt"/>
              </a:defRPr>
            </a:lvl1pPr>
          </a:lstStyle>
          <a:p>
            <a:r>
              <a:rPr lang="en-GB" noProof="0" dirty="0"/>
              <a:t>Add your title here</a:t>
            </a:r>
          </a:p>
        </p:txBody>
      </p:sp>
      <p:sp>
        <p:nvSpPr>
          <p:cNvPr id="96" name="Text Placeholder 19"/>
          <p:cNvSpPr>
            <a:spLocks noGrp="1"/>
          </p:cNvSpPr>
          <p:nvPr>
            <p:ph type="body" sz="quarter" idx="13" hasCustomPrompt="1"/>
          </p:nvPr>
        </p:nvSpPr>
        <p:spPr>
          <a:xfrm>
            <a:off x="1675697" y="3961323"/>
            <a:ext cx="5601550" cy="381563"/>
          </a:xfrm>
        </p:spPr>
        <p:txBody>
          <a:bodyPr>
            <a:noAutofit/>
          </a:bodyPr>
          <a:lstStyle>
            <a:lvl1pPr marL="0" indent="0" algn="r">
              <a:lnSpc>
                <a:spcPct val="100000"/>
              </a:lnSpc>
              <a:buNone/>
              <a:defRPr sz="1800" baseline="0">
                <a:solidFill>
                  <a:schemeClr val="accent2"/>
                </a:solidFill>
                <a:latin typeface="+mj-lt"/>
              </a:defRPr>
            </a:lvl1pPr>
            <a:lvl2pPr marL="342875" indent="0">
              <a:buNone/>
              <a:defRPr sz="1200">
                <a:solidFill>
                  <a:schemeClr val="accent2"/>
                </a:solidFill>
                <a:latin typeface="+mj-lt"/>
              </a:defRPr>
            </a:lvl2pPr>
            <a:lvl3pPr marL="685749" indent="0">
              <a:buNone/>
              <a:defRPr sz="1050">
                <a:solidFill>
                  <a:schemeClr val="accent2"/>
                </a:solidFill>
                <a:latin typeface="+mj-lt"/>
              </a:defRPr>
            </a:lvl3pPr>
            <a:lvl4pPr marL="1028624" indent="0">
              <a:buNone/>
              <a:defRPr sz="900">
                <a:solidFill>
                  <a:schemeClr val="accent2"/>
                </a:solidFill>
                <a:latin typeface="+mj-lt"/>
              </a:defRPr>
            </a:lvl4pPr>
            <a:lvl5pPr marL="1371498" indent="0">
              <a:buNone/>
              <a:defRPr sz="900">
                <a:solidFill>
                  <a:schemeClr val="accent2"/>
                </a:solidFill>
                <a:latin typeface="+mj-lt"/>
              </a:defRPr>
            </a:lvl5pPr>
          </a:lstStyle>
          <a:p>
            <a:pPr lvl="0"/>
            <a:r>
              <a:rPr lang="en-GB" noProof="0" dirty="0"/>
              <a:t>Insert your subheading here to support your heading</a:t>
            </a:r>
          </a:p>
        </p:txBody>
      </p:sp>
      <p:sp>
        <p:nvSpPr>
          <p:cNvPr id="14" name="Text Placeholder 97"/>
          <p:cNvSpPr>
            <a:spLocks noGrp="1"/>
          </p:cNvSpPr>
          <p:nvPr>
            <p:ph type="body" sz="quarter" idx="15" hasCustomPrompt="1"/>
          </p:nvPr>
        </p:nvSpPr>
        <p:spPr>
          <a:xfrm>
            <a:off x="5312850" y="5091546"/>
            <a:ext cx="1964401" cy="1058862"/>
          </a:xfrm>
        </p:spPr>
        <p:txBody>
          <a:bodyPr anchor="b">
            <a:normAutofit/>
          </a:bodyPr>
          <a:lstStyle>
            <a:lvl1pPr marL="0" indent="0" algn="r">
              <a:lnSpc>
                <a:spcPct val="100000"/>
              </a:lnSpc>
              <a:spcBef>
                <a:spcPts val="0"/>
              </a:spcBef>
              <a:buNone/>
              <a:defRPr sz="1200" baseline="0">
                <a:solidFill>
                  <a:schemeClr val="bg1">
                    <a:lumMod val="50000"/>
                  </a:schemeClr>
                </a:solidFill>
              </a:defRPr>
            </a:lvl1pPr>
          </a:lstStyle>
          <a:p>
            <a:pPr lvl="0"/>
            <a:r>
              <a:rPr lang="en-GB" noProof="0" dirty="0"/>
              <a:t>Insert Author, </a:t>
            </a:r>
            <a:br>
              <a:rPr lang="en-GB" noProof="0" dirty="0"/>
            </a:br>
            <a:r>
              <a:rPr lang="en-GB" noProof="0" dirty="0"/>
              <a:t>department, </a:t>
            </a:r>
            <a:br>
              <a:rPr lang="en-GB" noProof="0" dirty="0"/>
            </a:br>
            <a:r>
              <a:rPr lang="en-GB" noProof="0" dirty="0"/>
              <a:t>date, place</a:t>
            </a:r>
          </a:p>
        </p:txBody>
      </p:sp>
      <p:sp>
        <p:nvSpPr>
          <p:cNvPr id="22" name="Freeform 5"/>
          <p:cNvSpPr>
            <a:spLocks noEditPoints="1"/>
          </p:cNvSpPr>
          <p:nvPr userDrawn="1"/>
        </p:nvSpPr>
        <p:spPr bwMode="auto">
          <a:xfrm>
            <a:off x="7877060" y="188038"/>
            <a:ext cx="998445" cy="138398"/>
          </a:xfrm>
          <a:custGeom>
            <a:avLst/>
            <a:gdLst>
              <a:gd name="T0" fmla="*/ 246 w 363"/>
              <a:gd name="T1" fmla="*/ 48 h 48"/>
              <a:gd name="T2" fmla="*/ 262 w 363"/>
              <a:gd name="T3" fmla="*/ 39 h 48"/>
              <a:gd name="T4" fmla="*/ 238 w 363"/>
              <a:gd name="T5" fmla="*/ 39 h 48"/>
              <a:gd name="T6" fmla="*/ 259 w 363"/>
              <a:gd name="T7" fmla="*/ 27 h 48"/>
              <a:gd name="T8" fmla="*/ 238 w 363"/>
              <a:gd name="T9" fmla="*/ 19 h 48"/>
              <a:gd name="T10" fmla="*/ 248 w 363"/>
              <a:gd name="T11" fmla="*/ 8 h 48"/>
              <a:gd name="T12" fmla="*/ 261 w 363"/>
              <a:gd name="T13" fmla="*/ 1 h 48"/>
              <a:gd name="T14" fmla="*/ 228 w 363"/>
              <a:gd name="T15" fmla="*/ 2 h 48"/>
              <a:gd name="T16" fmla="*/ 81 w 363"/>
              <a:gd name="T17" fmla="*/ 27 h 48"/>
              <a:gd name="T18" fmla="*/ 79 w 363"/>
              <a:gd name="T19" fmla="*/ 27 h 48"/>
              <a:gd name="T20" fmla="*/ 62 w 363"/>
              <a:gd name="T21" fmla="*/ 0 h 48"/>
              <a:gd name="T22" fmla="*/ 52 w 363"/>
              <a:gd name="T23" fmla="*/ 47 h 48"/>
              <a:gd name="T24" fmla="*/ 65 w 363"/>
              <a:gd name="T25" fmla="*/ 15 h 48"/>
              <a:gd name="T26" fmla="*/ 80 w 363"/>
              <a:gd name="T27" fmla="*/ 42 h 48"/>
              <a:gd name="T28" fmla="*/ 95 w 363"/>
              <a:gd name="T29" fmla="*/ 15 h 48"/>
              <a:gd name="T30" fmla="*/ 108 w 363"/>
              <a:gd name="T31" fmla="*/ 47 h 48"/>
              <a:gd name="T32" fmla="*/ 98 w 363"/>
              <a:gd name="T33" fmla="*/ 0 h 48"/>
              <a:gd name="T34" fmla="*/ 81 w 363"/>
              <a:gd name="T35" fmla="*/ 27 h 48"/>
              <a:gd name="T36" fmla="*/ 17 w 363"/>
              <a:gd name="T37" fmla="*/ 40 h 48"/>
              <a:gd name="T38" fmla="*/ 18 w 363"/>
              <a:gd name="T39" fmla="*/ 27 h 48"/>
              <a:gd name="T40" fmla="*/ 29 w 363"/>
              <a:gd name="T41" fmla="*/ 37 h 48"/>
              <a:gd name="T42" fmla="*/ 3 w 363"/>
              <a:gd name="T43" fmla="*/ 3 h 48"/>
              <a:gd name="T44" fmla="*/ 20 w 363"/>
              <a:gd name="T45" fmla="*/ 9 h 48"/>
              <a:gd name="T46" fmla="*/ 29 w 363"/>
              <a:gd name="T47" fmla="*/ 19 h 48"/>
              <a:gd name="T48" fmla="*/ 0 w 363"/>
              <a:gd name="T49" fmla="*/ 34 h 48"/>
              <a:gd name="T50" fmla="*/ 29 w 363"/>
              <a:gd name="T51" fmla="*/ 44 h 48"/>
              <a:gd name="T52" fmla="*/ 39 w 363"/>
              <a:gd name="T53" fmla="*/ 13 h 48"/>
              <a:gd name="T54" fmla="*/ 147 w 363"/>
              <a:gd name="T55" fmla="*/ 37 h 48"/>
              <a:gd name="T56" fmla="*/ 128 w 363"/>
              <a:gd name="T57" fmla="*/ 34 h 48"/>
              <a:gd name="T58" fmla="*/ 147 w 363"/>
              <a:gd name="T59" fmla="*/ 26 h 48"/>
              <a:gd name="T60" fmla="*/ 141 w 363"/>
              <a:gd name="T61" fmla="*/ 0 h 48"/>
              <a:gd name="T62" fmla="*/ 124 w 363"/>
              <a:gd name="T63" fmla="*/ 11 h 48"/>
              <a:gd name="T64" fmla="*/ 147 w 363"/>
              <a:gd name="T65" fmla="*/ 16 h 48"/>
              <a:gd name="T66" fmla="*/ 138 w 363"/>
              <a:gd name="T67" fmla="*/ 19 h 48"/>
              <a:gd name="T68" fmla="*/ 133 w 363"/>
              <a:gd name="T69" fmla="*/ 48 h 48"/>
              <a:gd name="T70" fmla="*/ 158 w 363"/>
              <a:gd name="T71" fmla="*/ 46 h 48"/>
              <a:gd name="T72" fmla="*/ 141 w 363"/>
              <a:gd name="T73" fmla="*/ 0 h 48"/>
              <a:gd name="T74" fmla="*/ 293 w 363"/>
              <a:gd name="T75" fmla="*/ 39 h 48"/>
              <a:gd name="T76" fmla="*/ 284 w 363"/>
              <a:gd name="T77" fmla="*/ 0 h 48"/>
              <a:gd name="T78" fmla="*/ 274 w 363"/>
              <a:gd name="T79" fmla="*/ 1 h 48"/>
              <a:gd name="T80" fmla="*/ 290 w 363"/>
              <a:gd name="T81" fmla="*/ 48 h 48"/>
              <a:gd name="T82" fmla="*/ 316 w 363"/>
              <a:gd name="T83" fmla="*/ 46 h 48"/>
              <a:gd name="T84" fmla="*/ 308 w 363"/>
              <a:gd name="T85" fmla="*/ 0 h 48"/>
              <a:gd name="T86" fmla="*/ 305 w 363"/>
              <a:gd name="T87" fmla="*/ 35 h 48"/>
              <a:gd name="T88" fmla="*/ 344 w 363"/>
              <a:gd name="T89" fmla="*/ 48 h 48"/>
              <a:gd name="T90" fmla="*/ 348 w 363"/>
              <a:gd name="T91" fmla="*/ 19 h 48"/>
              <a:gd name="T92" fmla="*/ 347 w 363"/>
              <a:gd name="T93" fmla="*/ 8 h 48"/>
              <a:gd name="T94" fmla="*/ 361 w 363"/>
              <a:gd name="T95" fmla="*/ 3 h 48"/>
              <a:gd name="T96" fmla="*/ 329 w 363"/>
              <a:gd name="T97" fmla="*/ 13 h 48"/>
              <a:gd name="T98" fmla="*/ 352 w 363"/>
              <a:gd name="T99" fmla="*/ 34 h 48"/>
              <a:gd name="T100" fmla="*/ 330 w 363"/>
              <a:gd name="T101" fmla="*/ 38 h 48"/>
              <a:gd name="T102" fmla="*/ 183 w 363"/>
              <a:gd name="T103" fmla="*/ 9 h 48"/>
              <a:gd name="T104" fmla="*/ 205 w 363"/>
              <a:gd name="T105" fmla="*/ 23 h 48"/>
              <a:gd name="T106" fmla="*/ 183 w 363"/>
              <a:gd name="T107" fmla="*/ 39 h 48"/>
              <a:gd name="T108" fmla="*/ 192 w 363"/>
              <a:gd name="T109" fmla="*/ 0 h 48"/>
              <a:gd name="T110" fmla="*/ 173 w 363"/>
              <a:gd name="T111" fmla="*/ 46 h 48"/>
              <a:gd name="T112" fmla="*/ 216 w 363"/>
              <a:gd name="T113" fmla="*/ 2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3" h="48">
                <a:moveTo>
                  <a:pt x="228" y="46"/>
                </a:moveTo>
                <a:cubicBezTo>
                  <a:pt x="228" y="46"/>
                  <a:pt x="236" y="48"/>
                  <a:pt x="246" y="48"/>
                </a:cubicBezTo>
                <a:cubicBezTo>
                  <a:pt x="257" y="48"/>
                  <a:pt x="262" y="47"/>
                  <a:pt x="262" y="47"/>
                </a:cubicBezTo>
                <a:cubicBezTo>
                  <a:pt x="262" y="39"/>
                  <a:pt x="262" y="39"/>
                  <a:pt x="262" y="39"/>
                </a:cubicBezTo>
                <a:cubicBezTo>
                  <a:pt x="262" y="39"/>
                  <a:pt x="257" y="40"/>
                  <a:pt x="249" y="40"/>
                </a:cubicBezTo>
                <a:cubicBezTo>
                  <a:pt x="242" y="40"/>
                  <a:pt x="238" y="39"/>
                  <a:pt x="238" y="39"/>
                </a:cubicBezTo>
                <a:cubicBezTo>
                  <a:pt x="238" y="27"/>
                  <a:pt x="238" y="27"/>
                  <a:pt x="238" y="27"/>
                </a:cubicBezTo>
                <a:cubicBezTo>
                  <a:pt x="259" y="27"/>
                  <a:pt x="259" y="27"/>
                  <a:pt x="259" y="27"/>
                </a:cubicBezTo>
                <a:cubicBezTo>
                  <a:pt x="259" y="19"/>
                  <a:pt x="259" y="19"/>
                  <a:pt x="259" y="19"/>
                </a:cubicBezTo>
                <a:cubicBezTo>
                  <a:pt x="238" y="19"/>
                  <a:pt x="238" y="19"/>
                  <a:pt x="238" y="19"/>
                </a:cubicBezTo>
                <a:cubicBezTo>
                  <a:pt x="238" y="9"/>
                  <a:pt x="238" y="9"/>
                  <a:pt x="238" y="9"/>
                </a:cubicBezTo>
                <a:cubicBezTo>
                  <a:pt x="238" y="9"/>
                  <a:pt x="242" y="8"/>
                  <a:pt x="248" y="8"/>
                </a:cubicBezTo>
                <a:cubicBezTo>
                  <a:pt x="255" y="8"/>
                  <a:pt x="261" y="9"/>
                  <a:pt x="261" y="9"/>
                </a:cubicBezTo>
                <a:cubicBezTo>
                  <a:pt x="261" y="1"/>
                  <a:pt x="261" y="1"/>
                  <a:pt x="261" y="1"/>
                </a:cubicBezTo>
                <a:cubicBezTo>
                  <a:pt x="261" y="1"/>
                  <a:pt x="256" y="0"/>
                  <a:pt x="247" y="0"/>
                </a:cubicBezTo>
                <a:cubicBezTo>
                  <a:pt x="236" y="0"/>
                  <a:pt x="228" y="2"/>
                  <a:pt x="228" y="2"/>
                </a:cubicBezTo>
                <a:lnTo>
                  <a:pt x="228" y="46"/>
                </a:lnTo>
                <a:close/>
                <a:moveTo>
                  <a:pt x="81" y="27"/>
                </a:moveTo>
                <a:cubicBezTo>
                  <a:pt x="81" y="28"/>
                  <a:pt x="80" y="29"/>
                  <a:pt x="80" y="30"/>
                </a:cubicBezTo>
                <a:cubicBezTo>
                  <a:pt x="80" y="29"/>
                  <a:pt x="80" y="28"/>
                  <a:pt x="79" y="27"/>
                </a:cubicBezTo>
                <a:cubicBezTo>
                  <a:pt x="70" y="4"/>
                  <a:pt x="70" y="4"/>
                  <a:pt x="70" y="4"/>
                </a:cubicBezTo>
                <a:cubicBezTo>
                  <a:pt x="69" y="0"/>
                  <a:pt x="66" y="0"/>
                  <a:pt x="62" y="0"/>
                </a:cubicBezTo>
                <a:cubicBezTo>
                  <a:pt x="60" y="0"/>
                  <a:pt x="57" y="0"/>
                  <a:pt x="57" y="0"/>
                </a:cubicBezTo>
                <a:cubicBezTo>
                  <a:pt x="52" y="47"/>
                  <a:pt x="52" y="47"/>
                  <a:pt x="52" y="47"/>
                </a:cubicBezTo>
                <a:cubicBezTo>
                  <a:pt x="63" y="47"/>
                  <a:pt x="63" y="47"/>
                  <a:pt x="63" y="47"/>
                </a:cubicBezTo>
                <a:cubicBezTo>
                  <a:pt x="65" y="15"/>
                  <a:pt x="65" y="15"/>
                  <a:pt x="65" y="15"/>
                </a:cubicBezTo>
                <a:cubicBezTo>
                  <a:pt x="75" y="39"/>
                  <a:pt x="75" y="39"/>
                  <a:pt x="75" y="39"/>
                </a:cubicBezTo>
                <a:cubicBezTo>
                  <a:pt x="76" y="41"/>
                  <a:pt x="77" y="42"/>
                  <a:pt x="80" y="42"/>
                </a:cubicBezTo>
                <a:cubicBezTo>
                  <a:pt x="83" y="42"/>
                  <a:pt x="85" y="41"/>
                  <a:pt x="85" y="39"/>
                </a:cubicBezTo>
                <a:cubicBezTo>
                  <a:pt x="95" y="15"/>
                  <a:pt x="95" y="15"/>
                  <a:pt x="95" y="15"/>
                </a:cubicBezTo>
                <a:cubicBezTo>
                  <a:pt x="97" y="47"/>
                  <a:pt x="97" y="47"/>
                  <a:pt x="97" y="47"/>
                </a:cubicBezTo>
                <a:cubicBezTo>
                  <a:pt x="108" y="47"/>
                  <a:pt x="108" y="47"/>
                  <a:pt x="108" y="47"/>
                </a:cubicBezTo>
                <a:cubicBezTo>
                  <a:pt x="103" y="0"/>
                  <a:pt x="103" y="0"/>
                  <a:pt x="103" y="0"/>
                </a:cubicBezTo>
                <a:cubicBezTo>
                  <a:pt x="103" y="0"/>
                  <a:pt x="100" y="0"/>
                  <a:pt x="98" y="0"/>
                </a:cubicBezTo>
                <a:cubicBezTo>
                  <a:pt x="94" y="0"/>
                  <a:pt x="92" y="0"/>
                  <a:pt x="90" y="4"/>
                </a:cubicBezTo>
                <a:lnTo>
                  <a:pt x="81" y="27"/>
                </a:lnTo>
                <a:close/>
                <a:moveTo>
                  <a:pt x="29" y="37"/>
                </a:moveTo>
                <a:cubicBezTo>
                  <a:pt x="27" y="38"/>
                  <a:pt x="21" y="40"/>
                  <a:pt x="17" y="40"/>
                </a:cubicBezTo>
                <a:cubicBezTo>
                  <a:pt x="13" y="40"/>
                  <a:pt x="10" y="38"/>
                  <a:pt x="10" y="34"/>
                </a:cubicBezTo>
                <a:cubicBezTo>
                  <a:pt x="10" y="29"/>
                  <a:pt x="12" y="27"/>
                  <a:pt x="18" y="27"/>
                </a:cubicBezTo>
                <a:cubicBezTo>
                  <a:pt x="29" y="26"/>
                  <a:pt x="29" y="26"/>
                  <a:pt x="29" y="26"/>
                </a:cubicBezTo>
                <a:lnTo>
                  <a:pt x="29" y="37"/>
                </a:lnTo>
                <a:close/>
                <a:moveTo>
                  <a:pt x="23" y="0"/>
                </a:moveTo>
                <a:cubicBezTo>
                  <a:pt x="14" y="0"/>
                  <a:pt x="6" y="2"/>
                  <a:pt x="3" y="3"/>
                </a:cubicBezTo>
                <a:cubicBezTo>
                  <a:pt x="6" y="11"/>
                  <a:pt x="6" y="11"/>
                  <a:pt x="6" y="11"/>
                </a:cubicBezTo>
                <a:cubicBezTo>
                  <a:pt x="6" y="11"/>
                  <a:pt x="13" y="9"/>
                  <a:pt x="20" y="9"/>
                </a:cubicBezTo>
                <a:cubicBezTo>
                  <a:pt x="26" y="9"/>
                  <a:pt x="29" y="10"/>
                  <a:pt x="29" y="16"/>
                </a:cubicBezTo>
                <a:cubicBezTo>
                  <a:pt x="29" y="19"/>
                  <a:pt x="29" y="19"/>
                  <a:pt x="29" y="19"/>
                </a:cubicBezTo>
                <a:cubicBezTo>
                  <a:pt x="20" y="19"/>
                  <a:pt x="20" y="19"/>
                  <a:pt x="20" y="19"/>
                </a:cubicBezTo>
                <a:cubicBezTo>
                  <a:pt x="4" y="19"/>
                  <a:pt x="0" y="26"/>
                  <a:pt x="0" y="34"/>
                </a:cubicBezTo>
                <a:cubicBezTo>
                  <a:pt x="0" y="45"/>
                  <a:pt x="8" y="48"/>
                  <a:pt x="15" y="48"/>
                </a:cubicBezTo>
                <a:cubicBezTo>
                  <a:pt x="24" y="48"/>
                  <a:pt x="29" y="44"/>
                  <a:pt x="29" y="44"/>
                </a:cubicBezTo>
                <a:cubicBezTo>
                  <a:pt x="30" y="44"/>
                  <a:pt x="31" y="46"/>
                  <a:pt x="39" y="46"/>
                </a:cubicBezTo>
                <a:cubicBezTo>
                  <a:pt x="39" y="13"/>
                  <a:pt x="39" y="13"/>
                  <a:pt x="39" y="13"/>
                </a:cubicBezTo>
                <a:cubicBezTo>
                  <a:pt x="39" y="4"/>
                  <a:pt x="33" y="0"/>
                  <a:pt x="23" y="0"/>
                </a:cubicBezTo>
                <a:moveTo>
                  <a:pt x="147" y="37"/>
                </a:moveTo>
                <a:cubicBezTo>
                  <a:pt x="145" y="38"/>
                  <a:pt x="140" y="40"/>
                  <a:pt x="136" y="40"/>
                </a:cubicBezTo>
                <a:cubicBezTo>
                  <a:pt x="131" y="40"/>
                  <a:pt x="128" y="38"/>
                  <a:pt x="128" y="34"/>
                </a:cubicBezTo>
                <a:cubicBezTo>
                  <a:pt x="128" y="29"/>
                  <a:pt x="130" y="27"/>
                  <a:pt x="136" y="27"/>
                </a:cubicBezTo>
                <a:cubicBezTo>
                  <a:pt x="147" y="26"/>
                  <a:pt x="147" y="26"/>
                  <a:pt x="147" y="26"/>
                </a:cubicBezTo>
                <a:lnTo>
                  <a:pt x="147" y="37"/>
                </a:lnTo>
                <a:close/>
                <a:moveTo>
                  <a:pt x="141" y="0"/>
                </a:moveTo>
                <a:cubicBezTo>
                  <a:pt x="132" y="0"/>
                  <a:pt x="125" y="2"/>
                  <a:pt x="122" y="3"/>
                </a:cubicBezTo>
                <a:cubicBezTo>
                  <a:pt x="124" y="11"/>
                  <a:pt x="124" y="11"/>
                  <a:pt x="124" y="11"/>
                </a:cubicBezTo>
                <a:cubicBezTo>
                  <a:pt x="124" y="11"/>
                  <a:pt x="131" y="9"/>
                  <a:pt x="138" y="9"/>
                </a:cubicBezTo>
                <a:cubicBezTo>
                  <a:pt x="144" y="9"/>
                  <a:pt x="147" y="10"/>
                  <a:pt x="147" y="16"/>
                </a:cubicBezTo>
                <a:cubicBezTo>
                  <a:pt x="147" y="19"/>
                  <a:pt x="147" y="19"/>
                  <a:pt x="147" y="19"/>
                </a:cubicBezTo>
                <a:cubicBezTo>
                  <a:pt x="138" y="19"/>
                  <a:pt x="138" y="19"/>
                  <a:pt x="138" y="19"/>
                </a:cubicBezTo>
                <a:cubicBezTo>
                  <a:pt x="123" y="19"/>
                  <a:pt x="118" y="26"/>
                  <a:pt x="118" y="34"/>
                </a:cubicBezTo>
                <a:cubicBezTo>
                  <a:pt x="118" y="45"/>
                  <a:pt x="126" y="48"/>
                  <a:pt x="133" y="48"/>
                </a:cubicBezTo>
                <a:cubicBezTo>
                  <a:pt x="142" y="48"/>
                  <a:pt x="147" y="44"/>
                  <a:pt x="148" y="44"/>
                </a:cubicBezTo>
                <a:cubicBezTo>
                  <a:pt x="148" y="44"/>
                  <a:pt x="150" y="46"/>
                  <a:pt x="158" y="46"/>
                </a:cubicBezTo>
                <a:cubicBezTo>
                  <a:pt x="158" y="13"/>
                  <a:pt x="158" y="13"/>
                  <a:pt x="158" y="13"/>
                </a:cubicBezTo>
                <a:cubicBezTo>
                  <a:pt x="158" y="4"/>
                  <a:pt x="151" y="0"/>
                  <a:pt x="141" y="0"/>
                </a:cubicBezTo>
                <a:moveTo>
                  <a:pt x="305" y="35"/>
                </a:moveTo>
                <a:cubicBezTo>
                  <a:pt x="303" y="37"/>
                  <a:pt x="298" y="39"/>
                  <a:pt x="293" y="39"/>
                </a:cubicBezTo>
                <a:cubicBezTo>
                  <a:pt x="286" y="39"/>
                  <a:pt x="284" y="35"/>
                  <a:pt x="284" y="28"/>
                </a:cubicBezTo>
                <a:cubicBezTo>
                  <a:pt x="284" y="0"/>
                  <a:pt x="284" y="0"/>
                  <a:pt x="284" y="0"/>
                </a:cubicBezTo>
                <a:cubicBezTo>
                  <a:pt x="283" y="0"/>
                  <a:pt x="283" y="0"/>
                  <a:pt x="283" y="0"/>
                </a:cubicBezTo>
                <a:cubicBezTo>
                  <a:pt x="281" y="0"/>
                  <a:pt x="275" y="0"/>
                  <a:pt x="274" y="1"/>
                </a:cubicBezTo>
                <a:cubicBezTo>
                  <a:pt x="274" y="29"/>
                  <a:pt x="274" y="29"/>
                  <a:pt x="274" y="29"/>
                </a:cubicBezTo>
                <a:cubicBezTo>
                  <a:pt x="274" y="42"/>
                  <a:pt x="277" y="48"/>
                  <a:pt x="290" y="48"/>
                </a:cubicBezTo>
                <a:cubicBezTo>
                  <a:pt x="300" y="48"/>
                  <a:pt x="305" y="44"/>
                  <a:pt x="306" y="44"/>
                </a:cubicBezTo>
                <a:cubicBezTo>
                  <a:pt x="306" y="44"/>
                  <a:pt x="309" y="46"/>
                  <a:pt x="316" y="46"/>
                </a:cubicBezTo>
                <a:cubicBezTo>
                  <a:pt x="316" y="1"/>
                  <a:pt x="316" y="1"/>
                  <a:pt x="316" y="1"/>
                </a:cubicBezTo>
                <a:cubicBezTo>
                  <a:pt x="315" y="1"/>
                  <a:pt x="310" y="0"/>
                  <a:pt x="308" y="0"/>
                </a:cubicBezTo>
                <a:cubicBezTo>
                  <a:pt x="305" y="0"/>
                  <a:pt x="305" y="0"/>
                  <a:pt x="305" y="0"/>
                </a:cubicBezTo>
                <a:lnTo>
                  <a:pt x="305" y="35"/>
                </a:lnTo>
                <a:close/>
                <a:moveTo>
                  <a:pt x="328" y="46"/>
                </a:moveTo>
                <a:cubicBezTo>
                  <a:pt x="328" y="46"/>
                  <a:pt x="335" y="48"/>
                  <a:pt x="344" y="48"/>
                </a:cubicBezTo>
                <a:cubicBezTo>
                  <a:pt x="352" y="48"/>
                  <a:pt x="363" y="45"/>
                  <a:pt x="363" y="33"/>
                </a:cubicBezTo>
                <a:cubicBezTo>
                  <a:pt x="363" y="26"/>
                  <a:pt x="357" y="23"/>
                  <a:pt x="348" y="19"/>
                </a:cubicBezTo>
                <a:cubicBezTo>
                  <a:pt x="343" y="18"/>
                  <a:pt x="339" y="16"/>
                  <a:pt x="339" y="13"/>
                </a:cubicBezTo>
                <a:cubicBezTo>
                  <a:pt x="339" y="11"/>
                  <a:pt x="340" y="8"/>
                  <a:pt x="347" y="8"/>
                </a:cubicBezTo>
                <a:cubicBezTo>
                  <a:pt x="352" y="8"/>
                  <a:pt x="358" y="11"/>
                  <a:pt x="358" y="11"/>
                </a:cubicBezTo>
                <a:cubicBezTo>
                  <a:pt x="361" y="3"/>
                  <a:pt x="361" y="3"/>
                  <a:pt x="361" y="3"/>
                </a:cubicBezTo>
                <a:cubicBezTo>
                  <a:pt x="359" y="2"/>
                  <a:pt x="354" y="0"/>
                  <a:pt x="346" y="0"/>
                </a:cubicBezTo>
                <a:cubicBezTo>
                  <a:pt x="337" y="0"/>
                  <a:pt x="329" y="4"/>
                  <a:pt x="329" y="13"/>
                </a:cubicBezTo>
                <a:cubicBezTo>
                  <a:pt x="329" y="23"/>
                  <a:pt x="337" y="26"/>
                  <a:pt x="344" y="28"/>
                </a:cubicBezTo>
                <a:cubicBezTo>
                  <a:pt x="349" y="29"/>
                  <a:pt x="352" y="31"/>
                  <a:pt x="352" y="34"/>
                </a:cubicBezTo>
                <a:cubicBezTo>
                  <a:pt x="352" y="37"/>
                  <a:pt x="351" y="40"/>
                  <a:pt x="343" y="40"/>
                </a:cubicBezTo>
                <a:cubicBezTo>
                  <a:pt x="337" y="40"/>
                  <a:pt x="330" y="38"/>
                  <a:pt x="330" y="38"/>
                </a:cubicBezTo>
                <a:lnTo>
                  <a:pt x="328" y="46"/>
                </a:lnTo>
                <a:close/>
                <a:moveTo>
                  <a:pt x="183" y="9"/>
                </a:moveTo>
                <a:cubicBezTo>
                  <a:pt x="185" y="8"/>
                  <a:pt x="188" y="8"/>
                  <a:pt x="191" y="8"/>
                </a:cubicBezTo>
                <a:cubicBezTo>
                  <a:pt x="199" y="8"/>
                  <a:pt x="205" y="12"/>
                  <a:pt x="205" y="23"/>
                </a:cubicBezTo>
                <a:cubicBezTo>
                  <a:pt x="205" y="34"/>
                  <a:pt x="202" y="40"/>
                  <a:pt x="190" y="40"/>
                </a:cubicBezTo>
                <a:cubicBezTo>
                  <a:pt x="187" y="40"/>
                  <a:pt x="183" y="39"/>
                  <a:pt x="183" y="39"/>
                </a:cubicBezTo>
                <a:lnTo>
                  <a:pt x="183" y="9"/>
                </a:lnTo>
                <a:close/>
                <a:moveTo>
                  <a:pt x="192" y="0"/>
                </a:moveTo>
                <a:cubicBezTo>
                  <a:pt x="186" y="0"/>
                  <a:pt x="178" y="1"/>
                  <a:pt x="173" y="2"/>
                </a:cubicBezTo>
                <a:cubicBezTo>
                  <a:pt x="173" y="46"/>
                  <a:pt x="173" y="46"/>
                  <a:pt x="173" y="46"/>
                </a:cubicBezTo>
                <a:cubicBezTo>
                  <a:pt x="177" y="47"/>
                  <a:pt x="185" y="48"/>
                  <a:pt x="190" y="48"/>
                </a:cubicBezTo>
                <a:cubicBezTo>
                  <a:pt x="208" y="48"/>
                  <a:pt x="216" y="41"/>
                  <a:pt x="216" y="23"/>
                </a:cubicBezTo>
                <a:cubicBezTo>
                  <a:pt x="216" y="9"/>
                  <a:pt x="207" y="0"/>
                  <a:pt x="192"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s-ES"/>
          </a:p>
        </p:txBody>
      </p:sp>
      <p:sp>
        <p:nvSpPr>
          <p:cNvPr id="21"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85000"/>
                  </a:schemeClr>
                </a:solidFill>
                <a:latin typeface="+mj-lt"/>
              </a:defRPr>
            </a:lvl1pPr>
          </a:lstStyle>
          <a:p>
            <a:r>
              <a:rPr lang="en-GB" noProof="0" dirty="0"/>
              <a:t>© 2016 Amadeus IT Group SA</a:t>
            </a:r>
          </a:p>
        </p:txBody>
      </p:sp>
      <p:grpSp>
        <p:nvGrpSpPr>
          <p:cNvPr id="12" name="Group 11"/>
          <p:cNvGrpSpPr/>
          <p:nvPr userDrawn="1"/>
        </p:nvGrpSpPr>
        <p:grpSpPr>
          <a:xfrm>
            <a:off x="106364" y="48376"/>
            <a:ext cx="409580" cy="338886"/>
            <a:chOff x="10987081" y="138792"/>
            <a:chExt cx="409580" cy="338886"/>
          </a:xfrm>
          <a:solidFill>
            <a:schemeClr val="bg1"/>
          </a:solidFill>
        </p:grpSpPr>
        <p:grpSp>
          <p:nvGrpSpPr>
            <p:cNvPr id="13" name="Group 26"/>
            <p:cNvGrpSpPr/>
            <p:nvPr userDrawn="1"/>
          </p:nvGrpSpPr>
          <p:grpSpPr>
            <a:xfrm>
              <a:off x="11011908" y="146161"/>
              <a:ext cx="384753" cy="331517"/>
              <a:chOff x="9021034" y="119041"/>
              <a:chExt cx="630093" cy="553987"/>
            </a:xfrm>
            <a:grpFill/>
          </p:grpSpPr>
          <p:sp>
            <p:nvSpPr>
              <p:cNvPr id="16" name="TextBox 29"/>
              <p:cNvSpPr txBox="1"/>
              <p:nvPr userDrawn="1"/>
            </p:nvSpPr>
            <p:spPr>
              <a:xfrm>
                <a:off x="9021034" y="514076"/>
                <a:ext cx="630093" cy="158952"/>
              </a:xfrm>
              <a:prstGeom prst="rect">
                <a:avLst/>
              </a:prstGeom>
              <a:noFill/>
            </p:spPr>
            <p:txBody>
              <a:bodyPr wrap="square" lIns="0" tIns="18000" rIns="0" bIns="0" rtlCol="0">
                <a:spAutoFit/>
              </a:bodyPr>
              <a:lstStyle/>
              <a:p>
                <a:pPr algn="ctr"/>
                <a:r>
                  <a:rPr lang="en-GB" sz="500" b="1" dirty="0">
                    <a:solidFill>
                      <a:schemeClr val="bg1"/>
                    </a:solidFill>
                  </a:rPr>
                  <a:t>RESTRICTED</a:t>
                </a:r>
              </a:p>
            </p:txBody>
          </p:sp>
          <p:grpSp>
            <p:nvGrpSpPr>
              <p:cNvPr id="17" name="Group 30"/>
              <p:cNvGrpSpPr/>
              <p:nvPr userDrawn="1"/>
            </p:nvGrpSpPr>
            <p:grpSpPr>
              <a:xfrm>
                <a:off x="9094418" y="119041"/>
                <a:ext cx="477460" cy="431416"/>
                <a:chOff x="8532895" y="91935"/>
                <a:chExt cx="504900" cy="444531"/>
              </a:xfrm>
              <a:grpFill/>
            </p:grpSpPr>
            <p:sp>
              <p:nvSpPr>
                <p:cNvPr id="18" name="Freeform 22"/>
                <p:cNvSpPr>
                  <a:spLocks/>
                </p:cNvSpPr>
                <p:nvPr userDrawn="1"/>
              </p:nvSpPr>
              <p:spPr bwMode="auto">
                <a:xfrm>
                  <a:off x="8746928" y="157791"/>
                  <a:ext cx="87809" cy="107018"/>
                </a:xfrm>
                <a:custGeom>
                  <a:avLst/>
                  <a:gdLst>
                    <a:gd name="T0" fmla="*/ 44 w 64"/>
                    <a:gd name="T1" fmla="*/ 56 h 78"/>
                    <a:gd name="T2" fmla="*/ 44 w 64"/>
                    <a:gd name="T3" fmla="*/ 56 h 78"/>
                    <a:gd name="T4" fmla="*/ 46 w 64"/>
                    <a:gd name="T5" fmla="*/ 46 h 78"/>
                    <a:gd name="T6" fmla="*/ 50 w 64"/>
                    <a:gd name="T7" fmla="*/ 36 h 78"/>
                    <a:gd name="T8" fmla="*/ 56 w 64"/>
                    <a:gd name="T9" fmla="*/ 26 h 78"/>
                    <a:gd name="T10" fmla="*/ 64 w 64"/>
                    <a:gd name="T11" fmla="*/ 20 h 78"/>
                    <a:gd name="T12" fmla="*/ 64 w 64"/>
                    <a:gd name="T13" fmla="*/ 20 h 78"/>
                    <a:gd name="T14" fmla="*/ 58 w 64"/>
                    <a:gd name="T15" fmla="*/ 12 h 78"/>
                    <a:gd name="T16" fmla="*/ 50 w 64"/>
                    <a:gd name="T17" fmla="*/ 6 h 78"/>
                    <a:gd name="T18" fmla="*/ 42 w 64"/>
                    <a:gd name="T19" fmla="*/ 2 h 78"/>
                    <a:gd name="T20" fmla="*/ 30 w 64"/>
                    <a:gd name="T21" fmla="*/ 0 h 78"/>
                    <a:gd name="T22" fmla="*/ 30 w 64"/>
                    <a:gd name="T23" fmla="*/ 0 h 78"/>
                    <a:gd name="T24" fmla="*/ 34 w 64"/>
                    <a:gd name="T25" fmla="*/ 8 h 78"/>
                    <a:gd name="T26" fmla="*/ 34 w 64"/>
                    <a:gd name="T27" fmla="*/ 18 h 78"/>
                    <a:gd name="T28" fmla="*/ 34 w 64"/>
                    <a:gd name="T29" fmla="*/ 18 h 78"/>
                    <a:gd name="T30" fmla="*/ 34 w 64"/>
                    <a:gd name="T31" fmla="*/ 26 h 78"/>
                    <a:gd name="T32" fmla="*/ 32 w 64"/>
                    <a:gd name="T33" fmla="*/ 32 h 78"/>
                    <a:gd name="T34" fmla="*/ 28 w 64"/>
                    <a:gd name="T35" fmla="*/ 40 h 78"/>
                    <a:gd name="T36" fmla="*/ 24 w 64"/>
                    <a:gd name="T37" fmla="*/ 46 h 78"/>
                    <a:gd name="T38" fmla="*/ 14 w 64"/>
                    <a:gd name="T39" fmla="*/ 56 h 78"/>
                    <a:gd name="T40" fmla="*/ 8 w 64"/>
                    <a:gd name="T41" fmla="*/ 60 h 78"/>
                    <a:gd name="T42" fmla="*/ 0 w 64"/>
                    <a:gd name="T43" fmla="*/ 62 h 78"/>
                    <a:gd name="T44" fmla="*/ 0 w 64"/>
                    <a:gd name="T45" fmla="*/ 62 h 78"/>
                    <a:gd name="T46" fmla="*/ 6 w 64"/>
                    <a:gd name="T47" fmla="*/ 68 h 78"/>
                    <a:gd name="T48" fmla="*/ 14 w 64"/>
                    <a:gd name="T49" fmla="*/ 74 h 78"/>
                    <a:gd name="T50" fmla="*/ 22 w 64"/>
                    <a:gd name="T51" fmla="*/ 76 h 78"/>
                    <a:gd name="T52" fmla="*/ 30 w 64"/>
                    <a:gd name="T53" fmla="*/ 78 h 78"/>
                    <a:gd name="T54" fmla="*/ 30 w 64"/>
                    <a:gd name="T55" fmla="*/ 78 h 78"/>
                    <a:gd name="T56" fmla="*/ 40 w 64"/>
                    <a:gd name="T57" fmla="*/ 76 h 78"/>
                    <a:gd name="T58" fmla="*/ 46 w 64"/>
                    <a:gd name="T59" fmla="*/ 72 h 78"/>
                    <a:gd name="T60" fmla="*/ 46 w 64"/>
                    <a:gd name="T61" fmla="*/ 72 h 78"/>
                    <a:gd name="T62" fmla="*/ 44 w 64"/>
                    <a:gd name="T63" fmla="*/ 56 h 78"/>
                    <a:gd name="T64" fmla="*/ 44 w 64"/>
                    <a:gd name="T6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78">
                      <a:moveTo>
                        <a:pt x="44" y="56"/>
                      </a:moveTo>
                      <a:lnTo>
                        <a:pt x="44" y="56"/>
                      </a:lnTo>
                      <a:lnTo>
                        <a:pt x="46" y="46"/>
                      </a:lnTo>
                      <a:lnTo>
                        <a:pt x="50" y="36"/>
                      </a:lnTo>
                      <a:lnTo>
                        <a:pt x="56" y="26"/>
                      </a:lnTo>
                      <a:lnTo>
                        <a:pt x="64" y="20"/>
                      </a:lnTo>
                      <a:lnTo>
                        <a:pt x="64" y="20"/>
                      </a:lnTo>
                      <a:lnTo>
                        <a:pt x="58" y="12"/>
                      </a:lnTo>
                      <a:lnTo>
                        <a:pt x="50" y="6"/>
                      </a:lnTo>
                      <a:lnTo>
                        <a:pt x="42" y="2"/>
                      </a:lnTo>
                      <a:lnTo>
                        <a:pt x="30" y="0"/>
                      </a:lnTo>
                      <a:lnTo>
                        <a:pt x="30" y="0"/>
                      </a:lnTo>
                      <a:lnTo>
                        <a:pt x="34" y="8"/>
                      </a:lnTo>
                      <a:lnTo>
                        <a:pt x="34" y="18"/>
                      </a:lnTo>
                      <a:lnTo>
                        <a:pt x="34" y="18"/>
                      </a:lnTo>
                      <a:lnTo>
                        <a:pt x="34" y="26"/>
                      </a:lnTo>
                      <a:lnTo>
                        <a:pt x="32" y="32"/>
                      </a:lnTo>
                      <a:lnTo>
                        <a:pt x="28" y="40"/>
                      </a:lnTo>
                      <a:lnTo>
                        <a:pt x="24" y="46"/>
                      </a:lnTo>
                      <a:lnTo>
                        <a:pt x="14" y="56"/>
                      </a:lnTo>
                      <a:lnTo>
                        <a:pt x="8" y="60"/>
                      </a:lnTo>
                      <a:lnTo>
                        <a:pt x="0" y="62"/>
                      </a:lnTo>
                      <a:lnTo>
                        <a:pt x="0" y="62"/>
                      </a:lnTo>
                      <a:lnTo>
                        <a:pt x="6" y="68"/>
                      </a:lnTo>
                      <a:lnTo>
                        <a:pt x="14" y="74"/>
                      </a:lnTo>
                      <a:lnTo>
                        <a:pt x="22" y="76"/>
                      </a:lnTo>
                      <a:lnTo>
                        <a:pt x="30" y="78"/>
                      </a:lnTo>
                      <a:lnTo>
                        <a:pt x="30" y="78"/>
                      </a:lnTo>
                      <a:lnTo>
                        <a:pt x="40" y="76"/>
                      </a:lnTo>
                      <a:lnTo>
                        <a:pt x="46" y="72"/>
                      </a:lnTo>
                      <a:lnTo>
                        <a:pt x="46" y="72"/>
                      </a:lnTo>
                      <a:lnTo>
                        <a:pt x="44" y="56"/>
                      </a:lnTo>
                      <a:lnTo>
                        <a:pt x="44" y="56"/>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3" name="Freeform 23"/>
                <p:cNvSpPr>
                  <a:spLocks/>
                </p:cNvSpPr>
                <p:nvPr userDrawn="1"/>
              </p:nvSpPr>
              <p:spPr bwMode="auto">
                <a:xfrm>
                  <a:off x="8664607" y="113887"/>
                  <a:ext cx="123481" cy="126225"/>
                </a:xfrm>
                <a:custGeom>
                  <a:avLst/>
                  <a:gdLst>
                    <a:gd name="T0" fmla="*/ 90 w 90"/>
                    <a:gd name="T1" fmla="*/ 46 h 92"/>
                    <a:gd name="T2" fmla="*/ 90 w 90"/>
                    <a:gd name="T3" fmla="*/ 46 h 92"/>
                    <a:gd name="T4" fmla="*/ 88 w 90"/>
                    <a:gd name="T5" fmla="*/ 56 h 92"/>
                    <a:gd name="T6" fmla="*/ 86 w 90"/>
                    <a:gd name="T7" fmla="*/ 64 h 92"/>
                    <a:gd name="T8" fmla="*/ 82 w 90"/>
                    <a:gd name="T9" fmla="*/ 72 h 92"/>
                    <a:gd name="T10" fmla="*/ 76 w 90"/>
                    <a:gd name="T11" fmla="*/ 80 h 92"/>
                    <a:gd name="T12" fmla="*/ 70 w 90"/>
                    <a:gd name="T13" fmla="*/ 84 h 92"/>
                    <a:gd name="T14" fmla="*/ 62 w 90"/>
                    <a:gd name="T15" fmla="*/ 90 h 92"/>
                    <a:gd name="T16" fmla="*/ 54 w 90"/>
                    <a:gd name="T17" fmla="*/ 92 h 92"/>
                    <a:gd name="T18" fmla="*/ 44 w 90"/>
                    <a:gd name="T19" fmla="*/ 92 h 92"/>
                    <a:gd name="T20" fmla="*/ 44 w 90"/>
                    <a:gd name="T21" fmla="*/ 92 h 92"/>
                    <a:gd name="T22" fmla="*/ 36 w 90"/>
                    <a:gd name="T23" fmla="*/ 92 h 92"/>
                    <a:gd name="T24" fmla="*/ 26 w 90"/>
                    <a:gd name="T25" fmla="*/ 90 h 92"/>
                    <a:gd name="T26" fmla="*/ 18 w 90"/>
                    <a:gd name="T27" fmla="*/ 84 h 92"/>
                    <a:gd name="T28" fmla="*/ 12 w 90"/>
                    <a:gd name="T29" fmla="*/ 80 h 92"/>
                    <a:gd name="T30" fmla="*/ 6 w 90"/>
                    <a:gd name="T31" fmla="*/ 72 h 92"/>
                    <a:gd name="T32" fmla="*/ 2 w 90"/>
                    <a:gd name="T33" fmla="*/ 64 h 92"/>
                    <a:gd name="T34" fmla="*/ 0 w 90"/>
                    <a:gd name="T35" fmla="*/ 56 h 92"/>
                    <a:gd name="T36" fmla="*/ 0 w 90"/>
                    <a:gd name="T37" fmla="*/ 46 h 92"/>
                    <a:gd name="T38" fmla="*/ 0 w 90"/>
                    <a:gd name="T39" fmla="*/ 46 h 92"/>
                    <a:gd name="T40" fmla="*/ 0 w 90"/>
                    <a:gd name="T41" fmla="*/ 38 h 92"/>
                    <a:gd name="T42" fmla="*/ 2 w 90"/>
                    <a:gd name="T43" fmla="*/ 28 h 92"/>
                    <a:gd name="T44" fmla="*/ 6 w 90"/>
                    <a:gd name="T45" fmla="*/ 20 h 92"/>
                    <a:gd name="T46" fmla="*/ 12 w 90"/>
                    <a:gd name="T47" fmla="*/ 14 h 92"/>
                    <a:gd name="T48" fmla="*/ 18 w 90"/>
                    <a:gd name="T49" fmla="*/ 8 h 92"/>
                    <a:gd name="T50" fmla="*/ 26 w 90"/>
                    <a:gd name="T51" fmla="*/ 4 h 92"/>
                    <a:gd name="T52" fmla="*/ 36 w 90"/>
                    <a:gd name="T53" fmla="*/ 0 h 92"/>
                    <a:gd name="T54" fmla="*/ 44 w 90"/>
                    <a:gd name="T55" fmla="*/ 0 h 92"/>
                    <a:gd name="T56" fmla="*/ 44 w 90"/>
                    <a:gd name="T57" fmla="*/ 0 h 92"/>
                    <a:gd name="T58" fmla="*/ 54 w 90"/>
                    <a:gd name="T59" fmla="*/ 0 h 92"/>
                    <a:gd name="T60" fmla="*/ 62 w 90"/>
                    <a:gd name="T61" fmla="*/ 4 h 92"/>
                    <a:gd name="T62" fmla="*/ 70 w 90"/>
                    <a:gd name="T63" fmla="*/ 8 h 92"/>
                    <a:gd name="T64" fmla="*/ 76 w 90"/>
                    <a:gd name="T65" fmla="*/ 14 h 92"/>
                    <a:gd name="T66" fmla="*/ 82 w 90"/>
                    <a:gd name="T67" fmla="*/ 20 h 92"/>
                    <a:gd name="T68" fmla="*/ 86 w 90"/>
                    <a:gd name="T69" fmla="*/ 28 h 92"/>
                    <a:gd name="T70" fmla="*/ 88 w 90"/>
                    <a:gd name="T71" fmla="*/ 38 h 92"/>
                    <a:gd name="T72" fmla="*/ 90 w 90"/>
                    <a:gd name="T73" fmla="*/ 46 h 92"/>
                    <a:gd name="T74" fmla="*/ 90 w 90"/>
                    <a:gd name="T75" fmla="*/ 4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92">
                      <a:moveTo>
                        <a:pt x="90" y="46"/>
                      </a:moveTo>
                      <a:lnTo>
                        <a:pt x="90" y="46"/>
                      </a:lnTo>
                      <a:lnTo>
                        <a:pt x="88" y="56"/>
                      </a:lnTo>
                      <a:lnTo>
                        <a:pt x="86" y="64"/>
                      </a:lnTo>
                      <a:lnTo>
                        <a:pt x="82" y="72"/>
                      </a:lnTo>
                      <a:lnTo>
                        <a:pt x="76" y="80"/>
                      </a:lnTo>
                      <a:lnTo>
                        <a:pt x="70" y="84"/>
                      </a:lnTo>
                      <a:lnTo>
                        <a:pt x="62" y="90"/>
                      </a:lnTo>
                      <a:lnTo>
                        <a:pt x="54" y="92"/>
                      </a:lnTo>
                      <a:lnTo>
                        <a:pt x="44" y="92"/>
                      </a:lnTo>
                      <a:lnTo>
                        <a:pt x="44" y="92"/>
                      </a:lnTo>
                      <a:lnTo>
                        <a:pt x="36" y="92"/>
                      </a:lnTo>
                      <a:lnTo>
                        <a:pt x="26" y="90"/>
                      </a:lnTo>
                      <a:lnTo>
                        <a:pt x="18" y="84"/>
                      </a:lnTo>
                      <a:lnTo>
                        <a:pt x="12" y="80"/>
                      </a:lnTo>
                      <a:lnTo>
                        <a:pt x="6" y="72"/>
                      </a:lnTo>
                      <a:lnTo>
                        <a:pt x="2" y="64"/>
                      </a:lnTo>
                      <a:lnTo>
                        <a:pt x="0" y="56"/>
                      </a:lnTo>
                      <a:lnTo>
                        <a:pt x="0" y="46"/>
                      </a:lnTo>
                      <a:lnTo>
                        <a:pt x="0" y="46"/>
                      </a:lnTo>
                      <a:lnTo>
                        <a:pt x="0" y="38"/>
                      </a:lnTo>
                      <a:lnTo>
                        <a:pt x="2" y="28"/>
                      </a:lnTo>
                      <a:lnTo>
                        <a:pt x="6" y="20"/>
                      </a:lnTo>
                      <a:lnTo>
                        <a:pt x="12" y="14"/>
                      </a:lnTo>
                      <a:lnTo>
                        <a:pt x="18" y="8"/>
                      </a:lnTo>
                      <a:lnTo>
                        <a:pt x="26" y="4"/>
                      </a:lnTo>
                      <a:lnTo>
                        <a:pt x="36" y="0"/>
                      </a:lnTo>
                      <a:lnTo>
                        <a:pt x="44" y="0"/>
                      </a:lnTo>
                      <a:lnTo>
                        <a:pt x="44" y="0"/>
                      </a:lnTo>
                      <a:lnTo>
                        <a:pt x="54" y="0"/>
                      </a:lnTo>
                      <a:lnTo>
                        <a:pt x="62" y="4"/>
                      </a:lnTo>
                      <a:lnTo>
                        <a:pt x="70" y="8"/>
                      </a:lnTo>
                      <a:lnTo>
                        <a:pt x="76" y="14"/>
                      </a:lnTo>
                      <a:lnTo>
                        <a:pt x="82" y="20"/>
                      </a:lnTo>
                      <a:lnTo>
                        <a:pt x="86" y="28"/>
                      </a:lnTo>
                      <a:lnTo>
                        <a:pt x="88" y="38"/>
                      </a:lnTo>
                      <a:lnTo>
                        <a:pt x="90" y="46"/>
                      </a:lnTo>
                      <a:lnTo>
                        <a:pt x="90" y="46"/>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4" name="Freeform 24"/>
                <p:cNvSpPr>
                  <a:spLocks/>
                </p:cNvSpPr>
                <p:nvPr userDrawn="1"/>
              </p:nvSpPr>
              <p:spPr bwMode="auto">
                <a:xfrm>
                  <a:off x="8606985" y="253832"/>
                  <a:ext cx="170129" cy="252449"/>
                </a:xfrm>
                <a:custGeom>
                  <a:avLst/>
                  <a:gdLst>
                    <a:gd name="T0" fmla="*/ 118 w 124"/>
                    <a:gd name="T1" fmla="*/ 184 h 184"/>
                    <a:gd name="T2" fmla="*/ 118 w 124"/>
                    <a:gd name="T3" fmla="*/ 184 h 184"/>
                    <a:gd name="T4" fmla="*/ 124 w 124"/>
                    <a:gd name="T5" fmla="*/ 158 h 184"/>
                    <a:gd name="T6" fmla="*/ 124 w 124"/>
                    <a:gd name="T7" fmla="*/ 128 h 184"/>
                    <a:gd name="T8" fmla="*/ 124 w 124"/>
                    <a:gd name="T9" fmla="*/ 128 h 184"/>
                    <a:gd name="T10" fmla="*/ 124 w 124"/>
                    <a:gd name="T11" fmla="*/ 102 h 184"/>
                    <a:gd name="T12" fmla="*/ 120 w 124"/>
                    <a:gd name="T13" fmla="*/ 78 h 184"/>
                    <a:gd name="T14" fmla="*/ 114 w 124"/>
                    <a:gd name="T15" fmla="*/ 56 h 184"/>
                    <a:gd name="T16" fmla="*/ 106 w 124"/>
                    <a:gd name="T17" fmla="*/ 36 h 184"/>
                    <a:gd name="T18" fmla="*/ 98 w 124"/>
                    <a:gd name="T19" fmla="*/ 22 h 184"/>
                    <a:gd name="T20" fmla="*/ 86 w 124"/>
                    <a:gd name="T21" fmla="*/ 10 h 184"/>
                    <a:gd name="T22" fmla="*/ 74 w 124"/>
                    <a:gd name="T23" fmla="*/ 2 h 184"/>
                    <a:gd name="T24" fmla="*/ 68 w 124"/>
                    <a:gd name="T25" fmla="*/ 0 h 184"/>
                    <a:gd name="T26" fmla="*/ 62 w 124"/>
                    <a:gd name="T27" fmla="*/ 0 h 184"/>
                    <a:gd name="T28" fmla="*/ 62 w 124"/>
                    <a:gd name="T29" fmla="*/ 0 h 184"/>
                    <a:gd name="T30" fmla="*/ 56 w 124"/>
                    <a:gd name="T31" fmla="*/ 0 h 184"/>
                    <a:gd name="T32" fmla="*/ 50 w 124"/>
                    <a:gd name="T33" fmla="*/ 2 h 184"/>
                    <a:gd name="T34" fmla="*/ 38 w 124"/>
                    <a:gd name="T35" fmla="*/ 10 h 184"/>
                    <a:gd name="T36" fmla="*/ 28 w 124"/>
                    <a:gd name="T37" fmla="*/ 22 h 184"/>
                    <a:gd name="T38" fmla="*/ 18 w 124"/>
                    <a:gd name="T39" fmla="*/ 36 h 184"/>
                    <a:gd name="T40" fmla="*/ 10 w 124"/>
                    <a:gd name="T41" fmla="*/ 56 h 184"/>
                    <a:gd name="T42" fmla="*/ 4 w 124"/>
                    <a:gd name="T43" fmla="*/ 78 h 184"/>
                    <a:gd name="T44" fmla="*/ 0 w 124"/>
                    <a:gd name="T45" fmla="*/ 102 h 184"/>
                    <a:gd name="T46" fmla="*/ 0 w 124"/>
                    <a:gd name="T47" fmla="*/ 128 h 184"/>
                    <a:gd name="T48" fmla="*/ 0 w 124"/>
                    <a:gd name="T49" fmla="*/ 128 h 184"/>
                    <a:gd name="T50" fmla="*/ 2 w 124"/>
                    <a:gd name="T51" fmla="*/ 158 h 184"/>
                    <a:gd name="T52" fmla="*/ 6 w 124"/>
                    <a:gd name="T53" fmla="*/ 184 h 184"/>
                    <a:gd name="T54" fmla="*/ 118 w 124"/>
                    <a:gd name="T55"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4" h="184">
                      <a:moveTo>
                        <a:pt x="118" y="184"/>
                      </a:moveTo>
                      <a:lnTo>
                        <a:pt x="118" y="184"/>
                      </a:lnTo>
                      <a:lnTo>
                        <a:pt x="124" y="158"/>
                      </a:lnTo>
                      <a:lnTo>
                        <a:pt x="124" y="128"/>
                      </a:lnTo>
                      <a:lnTo>
                        <a:pt x="124" y="128"/>
                      </a:lnTo>
                      <a:lnTo>
                        <a:pt x="124" y="102"/>
                      </a:lnTo>
                      <a:lnTo>
                        <a:pt x="120" y="78"/>
                      </a:lnTo>
                      <a:lnTo>
                        <a:pt x="114" y="56"/>
                      </a:lnTo>
                      <a:lnTo>
                        <a:pt x="106" y="36"/>
                      </a:lnTo>
                      <a:lnTo>
                        <a:pt x="98" y="22"/>
                      </a:lnTo>
                      <a:lnTo>
                        <a:pt x="86" y="10"/>
                      </a:lnTo>
                      <a:lnTo>
                        <a:pt x="74" y="2"/>
                      </a:lnTo>
                      <a:lnTo>
                        <a:pt x="68" y="0"/>
                      </a:lnTo>
                      <a:lnTo>
                        <a:pt x="62" y="0"/>
                      </a:lnTo>
                      <a:lnTo>
                        <a:pt x="62" y="0"/>
                      </a:lnTo>
                      <a:lnTo>
                        <a:pt x="56" y="0"/>
                      </a:lnTo>
                      <a:lnTo>
                        <a:pt x="50" y="2"/>
                      </a:lnTo>
                      <a:lnTo>
                        <a:pt x="38" y="10"/>
                      </a:lnTo>
                      <a:lnTo>
                        <a:pt x="28" y="22"/>
                      </a:lnTo>
                      <a:lnTo>
                        <a:pt x="18" y="36"/>
                      </a:lnTo>
                      <a:lnTo>
                        <a:pt x="10" y="56"/>
                      </a:lnTo>
                      <a:lnTo>
                        <a:pt x="4" y="78"/>
                      </a:lnTo>
                      <a:lnTo>
                        <a:pt x="0" y="102"/>
                      </a:lnTo>
                      <a:lnTo>
                        <a:pt x="0" y="128"/>
                      </a:lnTo>
                      <a:lnTo>
                        <a:pt x="0" y="128"/>
                      </a:lnTo>
                      <a:lnTo>
                        <a:pt x="2" y="158"/>
                      </a:lnTo>
                      <a:lnTo>
                        <a:pt x="6" y="184"/>
                      </a:lnTo>
                      <a:lnTo>
                        <a:pt x="118" y="184"/>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5" name="Freeform 25"/>
                <p:cNvSpPr>
                  <a:spLocks/>
                </p:cNvSpPr>
                <p:nvPr userDrawn="1"/>
              </p:nvSpPr>
              <p:spPr bwMode="auto">
                <a:xfrm>
                  <a:off x="8815530" y="179744"/>
                  <a:ext cx="109760" cy="112504"/>
                </a:xfrm>
                <a:custGeom>
                  <a:avLst/>
                  <a:gdLst>
                    <a:gd name="T0" fmla="*/ 80 w 80"/>
                    <a:gd name="T1" fmla="*/ 40 h 82"/>
                    <a:gd name="T2" fmla="*/ 80 w 80"/>
                    <a:gd name="T3" fmla="*/ 40 h 82"/>
                    <a:gd name="T4" fmla="*/ 78 w 80"/>
                    <a:gd name="T5" fmla="*/ 50 h 82"/>
                    <a:gd name="T6" fmla="*/ 76 w 80"/>
                    <a:gd name="T7" fmla="*/ 56 h 82"/>
                    <a:gd name="T8" fmla="*/ 72 w 80"/>
                    <a:gd name="T9" fmla="*/ 64 h 82"/>
                    <a:gd name="T10" fmla="*/ 68 w 80"/>
                    <a:gd name="T11" fmla="*/ 70 h 82"/>
                    <a:gd name="T12" fmla="*/ 62 w 80"/>
                    <a:gd name="T13" fmla="*/ 74 h 82"/>
                    <a:gd name="T14" fmla="*/ 56 w 80"/>
                    <a:gd name="T15" fmla="*/ 78 h 82"/>
                    <a:gd name="T16" fmla="*/ 48 w 80"/>
                    <a:gd name="T17" fmla="*/ 82 h 82"/>
                    <a:gd name="T18" fmla="*/ 40 w 80"/>
                    <a:gd name="T19" fmla="*/ 82 h 82"/>
                    <a:gd name="T20" fmla="*/ 40 w 80"/>
                    <a:gd name="T21" fmla="*/ 82 h 82"/>
                    <a:gd name="T22" fmla="*/ 32 w 80"/>
                    <a:gd name="T23" fmla="*/ 82 h 82"/>
                    <a:gd name="T24" fmla="*/ 24 w 80"/>
                    <a:gd name="T25" fmla="*/ 78 h 82"/>
                    <a:gd name="T26" fmla="*/ 18 w 80"/>
                    <a:gd name="T27" fmla="*/ 74 h 82"/>
                    <a:gd name="T28" fmla="*/ 12 w 80"/>
                    <a:gd name="T29" fmla="*/ 70 h 82"/>
                    <a:gd name="T30" fmla="*/ 6 w 80"/>
                    <a:gd name="T31" fmla="*/ 64 h 82"/>
                    <a:gd name="T32" fmla="*/ 4 w 80"/>
                    <a:gd name="T33" fmla="*/ 56 h 82"/>
                    <a:gd name="T34" fmla="*/ 0 w 80"/>
                    <a:gd name="T35" fmla="*/ 50 h 82"/>
                    <a:gd name="T36" fmla="*/ 0 w 80"/>
                    <a:gd name="T37" fmla="*/ 40 h 82"/>
                    <a:gd name="T38" fmla="*/ 0 w 80"/>
                    <a:gd name="T39" fmla="*/ 40 h 82"/>
                    <a:gd name="T40" fmla="*/ 0 w 80"/>
                    <a:gd name="T41" fmla="*/ 32 h 82"/>
                    <a:gd name="T42" fmla="*/ 4 w 80"/>
                    <a:gd name="T43" fmla="*/ 26 h 82"/>
                    <a:gd name="T44" fmla="*/ 6 w 80"/>
                    <a:gd name="T45" fmla="*/ 18 h 82"/>
                    <a:gd name="T46" fmla="*/ 12 w 80"/>
                    <a:gd name="T47" fmla="*/ 12 h 82"/>
                    <a:gd name="T48" fmla="*/ 18 w 80"/>
                    <a:gd name="T49" fmla="*/ 8 h 82"/>
                    <a:gd name="T50" fmla="*/ 24 w 80"/>
                    <a:gd name="T51" fmla="*/ 4 h 82"/>
                    <a:gd name="T52" fmla="*/ 32 w 80"/>
                    <a:gd name="T53" fmla="*/ 0 h 82"/>
                    <a:gd name="T54" fmla="*/ 40 w 80"/>
                    <a:gd name="T55" fmla="*/ 0 h 82"/>
                    <a:gd name="T56" fmla="*/ 40 w 80"/>
                    <a:gd name="T57" fmla="*/ 0 h 82"/>
                    <a:gd name="T58" fmla="*/ 48 w 80"/>
                    <a:gd name="T59" fmla="*/ 0 h 82"/>
                    <a:gd name="T60" fmla="*/ 56 w 80"/>
                    <a:gd name="T61" fmla="*/ 4 h 82"/>
                    <a:gd name="T62" fmla="*/ 62 w 80"/>
                    <a:gd name="T63" fmla="*/ 8 h 82"/>
                    <a:gd name="T64" fmla="*/ 68 w 80"/>
                    <a:gd name="T65" fmla="*/ 12 h 82"/>
                    <a:gd name="T66" fmla="*/ 72 w 80"/>
                    <a:gd name="T67" fmla="*/ 18 h 82"/>
                    <a:gd name="T68" fmla="*/ 76 w 80"/>
                    <a:gd name="T69" fmla="*/ 26 h 82"/>
                    <a:gd name="T70" fmla="*/ 78 w 80"/>
                    <a:gd name="T71" fmla="*/ 32 h 82"/>
                    <a:gd name="T72" fmla="*/ 80 w 80"/>
                    <a:gd name="T73" fmla="*/ 40 h 82"/>
                    <a:gd name="T74" fmla="*/ 80 w 80"/>
                    <a:gd name="T75" fmla="*/ 4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82">
                      <a:moveTo>
                        <a:pt x="80" y="40"/>
                      </a:moveTo>
                      <a:lnTo>
                        <a:pt x="80" y="40"/>
                      </a:lnTo>
                      <a:lnTo>
                        <a:pt x="78" y="50"/>
                      </a:lnTo>
                      <a:lnTo>
                        <a:pt x="76" y="56"/>
                      </a:lnTo>
                      <a:lnTo>
                        <a:pt x="72" y="64"/>
                      </a:lnTo>
                      <a:lnTo>
                        <a:pt x="68" y="70"/>
                      </a:lnTo>
                      <a:lnTo>
                        <a:pt x="62" y="74"/>
                      </a:lnTo>
                      <a:lnTo>
                        <a:pt x="56" y="78"/>
                      </a:lnTo>
                      <a:lnTo>
                        <a:pt x="48" y="82"/>
                      </a:lnTo>
                      <a:lnTo>
                        <a:pt x="40" y="82"/>
                      </a:lnTo>
                      <a:lnTo>
                        <a:pt x="40" y="82"/>
                      </a:lnTo>
                      <a:lnTo>
                        <a:pt x="32" y="82"/>
                      </a:lnTo>
                      <a:lnTo>
                        <a:pt x="24" y="78"/>
                      </a:lnTo>
                      <a:lnTo>
                        <a:pt x="18" y="74"/>
                      </a:lnTo>
                      <a:lnTo>
                        <a:pt x="12" y="70"/>
                      </a:lnTo>
                      <a:lnTo>
                        <a:pt x="6" y="64"/>
                      </a:lnTo>
                      <a:lnTo>
                        <a:pt x="4" y="56"/>
                      </a:lnTo>
                      <a:lnTo>
                        <a:pt x="0" y="50"/>
                      </a:lnTo>
                      <a:lnTo>
                        <a:pt x="0" y="40"/>
                      </a:lnTo>
                      <a:lnTo>
                        <a:pt x="0" y="40"/>
                      </a:lnTo>
                      <a:lnTo>
                        <a:pt x="0" y="32"/>
                      </a:lnTo>
                      <a:lnTo>
                        <a:pt x="4" y="26"/>
                      </a:lnTo>
                      <a:lnTo>
                        <a:pt x="6" y="18"/>
                      </a:lnTo>
                      <a:lnTo>
                        <a:pt x="12" y="12"/>
                      </a:lnTo>
                      <a:lnTo>
                        <a:pt x="18" y="8"/>
                      </a:lnTo>
                      <a:lnTo>
                        <a:pt x="24" y="4"/>
                      </a:lnTo>
                      <a:lnTo>
                        <a:pt x="32" y="0"/>
                      </a:lnTo>
                      <a:lnTo>
                        <a:pt x="40" y="0"/>
                      </a:lnTo>
                      <a:lnTo>
                        <a:pt x="40" y="0"/>
                      </a:lnTo>
                      <a:lnTo>
                        <a:pt x="48" y="0"/>
                      </a:lnTo>
                      <a:lnTo>
                        <a:pt x="56" y="4"/>
                      </a:lnTo>
                      <a:lnTo>
                        <a:pt x="62" y="8"/>
                      </a:lnTo>
                      <a:lnTo>
                        <a:pt x="68" y="12"/>
                      </a:lnTo>
                      <a:lnTo>
                        <a:pt x="72" y="18"/>
                      </a:lnTo>
                      <a:lnTo>
                        <a:pt x="76" y="26"/>
                      </a:lnTo>
                      <a:lnTo>
                        <a:pt x="78" y="32"/>
                      </a:lnTo>
                      <a:lnTo>
                        <a:pt x="80" y="40"/>
                      </a:lnTo>
                      <a:lnTo>
                        <a:pt x="80" y="4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6" name="Freeform 26"/>
                <p:cNvSpPr>
                  <a:spLocks/>
                </p:cNvSpPr>
                <p:nvPr userDrawn="1"/>
              </p:nvSpPr>
              <p:spPr bwMode="auto">
                <a:xfrm>
                  <a:off x="8812785" y="300480"/>
                  <a:ext cx="139945" cy="205801"/>
                </a:xfrm>
                <a:custGeom>
                  <a:avLst/>
                  <a:gdLst>
                    <a:gd name="T0" fmla="*/ 96 w 102"/>
                    <a:gd name="T1" fmla="*/ 150 h 150"/>
                    <a:gd name="T2" fmla="*/ 96 w 102"/>
                    <a:gd name="T3" fmla="*/ 150 h 150"/>
                    <a:gd name="T4" fmla="*/ 100 w 102"/>
                    <a:gd name="T5" fmla="*/ 128 h 150"/>
                    <a:gd name="T6" fmla="*/ 102 w 102"/>
                    <a:gd name="T7" fmla="*/ 104 h 150"/>
                    <a:gd name="T8" fmla="*/ 102 w 102"/>
                    <a:gd name="T9" fmla="*/ 104 h 150"/>
                    <a:gd name="T10" fmla="*/ 102 w 102"/>
                    <a:gd name="T11" fmla="*/ 84 h 150"/>
                    <a:gd name="T12" fmla="*/ 98 w 102"/>
                    <a:gd name="T13" fmla="*/ 64 h 150"/>
                    <a:gd name="T14" fmla="*/ 94 w 102"/>
                    <a:gd name="T15" fmla="*/ 46 h 150"/>
                    <a:gd name="T16" fmla="*/ 86 w 102"/>
                    <a:gd name="T17" fmla="*/ 32 h 150"/>
                    <a:gd name="T18" fmla="*/ 80 w 102"/>
                    <a:gd name="T19" fmla="*/ 18 h 150"/>
                    <a:gd name="T20" fmla="*/ 70 w 102"/>
                    <a:gd name="T21" fmla="*/ 8 h 150"/>
                    <a:gd name="T22" fmla="*/ 60 w 102"/>
                    <a:gd name="T23" fmla="*/ 2 h 150"/>
                    <a:gd name="T24" fmla="*/ 50 w 102"/>
                    <a:gd name="T25" fmla="*/ 0 h 150"/>
                    <a:gd name="T26" fmla="*/ 50 w 102"/>
                    <a:gd name="T27" fmla="*/ 0 h 150"/>
                    <a:gd name="T28" fmla="*/ 40 w 102"/>
                    <a:gd name="T29" fmla="*/ 2 h 150"/>
                    <a:gd name="T30" fmla="*/ 30 w 102"/>
                    <a:gd name="T31" fmla="*/ 8 h 150"/>
                    <a:gd name="T32" fmla="*/ 22 w 102"/>
                    <a:gd name="T33" fmla="*/ 18 h 150"/>
                    <a:gd name="T34" fmla="*/ 14 w 102"/>
                    <a:gd name="T35" fmla="*/ 32 h 150"/>
                    <a:gd name="T36" fmla="*/ 8 w 102"/>
                    <a:gd name="T37" fmla="*/ 46 h 150"/>
                    <a:gd name="T38" fmla="*/ 4 w 102"/>
                    <a:gd name="T39" fmla="*/ 64 h 150"/>
                    <a:gd name="T40" fmla="*/ 0 w 102"/>
                    <a:gd name="T41" fmla="*/ 84 h 150"/>
                    <a:gd name="T42" fmla="*/ 0 w 102"/>
                    <a:gd name="T43" fmla="*/ 104 h 150"/>
                    <a:gd name="T44" fmla="*/ 0 w 102"/>
                    <a:gd name="T45" fmla="*/ 104 h 150"/>
                    <a:gd name="T46" fmla="*/ 0 w 102"/>
                    <a:gd name="T47" fmla="*/ 128 h 150"/>
                    <a:gd name="T48" fmla="*/ 4 w 102"/>
                    <a:gd name="T49" fmla="*/ 150 h 150"/>
                    <a:gd name="T50" fmla="*/ 96 w 102"/>
                    <a:gd name="T51"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2" h="150">
                      <a:moveTo>
                        <a:pt x="96" y="150"/>
                      </a:moveTo>
                      <a:lnTo>
                        <a:pt x="96" y="150"/>
                      </a:lnTo>
                      <a:lnTo>
                        <a:pt x="100" y="128"/>
                      </a:lnTo>
                      <a:lnTo>
                        <a:pt x="102" y="104"/>
                      </a:lnTo>
                      <a:lnTo>
                        <a:pt x="102" y="104"/>
                      </a:lnTo>
                      <a:lnTo>
                        <a:pt x="102" y="84"/>
                      </a:lnTo>
                      <a:lnTo>
                        <a:pt x="98" y="64"/>
                      </a:lnTo>
                      <a:lnTo>
                        <a:pt x="94" y="46"/>
                      </a:lnTo>
                      <a:lnTo>
                        <a:pt x="86" y="32"/>
                      </a:lnTo>
                      <a:lnTo>
                        <a:pt x="80" y="18"/>
                      </a:lnTo>
                      <a:lnTo>
                        <a:pt x="70" y="8"/>
                      </a:lnTo>
                      <a:lnTo>
                        <a:pt x="60" y="2"/>
                      </a:lnTo>
                      <a:lnTo>
                        <a:pt x="50" y="0"/>
                      </a:lnTo>
                      <a:lnTo>
                        <a:pt x="50" y="0"/>
                      </a:lnTo>
                      <a:lnTo>
                        <a:pt x="40" y="2"/>
                      </a:lnTo>
                      <a:lnTo>
                        <a:pt x="30" y="8"/>
                      </a:lnTo>
                      <a:lnTo>
                        <a:pt x="22" y="18"/>
                      </a:lnTo>
                      <a:lnTo>
                        <a:pt x="14" y="32"/>
                      </a:lnTo>
                      <a:lnTo>
                        <a:pt x="8" y="46"/>
                      </a:lnTo>
                      <a:lnTo>
                        <a:pt x="4" y="64"/>
                      </a:lnTo>
                      <a:lnTo>
                        <a:pt x="0" y="84"/>
                      </a:lnTo>
                      <a:lnTo>
                        <a:pt x="0" y="104"/>
                      </a:lnTo>
                      <a:lnTo>
                        <a:pt x="0" y="104"/>
                      </a:lnTo>
                      <a:lnTo>
                        <a:pt x="0" y="128"/>
                      </a:lnTo>
                      <a:lnTo>
                        <a:pt x="4" y="150"/>
                      </a:lnTo>
                      <a:lnTo>
                        <a:pt x="96" y="15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7" name="Freeform 27"/>
                <p:cNvSpPr>
                  <a:spLocks/>
                </p:cNvSpPr>
                <p:nvPr userDrawn="1"/>
              </p:nvSpPr>
              <p:spPr bwMode="auto">
                <a:xfrm>
                  <a:off x="8755160" y="278529"/>
                  <a:ext cx="87809" cy="227754"/>
                </a:xfrm>
                <a:custGeom>
                  <a:avLst/>
                  <a:gdLst>
                    <a:gd name="T0" fmla="*/ 16 w 64"/>
                    <a:gd name="T1" fmla="*/ 166 h 166"/>
                    <a:gd name="T2" fmla="*/ 38 w 64"/>
                    <a:gd name="T3" fmla="*/ 166 h 166"/>
                    <a:gd name="T4" fmla="*/ 38 w 64"/>
                    <a:gd name="T5" fmla="*/ 166 h 166"/>
                    <a:gd name="T6" fmla="*/ 36 w 64"/>
                    <a:gd name="T7" fmla="*/ 144 h 166"/>
                    <a:gd name="T8" fmla="*/ 36 w 64"/>
                    <a:gd name="T9" fmla="*/ 120 h 166"/>
                    <a:gd name="T10" fmla="*/ 36 w 64"/>
                    <a:gd name="T11" fmla="*/ 120 h 166"/>
                    <a:gd name="T12" fmla="*/ 38 w 64"/>
                    <a:gd name="T13" fmla="*/ 92 h 166"/>
                    <a:gd name="T14" fmla="*/ 44 w 64"/>
                    <a:gd name="T15" fmla="*/ 66 h 166"/>
                    <a:gd name="T16" fmla="*/ 52 w 64"/>
                    <a:gd name="T17" fmla="*/ 42 h 166"/>
                    <a:gd name="T18" fmla="*/ 58 w 64"/>
                    <a:gd name="T19" fmla="*/ 34 h 166"/>
                    <a:gd name="T20" fmla="*/ 64 w 64"/>
                    <a:gd name="T21" fmla="*/ 26 h 166"/>
                    <a:gd name="T22" fmla="*/ 64 w 64"/>
                    <a:gd name="T23" fmla="*/ 26 h 166"/>
                    <a:gd name="T24" fmla="*/ 56 w 64"/>
                    <a:gd name="T25" fmla="*/ 14 h 166"/>
                    <a:gd name="T26" fmla="*/ 46 w 64"/>
                    <a:gd name="T27" fmla="*/ 6 h 166"/>
                    <a:gd name="T28" fmla="*/ 36 w 64"/>
                    <a:gd name="T29" fmla="*/ 2 h 166"/>
                    <a:gd name="T30" fmla="*/ 26 w 64"/>
                    <a:gd name="T31" fmla="*/ 0 h 166"/>
                    <a:gd name="T32" fmla="*/ 26 w 64"/>
                    <a:gd name="T33" fmla="*/ 0 h 166"/>
                    <a:gd name="T34" fmla="*/ 18 w 64"/>
                    <a:gd name="T35" fmla="*/ 0 h 166"/>
                    <a:gd name="T36" fmla="*/ 12 w 64"/>
                    <a:gd name="T37" fmla="*/ 2 h 166"/>
                    <a:gd name="T38" fmla="*/ 0 w 64"/>
                    <a:gd name="T39" fmla="*/ 12 h 166"/>
                    <a:gd name="T40" fmla="*/ 0 w 64"/>
                    <a:gd name="T41" fmla="*/ 12 h 166"/>
                    <a:gd name="T42" fmla="*/ 10 w 64"/>
                    <a:gd name="T43" fmla="*/ 30 h 166"/>
                    <a:gd name="T44" fmla="*/ 16 w 64"/>
                    <a:gd name="T45" fmla="*/ 54 h 166"/>
                    <a:gd name="T46" fmla="*/ 22 w 64"/>
                    <a:gd name="T47" fmla="*/ 82 h 166"/>
                    <a:gd name="T48" fmla="*/ 24 w 64"/>
                    <a:gd name="T49" fmla="*/ 110 h 166"/>
                    <a:gd name="T50" fmla="*/ 24 w 64"/>
                    <a:gd name="T51" fmla="*/ 110 h 166"/>
                    <a:gd name="T52" fmla="*/ 22 w 64"/>
                    <a:gd name="T53" fmla="*/ 140 h 166"/>
                    <a:gd name="T54" fmla="*/ 16 w 64"/>
                    <a:gd name="T55" fmla="*/ 166 h 166"/>
                    <a:gd name="T56" fmla="*/ 16 w 64"/>
                    <a:gd name="T57" fmla="*/ 16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166">
                      <a:moveTo>
                        <a:pt x="16" y="166"/>
                      </a:moveTo>
                      <a:lnTo>
                        <a:pt x="38" y="166"/>
                      </a:lnTo>
                      <a:lnTo>
                        <a:pt x="38" y="166"/>
                      </a:lnTo>
                      <a:lnTo>
                        <a:pt x="36" y="144"/>
                      </a:lnTo>
                      <a:lnTo>
                        <a:pt x="36" y="120"/>
                      </a:lnTo>
                      <a:lnTo>
                        <a:pt x="36" y="120"/>
                      </a:lnTo>
                      <a:lnTo>
                        <a:pt x="38" y="92"/>
                      </a:lnTo>
                      <a:lnTo>
                        <a:pt x="44" y="66"/>
                      </a:lnTo>
                      <a:lnTo>
                        <a:pt x="52" y="42"/>
                      </a:lnTo>
                      <a:lnTo>
                        <a:pt x="58" y="34"/>
                      </a:lnTo>
                      <a:lnTo>
                        <a:pt x="64" y="26"/>
                      </a:lnTo>
                      <a:lnTo>
                        <a:pt x="64" y="26"/>
                      </a:lnTo>
                      <a:lnTo>
                        <a:pt x="56" y="14"/>
                      </a:lnTo>
                      <a:lnTo>
                        <a:pt x="46" y="6"/>
                      </a:lnTo>
                      <a:lnTo>
                        <a:pt x="36" y="2"/>
                      </a:lnTo>
                      <a:lnTo>
                        <a:pt x="26" y="0"/>
                      </a:lnTo>
                      <a:lnTo>
                        <a:pt x="26" y="0"/>
                      </a:lnTo>
                      <a:lnTo>
                        <a:pt x="18" y="0"/>
                      </a:lnTo>
                      <a:lnTo>
                        <a:pt x="12" y="2"/>
                      </a:lnTo>
                      <a:lnTo>
                        <a:pt x="0" y="12"/>
                      </a:lnTo>
                      <a:lnTo>
                        <a:pt x="0" y="12"/>
                      </a:lnTo>
                      <a:lnTo>
                        <a:pt x="10" y="30"/>
                      </a:lnTo>
                      <a:lnTo>
                        <a:pt x="16" y="54"/>
                      </a:lnTo>
                      <a:lnTo>
                        <a:pt x="22" y="82"/>
                      </a:lnTo>
                      <a:lnTo>
                        <a:pt x="24" y="110"/>
                      </a:lnTo>
                      <a:lnTo>
                        <a:pt x="24" y="110"/>
                      </a:lnTo>
                      <a:lnTo>
                        <a:pt x="22" y="140"/>
                      </a:lnTo>
                      <a:lnTo>
                        <a:pt x="16" y="166"/>
                      </a:lnTo>
                      <a:lnTo>
                        <a:pt x="16" y="166"/>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8" name="Freeform 28"/>
                <p:cNvSpPr>
                  <a:spLocks/>
                </p:cNvSpPr>
                <p:nvPr userDrawn="1"/>
              </p:nvSpPr>
              <p:spPr bwMode="auto">
                <a:xfrm>
                  <a:off x="8532895" y="91935"/>
                  <a:ext cx="27440" cy="444531"/>
                </a:xfrm>
                <a:custGeom>
                  <a:avLst/>
                  <a:gdLst>
                    <a:gd name="T0" fmla="*/ 0 w 20"/>
                    <a:gd name="T1" fmla="*/ 10 h 324"/>
                    <a:gd name="T2" fmla="*/ 0 w 20"/>
                    <a:gd name="T3" fmla="*/ 10 h 324"/>
                    <a:gd name="T4" fmla="*/ 0 w 20"/>
                    <a:gd name="T5" fmla="*/ 314 h 324"/>
                    <a:gd name="T6" fmla="*/ 0 w 20"/>
                    <a:gd name="T7" fmla="*/ 314 h 324"/>
                    <a:gd name="T8" fmla="*/ 2 w 20"/>
                    <a:gd name="T9" fmla="*/ 318 h 324"/>
                    <a:gd name="T10" fmla="*/ 4 w 20"/>
                    <a:gd name="T11" fmla="*/ 322 h 324"/>
                    <a:gd name="T12" fmla="*/ 8 w 20"/>
                    <a:gd name="T13" fmla="*/ 322 h 324"/>
                    <a:gd name="T14" fmla="*/ 10 w 20"/>
                    <a:gd name="T15" fmla="*/ 324 h 324"/>
                    <a:gd name="T16" fmla="*/ 14 w 20"/>
                    <a:gd name="T17" fmla="*/ 322 h 324"/>
                    <a:gd name="T18" fmla="*/ 18 w 20"/>
                    <a:gd name="T19" fmla="*/ 322 h 324"/>
                    <a:gd name="T20" fmla="*/ 20 w 20"/>
                    <a:gd name="T21" fmla="*/ 318 h 324"/>
                    <a:gd name="T22" fmla="*/ 20 w 20"/>
                    <a:gd name="T23" fmla="*/ 314 h 324"/>
                    <a:gd name="T24" fmla="*/ 20 w 20"/>
                    <a:gd name="T25" fmla="*/ 314 h 324"/>
                    <a:gd name="T26" fmla="*/ 20 w 20"/>
                    <a:gd name="T27" fmla="*/ 10 h 324"/>
                    <a:gd name="T28" fmla="*/ 20 w 20"/>
                    <a:gd name="T29" fmla="*/ 10 h 324"/>
                    <a:gd name="T30" fmla="*/ 20 w 20"/>
                    <a:gd name="T31" fmla="*/ 6 h 324"/>
                    <a:gd name="T32" fmla="*/ 18 w 20"/>
                    <a:gd name="T33" fmla="*/ 2 h 324"/>
                    <a:gd name="T34" fmla="*/ 14 w 20"/>
                    <a:gd name="T35" fmla="*/ 0 h 324"/>
                    <a:gd name="T36" fmla="*/ 10 w 20"/>
                    <a:gd name="T37" fmla="*/ 0 h 324"/>
                    <a:gd name="T38" fmla="*/ 8 w 20"/>
                    <a:gd name="T39" fmla="*/ 0 h 324"/>
                    <a:gd name="T40" fmla="*/ 4 w 20"/>
                    <a:gd name="T41" fmla="*/ 2 h 324"/>
                    <a:gd name="T42" fmla="*/ 2 w 20"/>
                    <a:gd name="T43" fmla="*/ 6 h 324"/>
                    <a:gd name="T44" fmla="*/ 0 w 20"/>
                    <a:gd name="T45" fmla="*/ 10 h 324"/>
                    <a:gd name="T46" fmla="*/ 0 w 20"/>
                    <a:gd name="T47" fmla="*/ 1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4">
                      <a:moveTo>
                        <a:pt x="0" y="10"/>
                      </a:moveTo>
                      <a:lnTo>
                        <a:pt x="0" y="10"/>
                      </a:lnTo>
                      <a:lnTo>
                        <a:pt x="0" y="314"/>
                      </a:lnTo>
                      <a:lnTo>
                        <a:pt x="0" y="314"/>
                      </a:lnTo>
                      <a:lnTo>
                        <a:pt x="2" y="318"/>
                      </a:lnTo>
                      <a:lnTo>
                        <a:pt x="4" y="322"/>
                      </a:lnTo>
                      <a:lnTo>
                        <a:pt x="8" y="322"/>
                      </a:lnTo>
                      <a:lnTo>
                        <a:pt x="10" y="324"/>
                      </a:lnTo>
                      <a:lnTo>
                        <a:pt x="14" y="322"/>
                      </a:lnTo>
                      <a:lnTo>
                        <a:pt x="18" y="322"/>
                      </a:lnTo>
                      <a:lnTo>
                        <a:pt x="20" y="318"/>
                      </a:lnTo>
                      <a:lnTo>
                        <a:pt x="20" y="314"/>
                      </a:lnTo>
                      <a:lnTo>
                        <a:pt x="20" y="314"/>
                      </a:lnTo>
                      <a:lnTo>
                        <a:pt x="20" y="10"/>
                      </a:lnTo>
                      <a:lnTo>
                        <a:pt x="20" y="10"/>
                      </a:lnTo>
                      <a:lnTo>
                        <a:pt x="20" y="6"/>
                      </a:lnTo>
                      <a:lnTo>
                        <a:pt x="18" y="2"/>
                      </a:lnTo>
                      <a:lnTo>
                        <a:pt x="14" y="0"/>
                      </a:lnTo>
                      <a:lnTo>
                        <a:pt x="10" y="0"/>
                      </a:lnTo>
                      <a:lnTo>
                        <a:pt x="8" y="0"/>
                      </a:lnTo>
                      <a:lnTo>
                        <a:pt x="4" y="2"/>
                      </a:lnTo>
                      <a:lnTo>
                        <a:pt x="2" y="6"/>
                      </a:lnTo>
                      <a:lnTo>
                        <a:pt x="0" y="10"/>
                      </a:lnTo>
                      <a:lnTo>
                        <a:pt x="0" y="1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29" name="Freeform 29"/>
                <p:cNvSpPr>
                  <a:spLocks/>
                </p:cNvSpPr>
                <p:nvPr userDrawn="1"/>
              </p:nvSpPr>
              <p:spPr bwMode="auto">
                <a:xfrm>
                  <a:off x="8535640" y="91935"/>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2 h 20"/>
                    <a:gd name="T12" fmla="*/ 0 w 54"/>
                    <a:gd name="T13" fmla="*/ 6 h 20"/>
                    <a:gd name="T14" fmla="*/ 0 w 54"/>
                    <a:gd name="T15" fmla="*/ 10 h 20"/>
                    <a:gd name="T16" fmla="*/ 0 w 54"/>
                    <a:gd name="T17" fmla="*/ 14 h 20"/>
                    <a:gd name="T18" fmla="*/ 2 w 54"/>
                    <a:gd name="T19" fmla="*/ 16 h 20"/>
                    <a:gd name="T20" fmla="*/ 4 w 54"/>
                    <a:gd name="T21" fmla="*/ 18 h 20"/>
                    <a:gd name="T22" fmla="*/ 8 w 54"/>
                    <a:gd name="T23" fmla="*/ 20 h 20"/>
                    <a:gd name="T24" fmla="*/ 8 w 54"/>
                    <a:gd name="T25" fmla="*/ 20 h 20"/>
                    <a:gd name="T26" fmla="*/ 44 w 54"/>
                    <a:gd name="T27" fmla="*/ 20 h 20"/>
                    <a:gd name="T28" fmla="*/ 44 w 54"/>
                    <a:gd name="T29" fmla="*/ 20 h 20"/>
                    <a:gd name="T30" fmla="*/ 48 w 54"/>
                    <a:gd name="T31" fmla="*/ 18 h 20"/>
                    <a:gd name="T32" fmla="*/ 52 w 54"/>
                    <a:gd name="T33" fmla="*/ 16 h 20"/>
                    <a:gd name="T34" fmla="*/ 54 w 54"/>
                    <a:gd name="T35" fmla="*/ 14 h 20"/>
                    <a:gd name="T36" fmla="*/ 54 w 54"/>
                    <a:gd name="T37" fmla="*/ 10 h 20"/>
                    <a:gd name="T38" fmla="*/ 54 w 54"/>
                    <a:gd name="T39" fmla="*/ 6 h 20"/>
                    <a:gd name="T40" fmla="*/ 52 w 54"/>
                    <a:gd name="T41" fmla="*/ 2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2"/>
                      </a:lnTo>
                      <a:lnTo>
                        <a:pt x="0" y="6"/>
                      </a:lnTo>
                      <a:lnTo>
                        <a:pt x="0" y="10"/>
                      </a:lnTo>
                      <a:lnTo>
                        <a:pt x="0" y="14"/>
                      </a:lnTo>
                      <a:lnTo>
                        <a:pt x="2" y="16"/>
                      </a:lnTo>
                      <a:lnTo>
                        <a:pt x="4" y="18"/>
                      </a:lnTo>
                      <a:lnTo>
                        <a:pt x="8" y="20"/>
                      </a:ln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30" name="Freeform 30"/>
                <p:cNvSpPr>
                  <a:spLocks/>
                </p:cNvSpPr>
                <p:nvPr userDrawn="1"/>
              </p:nvSpPr>
              <p:spPr bwMode="auto">
                <a:xfrm>
                  <a:off x="8535638" y="509027"/>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4 h 20"/>
                    <a:gd name="T12" fmla="*/ 0 w 54"/>
                    <a:gd name="T13" fmla="*/ 6 h 20"/>
                    <a:gd name="T14" fmla="*/ 0 w 54"/>
                    <a:gd name="T15" fmla="*/ 10 h 20"/>
                    <a:gd name="T16" fmla="*/ 0 w 54"/>
                    <a:gd name="T17" fmla="*/ 14 h 20"/>
                    <a:gd name="T18" fmla="*/ 2 w 54"/>
                    <a:gd name="T19" fmla="*/ 16 h 20"/>
                    <a:gd name="T20" fmla="*/ 4 w 54"/>
                    <a:gd name="T21" fmla="*/ 20 h 20"/>
                    <a:gd name="T22" fmla="*/ 8 w 54"/>
                    <a:gd name="T23" fmla="*/ 20 h 20"/>
                    <a:gd name="T24" fmla="*/ 8 w 54"/>
                    <a:gd name="T25" fmla="*/ 20 h 20"/>
                    <a:gd name="T26" fmla="*/ 44 w 54"/>
                    <a:gd name="T27" fmla="*/ 20 h 20"/>
                    <a:gd name="T28" fmla="*/ 44 w 54"/>
                    <a:gd name="T29" fmla="*/ 20 h 20"/>
                    <a:gd name="T30" fmla="*/ 48 w 54"/>
                    <a:gd name="T31" fmla="*/ 20 h 20"/>
                    <a:gd name="T32" fmla="*/ 52 w 54"/>
                    <a:gd name="T33" fmla="*/ 16 h 20"/>
                    <a:gd name="T34" fmla="*/ 54 w 54"/>
                    <a:gd name="T35" fmla="*/ 14 h 20"/>
                    <a:gd name="T36" fmla="*/ 54 w 54"/>
                    <a:gd name="T37" fmla="*/ 10 h 20"/>
                    <a:gd name="T38" fmla="*/ 54 w 54"/>
                    <a:gd name="T39" fmla="*/ 6 h 20"/>
                    <a:gd name="T40" fmla="*/ 52 w 54"/>
                    <a:gd name="T41" fmla="*/ 4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4"/>
                      </a:lnTo>
                      <a:lnTo>
                        <a:pt x="0" y="6"/>
                      </a:lnTo>
                      <a:lnTo>
                        <a:pt x="0" y="10"/>
                      </a:lnTo>
                      <a:lnTo>
                        <a:pt x="0" y="14"/>
                      </a:lnTo>
                      <a:lnTo>
                        <a:pt x="2" y="16"/>
                      </a:lnTo>
                      <a:lnTo>
                        <a:pt x="4" y="20"/>
                      </a:lnTo>
                      <a:lnTo>
                        <a:pt x="8" y="20"/>
                      </a:ln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31" name="Freeform 31"/>
                <p:cNvSpPr>
                  <a:spLocks/>
                </p:cNvSpPr>
                <p:nvPr userDrawn="1"/>
              </p:nvSpPr>
              <p:spPr bwMode="auto">
                <a:xfrm>
                  <a:off x="9010354" y="91935"/>
                  <a:ext cx="27440" cy="441787"/>
                </a:xfrm>
                <a:custGeom>
                  <a:avLst/>
                  <a:gdLst>
                    <a:gd name="T0" fmla="*/ 20 w 20"/>
                    <a:gd name="T1" fmla="*/ 312 h 322"/>
                    <a:gd name="T2" fmla="*/ 20 w 20"/>
                    <a:gd name="T3" fmla="*/ 312 h 322"/>
                    <a:gd name="T4" fmla="*/ 20 w 20"/>
                    <a:gd name="T5" fmla="*/ 10 h 322"/>
                    <a:gd name="T6" fmla="*/ 20 w 20"/>
                    <a:gd name="T7" fmla="*/ 10 h 322"/>
                    <a:gd name="T8" fmla="*/ 20 w 20"/>
                    <a:gd name="T9" fmla="*/ 6 h 322"/>
                    <a:gd name="T10" fmla="*/ 16 w 20"/>
                    <a:gd name="T11" fmla="*/ 2 h 322"/>
                    <a:gd name="T12" fmla="*/ 14 w 20"/>
                    <a:gd name="T13" fmla="*/ 0 h 322"/>
                    <a:gd name="T14" fmla="*/ 10 w 20"/>
                    <a:gd name="T15" fmla="*/ 0 h 322"/>
                    <a:gd name="T16" fmla="*/ 6 w 20"/>
                    <a:gd name="T17" fmla="*/ 0 h 322"/>
                    <a:gd name="T18" fmla="*/ 4 w 20"/>
                    <a:gd name="T19" fmla="*/ 2 h 322"/>
                    <a:gd name="T20" fmla="*/ 0 w 20"/>
                    <a:gd name="T21" fmla="*/ 6 h 322"/>
                    <a:gd name="T22" fmla="*/ 0 w 20"/>
                    <a:gd name="T23" fmla="*/ 10 h 322"/>
                    <a:gd name="T24" fmla="*/ 0 w 20"/>
                    <a:gd name="T25" fmla="*/ 10 h 322"/>
                    <a:gd name="T26" fmla="*/ 0 w 20"/>
                    <a:gd name="T27" fmla="*/ 312 h 322"/>
                    <a:gd name="T28" fmla="*/ 0 w 20"/>
                    <a:gd name="T29" fmla="*/ 312 h 322"/>
                    <a:gd name="T30" fmla="*/ 0 w 20"/>
                    <a:gd name="T31" fmla="*/ 316 h 322"/>
                    <a:gd name="T32" fmla="*/ 4 w 20"/>
                    <a:gd name="T33" fmla="*/ 320 h 322"/>
                    <a:gd name="T34" fmla="*/ 6 w 20"/>
                    <a:gd name="T35" fmla="*/ 322 h 322"/>
                    <a:gd name="T36" fmla="*/ 10 w 20"/>
                    <a:gd name="T37" fmla="*/ 322 h 322"/>
                    <a:gd name="T38" fmla="*/ 14 w 20"/>
                    <a:gd name="T39" fmla="*/ 322 h 322"/>
                    <a:gd name="T40" fmla="*/ 16 w 20"/>
                    <a:gd name="T41" fmla="*/ 320 h 322"/>
                    <a:gd name="T42" fmla="*/ 20 w 20"/>
                    <a:gd name="T43" fmla="*/ 316 h 322"/>
                    <a:gd name="T44" fmla="*/ 20 w 20"/>
                    <a:gd name="T45" fmla="*/ 312 h 322"/>
                    <a:gd name="T46" fmla="*/ 20 w 20"/>
                    <a:gd name="T47" fmla="*/ 31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2">
                      <a:moveTo>
                        <a:pt x="20" y="312"/>
                      </a:moveTo>
                      <a:lnTo>
                        <a:pt x="20" y="312"/>
                      </a:lnTo>
                      <a:lnTo>
                        <a:pt x="20" y="10"/>
                      </a:lnTo>
                      <a:lnTo>
                        <a:pt x="20" y="10"/>
                      </a:lnTo>
                      <a:lnTo>
                        <a:pt x="20" y="6"/>
                      </a:lnTo>
                      <a:lnTo>
                        <a:pt x="16" y="2"/>
                      </a:lnTo>
                      <a:lnTo>
                        <a:pt x="14" y="0"/>
                      </a:lnTo>
                      <a:lnTo>
                        <a:pt x="10" y="0"/>
                      </a:lnTo>
                      <a:lnTo>
                        <a:pt x="6" y="0"/>
                      </a:lnTo>
                      <a:lnTo>
                        <a:pt x="4" y="2"/>
                      </a:lnTo>
                      <a:lnTo>
                        <a:pt x="0" y="6"/>
                      </a:lnTo>
                      <a:lnTo>
                        <a:pt x="0" y="10"/>
                      </a:lnTo>
                      <a:lnTo>
                        <a:pt x="0" y="10"/>
                      </a:lnTo>
                      <a:lnTo>
                        <a:pt x="0" y="312"/>
                      </a:lnTo>
                      <a:lnTo>
                        <a:pt x="0" y="312"/>
                      </a:lnTo>
                      <a:lnTo>
                        <a:pt x="0" y="316"/>
                      </a:lnTo>
                      <a:lnTo>
                        <a:pt x="4" y="320"/>
                      </a:lnTo>
                      <a:lnTo>
                        <a:pt x="6" y="322"/>
                      </a:lnTo>
                      <a:lnTo>
                        <a:pt x="10" y="322"/>
                      </a:lnTo>
                      <a:lnTo>
                        <a:pt x="14" y="322"/>
                      </a:lnTo>
                      <a:lnTo>
                        <a:pt x="16" y="320"/>
                      </a:lnTo>
                      <a:lnTo>
                        <a:pt x="20" y="316"/>
                      </a:lnTo>
                      <a:lnTo>
                        <a:pt x="20" y="312"/>
                      </a:lnTo>
                      <a:lnTo>
                        <a:pt x="20" y="312"/>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32" name="Freeform 32"/>
                <p:cNvSpPr>
                  <a:spLocks/>
                </p:cNvSpPr>
                <p:nvPr userDrawn="1"/>
              </p:nvSpPr>
              <p:spPr bwMode="auto">
                <a:xfrm>
                  <a:off x="8963705" y="506283"/>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20 h 20"/>
                    <a:gd name="T10" fmla="*/ 52 w 54"/>
                    <a:gd name="T11" fmla="*/ 16 h 20"/>
                    <a:gd name="T12" fmla="*/ 54 w 54"/>
                    <a:gd name="T13" fmla="*/ 14 h 20"/>
                    <a:gd name="T14" fmla="*/ 54 w 54"/>
                    <a:gd name="T15" fmla="*/ 10 h 20"/>
                    <a:gd name="T16" fmla="*/ 54 w 54"/>
                    <a:gd name="T17" fmla="*/ 6 h 20"/>
                    <a:gd name="T18" fmla="*/ 52 w 54"/>
                    <a:gd name="T19" fmla="*/ 4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4 h 20"/>
                    <a:gd name="T34" fmla="*/ 0 w 54"/>
                    <a:gd name="T35" fmla="*/ 6 h 20"/>
                    <a:gd name="T36" fmla="*/ 0 w 54"/>
                    <a:gd name="T37" fmla="*/ 10 h 20"/>
                    <a:gd name="T38" fmla="*/ 0 w 54"/>
                    <a:gd name="T39" fmla="*/ 14 h 20"/>
                    <a:gd name="T40" fmla="*/ 2 w 54"/>
                    <a:gd name="T41" fmla="*/ 16 h 20"/>
                    <a:gd name="T42" fmla="*/ 4 w 54"/>
                    <a:gd name="T43" fmla="*/ 20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lnTo>
                        <a:pt x="8" y="0"/>
                      </a:lnTo>
                      <a:lnTo>
                        <a:pt x="8" y="0"/>
                      </a:lnTo>
                      <a:lnTo>
                        <a:pt x="4" y="0"/>
                      </a:lnTo>
                      <a:lnTo>
                        <a:pt x="2" y="4"/>
                      </a:lnTo>
                      <a:lnTo>
                        <a:pt x="0" y="6"/>
                      </a:lnTo>
                      <a:lnTo>
                        <a:pt x="0" y="10"/>
                      </a:lnTo>
                      <a:lnTo>
                        <a:pt x="0" y="14"/>
                      </a:lnTo>
                      <a:lnTo>
                        <a:pt x="2" y="16"/>
                      </a:lnTo>
                      <a:lnTo>
                        <a:pt x="4" y="20"/>
                      </a:lnTo>
                      <a:lnTo>
                        <a:pt x="8" y="20"/>
                      </a:lnTo>
                      <a:lnTo>
                        <a:pt x="8" y="2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33" name="Freeform 33"/>
                <p:cNvSpPr>
                  <a:spLocks/>
                </p:cNvSpPr>
                <p:nvPr userDrawn="1"/>
              </p:nvSpPr>
              <p:spPr bwMode="auto">
                <a:xfrm>
                  <a:off x="8963705" y="91935"/>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18 h 20"/>
                    <a:gd name="T10" fmla="*/ 52 w 54"/>
                    <a:gd name="T11" fmla="*/ 16 h 20"/>
                    <a:gd name="T12" fmla="*/ 54 w 54"/>
                    <a:gd name="T13" fmla="*/ 14 h 20"/>
                    <a:gd name="T14" fmla="*/ 54 w 54"/>
                    <a:gd name="T15" fmla="*/ 10 h 20"/>
                    <a:gd name="T16" fmla="*/ 54 w 54"/>
                    <a:gd name="T17" fmla="*/ 6 h 20"/>
                    <a:gd name="T18" fmla="*/ 52 w 54"/>
                    <a:gd name="T19" fmla="*/ 2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2 h 20"/>
                    <a:gd name="T34" fmla="*/ 0 w 54"/>
                    <a:gd name="T35" fmla="*/ 6 h 20"/>
                    <a:gd name="T36" fmla="*/ 0 w 54"/>
                    <a:gd name="T37" fmla="*/ 10 h 20"/>
                    <a:gd name="T38" fmla="*/ 0 w 54"/>
                    <a:gd name="T39" fmla="*/ 14 h 20"/>
                    <a:gd name="T40" fmla="*/ 2 w 54"/>
                    <a:gd name="T41" fmla="*/ 16 h 20"/>
                    <a:gd name="T42" fmla="*/ 4 w 54"/>
                    <a:gd name="T43" fmla="*/ 18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lnTo>
                        <a:pt x="8" y="0"/>
                      </a:lnTo>
                      <a:lnTo>
                        <a:pt x="8" y="0"/>
                      </a:lnTo>
                      <a:lnTo>
                        <a:pt x="4" y="0"/>
                      </a:lnTo>
                      <a:lnTo>
                        <a:pt x="2" y="2"/>
                      </a:lnTo>
                      <a:lnTo>
                        <a:pt x="0" y="6"/>
                      </a:lnTo>
                      <a:lnTo>
                        <a:pt x="0" y="10"/>
                      </a:lnTo>
                      <a:lnTo>
                        <a:pt x="0" y="14"/>
                      </a:lnTo>
                      <a:lnTo>
                        <a:pt x="2" y="16"/>
                      </a:lnTo>
                      <a:lnTo>
                        <a:pt x="4" y="18"/>
                      </a:lnTo>
                      <a:lnTo>
                        <a:pt x="8" y="20"/>
                      </a:lnTo>
                      <a:lnTo>
                        <a:pt x="8" y="20"/>
                      </a:lnTo>
                      <a:close/>
                    </a:path>
                  </a:pathLst>
                </a:custGeom>
                <a:grp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grpSp>
        </p:grpSp>
        <p:sp>
          <p:nvSpPr>
            <p:cNvPr id="15" name="TextBox 27"/>
            <p:cNvSpPr txBox="1"/>
            <p:nvPr userDrawn="1"/>
          </p:nvSpPr>
          <p:spPr>
            <a:xfrm rot="16200000">
              <a:off x="10888482" y="237391"/>
              <a:ext cx="269659" cy="72461"/>
            </a:xfrm>
            <a:prstGeom prst="rect">
              <a:avLst/>
            </a:prstGeom>
            <a:noFill/>
          </p:spPr>
          <p:txBody>
            <a:bodyPr wrap="square" lIns="0" tIns="0" rIns="0" bIns="10800" rtlCol="0">
              <a:spAutoFit/>
            </a:bodyPr>
            <a:lstStyle/>
            <a:p>
              <a:pPr algn="ctr"/>
              <a:r>
                <a:rPr lang="en-GB" sz="400" dirty="0">
                  <a:solidFill>
                    <a:schemeClr val="bg1"/>
                  </a:solidFill>
                </a:rPr>
                <a:t>Confidential</a:t>
              </a:r>
            </a:p>
          </p:txBody>
        </p:sp>
      </p:grpSp>
    </p:spTree>
    <p:extLst>
      <p:ext uri="{BB962C8B-B14F-4D97-AF65-F5344CB8AC3E}">
        <p14:creationId xmlns:p14="http://schemas.microsoft.com/office/powerpoint/2010/main" val="3631968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_2" preserve="1" userDrawn="1">
  <p:cSld name="Index page">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201168" y="310463"/>
            <a:ext cx="8439595" cy="596766"/>
          </a:xfrm>
        </p:spPr>
        <p:txBody>
          <a:bodyPr tIns="0" anchor="b"/>
          <a:lstStyle>
            <a:lvl1pPr>
              <a:lnSpc>
                <a:spcPct val="100000"/>
              </a:lnSpc>
              <a:defRPr>
                <a:solidFill>
                  <a:schemeClr val="tx2"/>
                </a:solidFill>
                <a:latin typeface="+mj-lt"/>
              </a:defRPr>
            </a:lvl1pPr>
          </a:lstStyle>
          <a:p>
            <a:r>
              <a:rPr lang="en-GB" noProof="0" dirty="0"/>
              <a:t>Agenda</a:t>
            </a:r>
          </a:p>
        </p:txBody>
      </p:sp>
      <p:sp>
        <p:nvSpPr>
          <p:cNvPr id="5" name="Marcador de texto 4"/>
          <p:cNvSpPr>
            <a:spLocks noGrp="1"/>
          </p:cNvSpPr>
          <p:nvPr>
            <p:ph type="body" sz="quarter" idx="14" hasCustomPrompt="1"/>
          </p:nvPr>
        </p:nvSpPr>
        <p:spPr>
          <a:xfrm>
            <a:off x="227046" y="1480159"/>
            <a:ext cx="8439594" cy="4603984"/>
          </a:xfrm>
        </p:spPr>
        <p:txBody>
          <a:bodyPr>
            <a:normAutofit/>
          </a:bodyPr>
          <a:lstStyle>
            <a:lvl1pPr marL="457200" indent="-457200">
              <a:lnSpc>
                <a:spcPct val="100000"/>
              </a:lnSpc>
              <a:buClr>
                <a:schemeClr val="accent2"/>
              </a:buClr>
              <a:buSzPct val="100000"/>
              <a:buFont typeface="+mj-lt"/>
              <a:buAutoNum type="arabicPeriod"/>
              <a:defRPr sz="2200" baseline="0"/>
            </a:lvl1pPr>
            <a:lvl2pPr marL="342875" indent="0">
              <a:buNone/>
              <a:defRPr/>
            </a:lvl2pPr>
            <a:lvl3pPr marL="685749" indent="0">
              <a:buNone/>
              <a:defRPr/>
            </a:lvl3pPr>
            <a:lvl4pPr marL="1028624" indent="0">
              <a:buNone/>
              <a:defRPr/>
            </a:lvl4pPr>
            <a:lvl5pPr marL="1371498" indent="0">
              <a:buNone/>
              <a:defRPr/>
            </a:lvl5pPr>
          </a:lstStyle>
          <a:p>
            <a:pPr lvl="0"/>
            <a:r>
              <a:rPr lang="en-GB" noProof="0" dirty="0"/>
              <a:t>Index 1</a:t>
            </a:r>
          </a:p>
          <a:p>
            <a:pPr lvl="0"/>
            <a:r>
              <a:rPr lang="en-GB" noProof="0" dirty="0"/>
              <a:t>Index 2</a:t>
            </a:r>
          </a:p>
          <a:p>
            <a:pPr lvl="0"/>
            <a:r>
              <a:rPr lang="en-GB" noProof="0" dirty="0"/>
              <a:t>Index 3</a:t>
            </a:r>
          </a:p>
        </p:txBody>
      </p:sp>
      <p:sp>
        <p:nvSpPr>
          <p:cNvPr id="25" name="Marcador de número de diapositiva 32"/>
          <p:cNvSpPr>
            <a:spLocks noGrp="1"/>
          </p:cNvSpPr>
          <p:nvPr>
            <p:ph type="sldNum" sz="quarter" idx="4"/>
          </p:nvPr>
        </p:nvSpPr>
        <p:spPr>
          <a:xfrm>
            <a:off x="8832719" y="6519611"/>
            <a:ext cx="186198" cy="123111"/>
          </a:xfrm>
          <a:prstGeom prst="rect">
            <a:avLst/>
          </a:prstGeom>
        </p:spPr>
        <p:txBody>
          <a:bodyPr vert="horz" wrap="square" lIns="0" tIns="0" rIns="0" bIns="0" rtlCol="0" anchor="ctr">
            <a:spAutoFit/>
          </a:bodyPr>
          <a:lstStyle>
            <a:lvl1pPr algn="ctr">
              <a:defRPr sz="800">
                <a:solidFill>
                  <a:schemeClr val="bg1">
                    <a:lumMod val="50000"/>
                  </a:schemeClr>
                </a:solidFill>
                <a:latin typeface="+mj-lt"/>
              </a:defRPr>
            </a:lvl1pPr>
          </a:lstStyle>
          <a:p>
            <a:fld id="{E57627FB-D816-4EA7-98E3-793F2D9BC93A}" type="slidenum">
              <a:rPr lang="es-ES" smtClean="0"/>
              <a:pPr/>
              <a:t>‹#›</a:t>
            </a:fld>
            <a:endParaRPr lang="es-ES" dirty="0"/>
          </a:p>
        </p:txBody>
      </p:sp>
      <p:sp>
        <p:nvSpPr>
          <p:cNvPr id="8"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Tree>
    <p:extLst>
      <p:ext uri="{BB962C8B-B14F-4D97-AF65-F5344CB8AC3E}">
        <p14:creationId xmlns:p14="http://schemas.microsoft.com/office/powerpoint/2010/main" val="2991109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_3" userDrawn="1">
  <p:cSld name="Bullets slide">
    <p:spTree>
      <p:nvGrpSpPr>
        <p:cNvPr id="1" name=""/>
        <p:cNvGrpSpPr/>
        <p:nvPr/>
      </p:nvGrpSpPr>
      <p:grpSpPr>
        <a:xfrm>
          <a:off x="0" y="0"/>
          <a:ext cx="0" cy="0"/>
          <a:chOff x="0" y="0"/>
          <a:chExt cx="0" cy="0"/>
        </a:xfrm>
      </p:grpSpPr>
      <p:sp>
        <p:nvSpPr>
          <p:cNvPr id="7" name="Marcador de texto 2"/>
          <p:cNvSpPr>
            <a:spLocks noGrp="1"/>
          </p:cNvSpPr>
          <p:nvPr>
            <p:ph type="body" sz="quarter" idx="18" hasCustomPrompt="1"/>
          </p:nvPr>
        </p:nvSpPr>
        <p:spPr>
          <a:xfrm>
            <a:off x="219456" y="1480158"/>
            <a:ext cx="8421307" cy="4828567"/>
          </a:xfrm>
        </p:spPr>
        <p:txBody>
          <a:bodyPr>
            <a:normAutofit/>
          </a:bodyPr>
          <a:lstStyle>
            <a:lvl1pPr marL="130960" indent="-130960">
              <a:lnSpc>
                <a:spcPct val="100000"/>
              </a:lnSpc>
              <a:buClr>
                <a:schemeClr val="accent2"/>
              </a:buClr>
              <a:defRPr sz="1600"/>
            </a:lvl1pPr>
            <a:lvl2pPr>
              <a:lnSpc>
                <a:spcPct val="100000"/>
              </a:lnSpc>
              <a:buClr>
                <a:schemeClr val="accent2"/>
              </a:buClr>
              <a:defRPr sz="1400"/>
            </a:lvl2pPr>
            <a:lvl3pPr>
              <a:lnSpc>
                <a:spcPct val="100000"/>
              </a:lnSpc>
              <a:buClr>
                <a:schemeClr val="accent2"/>
              </a:buClr>
              <a:defRPr sz="1200"/>
            </a:lvl3pPr>
            <a:lvl4pPr>
              <a:lnSpc>
                <a:spcPct val="100000"/>
              </a:lnSpc>
              <a:buClr>
                <a:schemeClr val="accent2"/>
              </a:buClr>
              <a:defRPr sz="1100"/>
            </a:lvl4pPr>
            <a:lvl5pPr>
              <a:lnSpc>
                <a:spcPct val="100000"/>
              </a:lnSpc>
              <a:buClr>
                <a:schemeClr val="accent2"/>
              </a:buClr>
              <a:defRPr sz="1050"/>
            </a:lvl5pPr>
          </a:lstStyle>
          <a:p>
            <a:pPr lvl="0"/>
            <a:r>
              <a:rPr lang="en-GB" noProof="0" dirty="0"/>
              <a:t>Bullet level 1</a:t>
            </a:r>
          </a:p>
          <a:p>
            <a:pPr lvl="1"/>
            <a:r>
              <a:rPr lang="en-GB" noProof="0" dirty="0"/>
              <a:t>Bullet level 2</a:t>
            </a:r>
          </a:p>
          <a:p>
            <a:pPr lvl="2"/>
            <a:r>
              <a:rPr lang="en-GB" noProof="0" dirty="0"/>
              <a:t>Bullet level 3	</a:t>
            </a:r>
          </a:p>
          <a:p>
            <a:pPr lvl="3"/>
            <a:r>
              <a:rPr lang="en-GB" noProof="0" dirty="0"/>
              <a:t>Bullet level 4</a:t>
            </a:r>
          </a:p>
          <a:p>
            <a:pPr lvl="4"/>
            <a:r>
              <a:rPr lang="en-GB" noProof="0" dirty="0"/>
              <a:t>Bullet level 5</a:t>
            </a:r>
          </a:p>
        </p:txBody>
      </p:sp>
      <p:sp>
        <p:nvSpPr>
          <p:cNvPr id="14" name="Marcador de número de diapositiva 32"/>
          <p:cNvSpPr>
            <a:spLocks noGrp="1"/>
          </p:cNvSpPr>
          <p:nvPr>
            <p:ph type="sldNum" sz="quarter" idx="4"/>
          </p:nvPr>
        </p:nvSpPr>
        <p:spPr>
          <a:xfrm>
            <a:off x="8832719" y="6519611"/>
            <a:ext cx="186198" cy="123111"/>
          </a:xfrm>
          <a:prstGeom prst="rect">
            <a:avLst/>
          </a:prstGeom>
        </p:spPr>
        <p:txBody>
          <a:bodyPr vert="horz" wrap="square" lIns="0" tIns="0" rIns="0" bIns="0" rtlCol="0" anchor="ctr">
            <a:spAutoFit/>
          </a:bodyPr>
          <a:lstStyle>
            <a:lvl1pPr algn="ctr">
              <a:defRPr sz="800">
                <a:solidFill>
                  <a:schemeClr val="bg1">
                    <a:lumMod val="50000"/>
                  </a:schemeClr>
                </a:solidFill>
                <a:latin typeface="+mj-lt"/>
              </a:defRPr>
            </a:lvl1pPr>
          </a:lstStyle>
          <a:p>
            <a:fld id="{E57627FB-D816-4EA7-98E3-793F2D9BC93A}" type="slidenum">
              <a:rPr lang="es-ES" smtClean="0"/>
              <a:pPr/>
              <a:t>‹#›</a:t>
            </a:fld>
            <a:endParaRPr lang="es-ES" dirty="0"/>
          </a:p>
        </p:txBody>
      </p:sp>
      <p:sp>
        <p:nvSpPr>
          <p:cNvPr id="9"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
        <p:nvSpPr>
          <p:cNvPr id="11" name="Title 1"/>
          <p:cNvSpPr>
            <a:spLocks noGrp="1"/>
          </p:cNvSpPr>
          <p:nvPr>
            <p:ph type="title"/>
          </p:nvPr>
        </p:nvSpPr>
        <p:spPr>
          <a:xfrm>
            <a:off x="201168" y="296864"/>
            <a:ext cx="8439912" cy="482549"/>
          </a:xfrm>
        </p:spPr>
        <p:txBody>
          <a:bodyPr anchor="t">
            <a:noAutofit/>
          </a:bodyPr>
          <a:lstStyle>
            <a:lvl1pPr>
              <a:defRPr sz="3200">
                <a:solidFill>
                  <a:schemeClr val="tx2"/>
                </a:solidFill>
                <a:latin typeface="+mj-lt"/>
              </a:defRPr>
            </a:lvl1pPr>
          </a:lstStyle>
          <a:p>
            <a:r>
              <a:rPr lang="en-US" noProof="0"/>
              <a:t>Click to edit Master title style</a:t>
            </a:r>
            <a:endParaRPr lang="en-GB" noProof="0" dirty="0"/>
          </a:p>
        </p:txBody>
      </p:sp>
      <p:sp>
        <p:nvSpPr>
          <p:cNvPr id="15" name="Text Placeholder 19"/>
          <p:cNvSpPr>
            <a:spLocks noGrp="1"/>
          </p:cNvSpPr>
          <p:nvPr>
            <p:ph type="body" sz="quarter" idx="13"/>
          </p:nvPr>
        </p:nvSpPr>
        <p:spPr>
          <a:xfrm>
            <a:off x="219456" y="779412"/>
            <a:ext cx="8421460" cy="300087"/>
          </a:xfrm>
        </p:spPr>
        <p:txBody>
          <a:bodyPr>
            <a:noAutofit/>
          </a:bodyPr>
          <a:lstStyle>
            <a:lvl1pPr marL="0" indent="0">
              <a:lnSpc>
                <a:spcPct val="100000"/>
              </a:lnSpc>
              <a:buNone/>
              <a:defRPr sz="1800">
                <a:solidFill>
                  <a:schemeClr val="accent2"/>
                </a:solidFill>
                <a:latin typeface="+mj-lt"/>
              </a:defRPr>
            </a:lvl1pPr>
            <a:lvl2pPr marL="342875" indent="0">
              <a:buNone/>
              <a:defRPr sz="1200">
                <a:solidFill>
                  <a:schemeClr val="accent2"/>
                </a:solidFill>
                <a:latin typeface="+mj-lt"/>
              </a:defRPr>
            </a:lvl2pPr>
            <a:lvl3pPr marL="685749" indent="0">
              <a:buNone/>
              <a:defRPr sz="1050">
                <a:solidFill>
                  <a:schemeClr val="accent2"/>
                </a:solidFill>
                <a:latin typeface="+mj-lt"/>
              </a:defRPr>
            </a:lvl3pPr>
            <a:lvl4pPr marL="1028624" indent="0">
              <a:buNone/>
              <a:defRPr sz="900">
                <a:solidFill>
                  <a:schemeClr val="accent2"/>
                </a:solidFill>
                <a:latin typeface="+mj-lt"/>
              </a:defRPr>
            </a:lvl4pPr>
            <a:lvl5pPr marL="1371498" indent="0">
              <a:buNone/>
              <a:defRPr sz="900">
                <a:solidFill>
                  <a:schemeClr val="accent2"/>
                </a:solidFill>
                <a:latin typeface="+mj-lt"/>
              </a:defRPr>
            </a:lvl5pPr>
          </a:lstStyle>
          <a:p>
            <a:pPr lvl="0"/>
            <a:r>
              <a:rPr lang="en-US" noProof="0"/>
              <a:t>Click to edit Master text styles</a:t>
            </a:r>
          </a:p>
        </p:txBody>
      </p:sp>
    </p:spTree>
    <p:extLst>
      <p:ext uri="{BB962C8B-B14F-4D97-AF65-F5344CB8AC3E}">
        <p14:creationId xmlns:p14="http://schemas.microsoft.com/office/powerpoint/2010/main" val="1921601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_4" userDrawn="1">
  <p:cSld name="Text + Picture">
    <p:spTree>
      <p:nvGrpSpPr>
        <p:cNvPr id="1" name=""/>
        <p:cNvGrpSpPr/>
        <p:nvPr/>
      </p:nvGrpSpPr>
      <p:grpSpPr>
        <a:xfrm>
          <a:off x="0" y="0"/>
          <a:ext cx="0" cy="0"/>
          <a:chOff x="0" y="0"/>
          <a:chExt cx="0" cy="0"/>
        </a:xfrm>
      </p:grpSpPr>
      <p:sp>
        <p:nvSpPr>
          <p:cNvPr id="31" name="Picture Placeholder 30"/>
          <p:cNvSpPr>
            <a:spLocks noGrp="1"/>
          </p:cNvSpPr>
          <p:nvPr>
            <p:ph type="pic" sz="quarter" idx="14" hasCustomPrompt="1"/>
          </p:nvPr>
        </p:nvSpPr>
        <p:spPr>
          <a:xfrm>
            <a:off x="6" y="2855934"/>
            <a:ext cx="4129713" cy="4002080"/>
          </a:xfrm>
          <a:custGeom>
            <a:avLst/>
            <a:gdLst>
              <a:gd name="connsiteX0" fmla="*/ 2435667 w 3352801"/>
              <a:gd name="connsiteY0" fmla="*/ 0 h 2652713"/>
              <a:gd name="connsiteX1" fmla="*/ 2441681 w 3352801"/>
              <a:gd name="connsiteY1" fmla="*/ 0 h 2652713"/>
              <a:gd name="connsiteX2" fmla="*/ 2467241 w 3352801"/>
              <a:gd name="connsiteY2" fmla="*/ 0 h 2652713"/>
              <a:gd name="connsiteX3" fmla="*/ 3352801 w 3352801"/>
              <a:gd name="connsiteY3" fmla="*/ 884739 h 2652713"/>
              <a:gd name="connsiteX4" fmla="*/ 3300179 w 3352801"/>
              <a:gd name="connsiteY4" fmla="*/ 1183657 h 2652713"/>
              <a:gd name="connsiteX5" fmla="*/ 3301682 w 3352801"/>
              <a:gd name="connsiteY5" fmla="*/ 1183657 h 2652713"/>
              <a:gd name="connsiteX6" fmla="*/ 2837101 w 3352801"/>
              <a:gd name="connsiteY6" fmla="*/ 2652713 h 2652713"/>
              <a:gd name="connsiteX7" fmla="*/ 4511 w 3352801"/>
              <a:gd name="connsiteY7" fmla="*/ 2652713 h 2652713"/>
              <a:gd name="connsiteX8" fmla="*/ 0 w 3352801"/>
              <a:gd name="connsiteY8" fmla="*/ 268876 h 2652713"/>
              <a:gd name="connsiteX9" fmla="*/ 2301856 w 3352801"/>
              <a:gd name="connsiteY9" fmla="*/ 15021 h 2652713"/>
              <a:gd name="connsiteX10" fmla="*/ 2435667 w 3352801"/>
              <a:gd name="connsiteY10" fmla="*/ 0 h 2652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52801" h="2652713">
                <a:moveTo>
                  <a:pt x="2435667" y="0"/>
                </a:moveTo>
                <a:cubicBezTo>
                  <a:pt x="2435667" y="0"/>
                  <a:pt x="2435667" y="0"/>
                  <a:pt x="2441681" y="0"/>
                </a:cubicBezTo>
                <a:cubicBezTo>
                  <a:pt x="2449199" y="0"/>
                  <a:pt x="2458220" y="0"/>
                  <a:pt x="2467241" y="0"/>
                </a:cubicBezTo>
                <a:cubicBezTo>
                  <a:pt x="2955878" y="0"/>
                  <a:pt x="3352801" y="395053"/>
                  <a:pt x="3352801" y="884739"/>
                </a:cubicBezTo>
                <a:cubicBezTo>
                  <a:pt x="3352801" y="989886"/>
                  <a:pt x="3334759" y="1090527"/>
                  <a:pt x="3300179" y="1183657"/>
                </a:cubicBezTo>
                <a:cubicBezTo>
                  <a:pt x="3300179" y="1183657"/>
                  <a:pt x="3300179" y="1183657"/>
                  <a:pt x="3301682" y="1183657"/>
                </a:cubicBezTo>
                <a:cubicBezTo>
                  <a:pt x="3301682" y="1183657"/>
                  <a:pt x="3301682" y="1183657"/>
                  <a:pt x="2837101" y="2652713"/>
                </a:cubicBezTo>
                <a:cubicBezTo>
                  <a:pt x="2837101" y="2652713"/>
                  <a:pt x="2837101" y="2652713"/>
                  <a:pt x="4511" y="2652713"/>
                </a:cubicBezTo>
                <a:cubicBezTo>
                  <a:pt x="4511" y="2652713"/>
                  <a:pt x="4511" y="2652713"/>
                  <a:pt x="0" y="268876"/>
                </a:cubicBezTo>
                <a:cubicBezTo>
                  <a:pt x="0" y="268876"/>
                  <a:pt x="0" y="268876"/>
                  <a:pt x="2301856" y="15021"/>
                </a:cubicBezTo>
                <a:cubicBezTo>
                  <a:pt x="2345457" y="6008"/>
                  <a:pt x="2390562" y="1502"/>
                  <a:pt x="2435667" y="0"/>
                </a:cubicBezTo>
                <a:close/>
              </a:path>
            </a:pathLst>
          </a:custGeom>
          <a:solidFill>
            <a:schemeClr val="bg1">
              <a:lumMod val="95000"/>
            </a:schemeClr>
          </a:solidFill>
        </p:spPr>
        <p:txBody>
          <a:bodyPr wrap="square" anchor="ctr">
            <a:noAutofit/>
          </a:bodyPr>
          <a:lstStyle>
            <a:lvl1pPr marL="0" indent="0" algn="ctr">
              <a:buNone/>
              <a:defRPr/>
            </a:lvl1pPr>
          </a:lstStyle>
          <a:p>
            <a:br>
              <a:rPr lang="en-GB" noProof="0" dirty="0"/>
            </a:br>
            <a:br>
              <a:rPr lang="en-GB" noProof="0" dirty="0"/>
            </a:br>
            <a:r>
              <a:rPr lang="en-GB" noProof="0" dirty="0"/>
              <a:t>Insert your picture here</a:t>
            </a:r>
          </a:p>
        </p:txBody>
      </p:sp>
      <p:sp>
        <p:nvSpPr>
          <p:cNvPr id="7" name="Text Placeholder 19"/>
          <p:cNvSpPr>
            <a:spLocks noGrp="1"/>
          </p:cNvSpPr>
          <p:nvPr>
            <p:ph type="body" sz="quarter" idx="13"/>
          </p:nvPr>
        </p:nvSpPr>
        <p:spPr>
          <a:xfrm>
            <a:off x="219456" y="1268441"/>
            <a:ext cx="3664521" cy="1349538"/>
          </a:xfrm>
        </p:spPr>
        <p:txBody>
          <a:bodyPr>
            <a:noAutofit/>
          </a:bodyPr>
          <a:lstStyle>
            <a:lvl1pPr marL="0" indent="0">
              <a:lnSpc>
                <a:spcPts val="1425"/>
              </a:lnSpc>
              <a:buNone/>
              <a:defRPr sz="1800">
                <a:solidFill>
                  <a:schemeClr val="accent2"/>
                </a:solidFill>
                <a:latin typeface="+mj-lt"/>
              </a:defRPr>
            </a:lvl1pPr>
            <a:lvl2pPr marL="342875" indent="0">
              <a:buNone/>
              <a:defRPr sz="1200">
                <a:solidFill>
                  <a:schemeClr val="accent2"/>
                </a:solidFill>
                <a:latin typeface="+mj-lt"/>
              </a:defRPr>
            </a:lvl2pPr>
            <a:lvl3pPr marL="685749" indent="0">
              <a:buNone/>
              <a:defRPr sz="1050">
                <a:solidFill>
                  <a:schemeClr val="accent2"/>
                </a:solidFill>
                <a:latin typeface="+mj-lt"/>
              </a:defRPr>
            </a:lvl3pPr>
            <a:lvl4pPr marL="1028624" indent="0">
              <a:buNone/>
              <a:defRPr sz="900">
                <a:solidFill>
                  <a:schemeClr val="accent2"/>
                </a:solidFill>
                <a:latin typeface="+mj-lt"/>
              </a:defRPr>
            </a:lvl4pPr>
            <a:lvl5pPr marL="1371498" indent="0">
              <a:buNone/>
              <a:defRPr sz="900">
                <a:solidFill>
                  <a:schemeClr val="accent2"/>
                </a:solidFill>
                <a:latin typeface="+mj-lt"/>
              </a:defRPr>
            </a:lvl5pPr>
          </a:lstStyle>
          <a:p>
            <a:pPr lvl="0"/>
            <a:r>
              <a:rPr lang="en-US" noProof="0"/>
              <a:t>Click to edit Master text styles</a:t>
            </a:r>
          </a:p>
        </p:txBody>
      </p:sp>
      <p:sp>
        <p:nvSpPr>
          <p:cNvPr id="11" name="Marcador de texto 2"/>
          <p:cNvSpPr>
            <a:spLocks noGrp="1"/>
          </p:cNvSpPr>
          <p:nvPr>
            <p:ph type="body" sz="quarter" idx="18" hasCustomPrompt="1"/>
          </p:nvPr>
        </p:nvSpPr>
        <p:spPr>
          <a:xfrm>
            <a:off x="4321479" y="1268441"/>
            <a:ext cx="4319284" cy="5040283"/>
          </a:xfrm>
        </p:spPr>
        <p:txBody>
          <a:bodyPr>
            <a:normAutofit/>
          </a:bodyPr>
          <a:lstStyle>
            <a:lvl1pPr marL="228600" marR="0" indent="-228600" algn="l" defTabSz="914400" rtl="0" eaLnBrk="1" fontAlgn="auto" latinLnBrk="0" hangingPunct="1">
              <a:lnSpc>
                <a:spcPct val="90000"/>
              </a:lnSpc>
              <a:spcBef>
                <a:spcPts val="1000"/>
              </a:spcBef>
              <a:spcAft>
                <a:spcPts val="0"/>
              </a:spcAft>
              <a:buClr>
                <a:srgbClr val="00A9E0"/>
              </a:buClr>
              <a:buSzPct val="80000"/>
              <a:buFont typeface="Calibri" panose="020F0502020204030204" pitchFamily="34" charset="0"/>
              <a:buChar char="_"/>
              <a:tabLst/>
              <a:defRPr sz="1600"/>
            </a:lvl1pPr>
            <a:lvl2pPr marL="685800" marR="0" indent="-228600" algn="l" defTabSz="914400" rtl="0" eaLnBrk="1" fontAlgn="auto" latinLnBrk="0" hangingPunct="1">
              <a:lnSpc>
                <a:spcPct val="90000"/>
              </a:lnSpc>
              <a:spcBef>
                <a:spcPts val="500"/>
              </a:spcBef>
              <a:spcAft>
                <a:spcPts val="0"/>
              </a:spcAft>
              <a:buClr>
                <a:srgbClr val="00A9E0"/>
              </a:buClr>
              <a:buSzTx/>
              <a:buFont typeface="Arial" panose="020B0604020202020204" pitchFamily="34" charset="0"/>
              <a:buChar char="•"/>
              <a:tabLst/>
              <a:defRPr sz="1600"/>
            </a:lvl2pPr>
            <a:lvl3pPr marL="1143000" marR="0" indent="-228600" algn="l" defTabSz="914400" rtl="0" eaLnBrk="1" fontAlgn="auto" latinLnBrk="0" hangingPunct="1">
              <a:lnSpc>
                <a:spcPct val="90000"/>
              </a:lnSpc>
              <a:spcBef>
                <a:spcPts val="500"/>
              </a:spcBef>
              <a:spcAft>
                <a:spcPts val="0"/>
              </a:spcAft>
              <a:buClr>
                <a:srgbClr val="00A9E0"/>
              </a:buClr>
              <a:buSzTx/>
              <a:buFont typeface="Arial" panose="020B0604020202020204" pitchFamily="34" charset="0"/>
              <a:buChar char="•"/>
              <a:tabLst/>
              <a:defRPr sz="1600"/>
            </a:lvl3pPr>
            <a:lvl4pPr marL="1600200" marR="0" indent="-228600" algn="l" defTabSz="914400" rtl="0" eaLnBrk="1" fontAlgn="auto" latinLnBrk="0" hangingPunct="1">
              <a:lnSpc>
                <a:spcPct val="90000"/>
              </a:lnSpc>
              <a:spcBef>
                <a:spcPts val="500"/>
              </a:spcBef>
              <a:spcAft>
                <a:spcPts val="0"/>
              </a:spcAft>
              <a:buClr>
                <a:srgbClr val="00A9E0"/>
              </a:buClr>
              <a:buSzTx/>
              <a:buFont typeface="Arial" panose="020B0604020202020204" pitchFamily="34" charset="0"/>
              <a:buChar char="•"/>
              <a:tabLst/>
              <a:defRPr sz="1600"/>
            </a:lvl4pPr>
            <a:lvl5pPr marL="2057400" marR="0" indent="-228600" algn="l" defTabSz="914400" rtl="0" eaLnBrk="1" fontAlgn="auto" latinLnBrk="0" hangingPunct="1">
              <a:lnSpc>
                <a:spcPct val="90000"/>
              </a:lnSpc>
              <a:spcBef>
                <a:spcPts val="500"/>
              </a:spcBef>
              <a:spcAft>
                <a:spcPts val="0"/>
              </a:spcAft>
              <a:buClr>
                <a:srgbClr val="00A9E0"/>
              </a:buClr>
              <a:buSzTx/>
              <a:buFont typeface="Arial" panose="020B0604020202020204" pitchFamily="34" charset="0"/>
              <a:buChar char="•"/>
              <a:tabLst/>
              <a:defRPr sz="1600"/>
            </a:lvl5pPr>
          </a:lstStyle>
          <a:p>
            <a:pPr marL="228600" marR="0" lvl="0" indent="-228600" algn="l" defTabSz="914400" rtl="0" eaLnBrk="1" fontAlgn="auto" latinLnBrk="0" hangingPunct="1">
              <a:lnSpc>
                <a:spcPct val="90000"/>
              </a:lnSpc>
              <a:spcBef>
                <a:spcPts val="1000"/>
              </a:spcBef>
              <a:spcAft>
                <a:spcPts val="0"/>
              </a:spcAft>
              <a:buClr>
                <a:srgbClr val="00A9E0"/>
              </a:buClr>
              <a:buSzPct val="80000"/>
              <a:buFont typeface="Calibri" panose="020F0502020204030204" pitchFamily="34" charset="0"/>
              <a:buChar char="_"/>
              <a:tabLst/>
              <a:defRPr/>
            </a:pPr>
            <a:r>
              <a:rPr kumimoji="0" lang="en-GB" sz="1600" b="0" i="0" u="none" strike="noStrike" kern="1200" cap="none" spc="0" normalizeH="0" baseline="0" noProof="0" dirty="0">
                <a:ln>
                  <a:noFill/>
                </a:ln>
                <a:solidFill>
                  <a:srgbClr val="FFFFFF">
                    <a:lumMod val="50000"/>
                  </a:srgbClr>
                </a:solidFill>
                <a:effectLst/>
                <a:uLnTx/>
                <a:uFillTx/>
                <a:latin typeface="+mj-lt"/>
                <a:ea typeface="+mn-ea"/>
                <a:cs typeface="+mn-cs"/>
              </a:rPr>
              <a:t>Bullet level 1</a:t>
            </a:r>
          </a:p>
          <a:p>
            <a:pPr marL="685800" marR="0" lvl="1" indent="-228600" algn="l" defTabSz="914400" rtl="0" eaLnBrk="1" fontAlgn="auto" latinLnBrk="0" hangingPunct="1">
              <a:lnSpc>
                <a:spcPct val="90000"/>
              </a:lnSpc>
              <a:spcBef>
                <a:spcPts val="500"/>
              </a:spcBef>
              <a:spcAft>
                <a:spcPts val="0"/>
              </a:spcAft>
              <a:buClr>
                <a:srgbClr val="00A9E0"/>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FFFFFF">
                    <a:lumMod val="50000"/>
                  </a:srgbClr>
                </a:solidFill>
                <a:effectLst/>
                <a:uLnTx/>
                <a:uFillTx/>
                <a:latin typeface="+mj-lt"/>
                <a:ea typeface="+mn-ea"/>
                <a:cs typeface="+mn-cs"/>
              </a:rPr>
              <a:t>Bullet level 2</a:t>
            </a:r>
          </a:p>
          <a:p>
            <a:pPr marL="1143000" marR="0" lvl="2" indent="-228600" algn="l" defTabSz="914400" rtl="0" eaLnBrk="1" fontAlgn="auto" latinLnBrk="0" hangingPunct="1">
              <a:lnSpc>
                <a:spcPct val="90000"/>
              </a:lnSpc>
              <a:spcBef>
                <a:spcPts val="500"/>
              </a:spcBef>
              <a:spcAft>
                <a:spcPts val="0"/>
              </a:spcAft>
              <a:buClr>
                <a:srgbClr val="00A9E0"/>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FFFFFF">
                    <a:lumMod val="50000"/>
                  </a:srgbClr>
                </a:solidFill>
                <a:effectLst/>
                <a:uLnTx/>
                <a:uFillTx/>
                <a:latin typeface="+mj-lt"/>
                <a:ea typeface="+mn-ea"/>
                <a:cs typeface="+mn-cs"/>
              </a:rPr>
              <a:t>Bullet level 3	</a:t>
            </a:r>
          </a:p>
          <a:p>
            <a:pPr marL="1600200" marR="0" lvl="3" indent="-228600" algn="l" defTabSz="914400" rtl="0" eaLnBrk="1" fontAlgn="auto" latinLnBrk="0" hangingPunct="1">
              <a:lnSpc>
                <a:spcPct val="90000"/>
              </a:lnSpc>
              <a:spcBef>
                <a:spcPts val="500"/>
              </a:spcBef>
              <a:spcAft>
                <a:spcPts val="0"/>
              </a:spcAft>
              <a:buClr>
                <a:srgbClr val="00A9E0"/>
              </a:buClr>
              <a:buSzTx/>
              <a:buFont typeface="Arial" panose="020B0604020202020204" pitchFamily="34" charset="0"/>
              <a:buChar char="•"/>
              <a:tabLst/>
              <a:defRPr/>
            </a:pPr>
            <a:r>
              <a:rPr kumimoji="0" lang="en-GB" sz="1100" b="0" i="0" u="none" strike="noStrike" kern="1200" cap="none" spc="0" normalizeH="0" baseline="0" noProof="0" dirty="0">
                <a:ln>
                  <a:noFill/>
                </a:ln>
                <a:solidFill>
                  <a:srgbClr val="FFFFFF">
                    <a:lumMod val="50000"/>
                  </a:srgbClr>
                </a:solidFill>
                <a:effectLst/>
                <a:uLnTx/>
                <a:uFillTx/>
                <a:latin typeface="+mj-lt"/>
                <a:ea typeface="+mn-ea"/>
                <a:cs typeface="+mn-cs"/>
              </a:rPr>
              <a:t>Bullet level 4</a:t>
            </a:r>
          </a:p>
          <a:p>
            <a:pPr marL="2057400" marR="0" lvl="4" indent="-228600" algn="l" defTabSz="914400" rtl="0" eaLnBrk="1" fontAlgn="auto" latinLnBrk="0" hangingPunct="1">
              <a:lnSpc>
                <a:spcPct val="90000"/>
              </a:lnSpc>
              <a:spcBef>
                <a:spcPts val="500"/>
              </a:spcBef>
              <a:spcAft>
                <a:spcPts val="0"/>
              </a:spcAft>
              <a:buClr>
                <a:srgbClr val="00A9E0"/>
              </a:buClr>
              <a:buSzTx/>
              <a:buFont typeface="Arial" panose="020B0604020202020204" pitchFamily="34" charset="0"/>
              <a:buChar char="•"/>
              <a:tabLst/>
              <a:defRPr/>
            </a:pPr>
            <a:r>
              <a:rPr kumimoji="0" lang="en-GB" sz="1100" b="0" i="0" u="none" strike="noStrike" kern="1200" cap="none" spc="0" normalizeH="0" baseline="0" noProof="0" dirty="0">
                <a:ln>
                  <a:noFill/>
                </a:ln>
                <a:solidFill>
                  <a:srgbClr val="FFFFFF">
                    <a:lumMod val="50000"/>
                  </a:srgbClr>
                </a:solidFill>
                <a:effectLst/>
                <a:uLnTx/>
                <a:uFillTx/>
                <a:latin typeface="+mj-lt"/>
                <a:ea typeface="+mn-ea"/>
                <a:cs typeface="+mn-cs"/>
              </a:rPr>
              <a:t>Bullet level 5</a:t>
            </a:r>
          </a:p>
        </p:txBody>
      </p:sp>
      <p:sp>
        <p:nvSpPr>
          <p:cNvPr id="14" name="Marcador de número de diapositiva 32"/>
          <p:cNvSpPr>
            <a:spLocks noGrp="1"/>
          </p:cNvSpPr>
          <p:nvPr>
            <p:ph type="sldNum" sz="quarter" idx="4"/>
          </p:nvPr>
        </p:nvSpPr>
        <p:spPr>
          <a:xfrm>
            <a:off x="8832719" y="6519611"/>
            <a:ext cx="186198" cy="123111"/>
          </a:xfrm>
          <a:prstGeom prst="rect">
            <a:avLst/>
          </a:prstGeom>
        </p:spPr>
        <p:txBody>
          <a:bodyPr vert="horz" wrap="square" lIns="0" tIns="0" rIns="0" bIns="0" rtlCol="0" anchor="ctr">
            <a:spAutoFit/>
          </a:bodyPr>
          <a:lstStyle>
            <a:lvl1pPr algn="ctr">
              <a:defRPr sz="800">
                <a:solidFill>
                  <a:schemeClr val="bg1">
                    <a:lumMod val="50000"/>
                  </a:schemeClr>
                </a:solidFill>
                <a:latin typeface="+mj-lt"/>
              </a:defRPr>
            </a:lvl1pPr>
          </a:lstStyle>
          <a:p>
            <a:fld id="{E57627FB-D816-4EA7-98E3-793F2D9BC93A}" type="slidenum">
              <a:rPr lang="es-ES" smtClean="0"/>
              <a:pPr/>
              <a:t>‹#›</a:t>
            </a:fld>
            <a:endParaRPr lang="es-ES" dirty="0"/>
          </a:p>
        </p:txBody>
      </p:sp>
      <p:sp>
        <p:nvSpPr>
          <p:cNvPr id="10"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lang="en-US" smtClean="0"/>
            </a:lvl1pPr>
          </a:lstStyle>
          <a:p>
            <a:r>
              <a:rPr lang="en-GB" noProof="0" dirty="0"/>
              <a:t>© 2016 Amadeus IT Group SA</a:t>
            </a:r>
          </a:p>
        </p:txBody>
      </p:sp>
      <p:sp>
        <p:nvSpPr>
          <p:cNvPr id="13" name="Title 1"/>
          <p:cNvSpPr>
            <a:spLocks noGrp="1"/>
          </p:cNvSpPr>
          <p:nvPr>
            <p:ph type="title"/>
          </p:nvPr>
        </p:nvSpPr>
        <p:spPr>
          <a:xfrm>
            <a:off x="201168" y="296864"/>
            <a:ext cx="8439912" cy="482549"/>
          </a:xfrm>
        </p:spPr>
        <p:txBody>
          <a:bodyPr anchor="t">
            <a:noAutofit/>
          </a:bodyPr>
          <a:lstStyle>
            <a:lvl1pPr>
              <a:defRPr sz="3200">
                <a:solidFill>
                  <a:schemeClr val="tx2"/>
                </a:solidFill>
                <a:latin typeface="+mj-lt"/>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883912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_5" preserve="1" userDrawn="1">
  <p:cSld name="Quote">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212904" y="899886"/>
            <a:ext cx="8267147" cy="4267200"/>
          </a:xfrm>
        </p:spPr>
        <p:txBody>
          <a:bodyPr anchor="b">
            <a:normAutofit/>
          </a:bodyPr>
          <a:lstStyle>
            <a:lvl1pPr>
              <a:lnSpc>
                <a:spcPct val="100000"/>
              </a:lnSpc>
              <a:defRPr sz="3200" baseline="0">
                <a:solidFill>
                  <a:schemeClr val="tx2"/>
                </a:solidFill>
                <a:latin typeface="+mj-lt"/>
              </a:defRPr>
            </a:lvl1pPr>
          </a:lstStyle>
          <a:p>
            <a:r>
              <a:rPr lang="en-GB" noProof="0" dirty="0"/>
              <a:t>“Click to insert your quote”</a:t>
            </a:r>
          </a:p>
        </p:txBody>
      </p:sp>
      <p:sp>
        <p:nvSpPr>
          <p:cNvPr id="6" name="Text Placeholder 19"/>
          <p:cNvSpPr>
            <a:spLocks noGrp="1"/>
          </p:cNvSpPr>
          <p:nvPr>
            <p:ph type="body" sz="quarter" idx="13"/>
          </p:nvPr>
        </p:nvSpPr>
        <p:spPr>
          <a:xfrm>
            <a:off x="212743" y="5240908"/>
            <a:ext cx="3451622" cy="498992"/>
          </a:xfrm>
        </p:spPr>
        <p:txBody>
          <a:bodyPr>
            <a:noAutofit/>
          </a:bodyPr>
          <a:lstStyle>
            <a:lvl1pPr marL="0" indent="0">
              <a:lnSpc>
                <a:spcPts val="1425"/>
              </a:lnSpc>
              <a:buNone/>
              <a:defRPr sz="1350" i="0">
                <a:solidFill>
                  <a:srgbClr val="7F7F7F"/>
                </a:solidFill>
                <a:latin typeface="+mj-lt"/>
              </a:defRPr>
            </a:lvl1pPr>
            <a:lvl2pPr marL="342875" indent="0">
              <a:buNone/>
              <a:defRPr sz="1200">
                <a:solidFill>
                  <a:schemeClr val="accent2"/>
                </a:solidFill>
                <a:latin typeface="+mj-lt"/>
              </a:defRPr>
            </a:lvl2pPr>
            <a:lvl3pPr marL="685749" indent="0">
              <a:buNone/>
              <a:defRPr sz="1050">
                <a:solidFill>
                  <a:schemeClr val="accent2"/>
                </a:solidFill>
                <a:latin typeface="+mj-lt"/>
              </a:defRPr>
            </a:lvl3pPr>
            <a:lvl4pPr marL="1028624" indent="0">
              <a:buNone/>
              <a:defRPr sz="900">
                <a:solidFill>
                  <a:schemeClr val="accent2"/>
                </a:solidFill>
                <a:latin typeface="+mj-lt"/>
              </a:defRPr>
            </a:lvl4pPr>
            <a:lvl5pPr marL="1371498" indent="0">
              <a:buNone/>
              <a:defRPr sz="900">
                <a:solidFill>
                  <a:schemeClr val="accent2"/>
                </a:solidFill>
                <a:latin typeface="+mj-lt"/>
              </a:defRPr>
            </a:lvl5pPr>
          </a:lstStyle>
          <a:p>
            <a:pPr lvl="0"/>
            <a:r>
              <a:rPr lang="en-US" noProof="0"/>
              <a:t>Click to edit Master text styles</a:t>
            </a:r>
          </a:p>
        </p:txBody>
      </p:sp>
      <p:sp>
        <p:nvSpPr>
          <p:cNvPr id="11" name="Marcador de número de diapositiva 32"/>
          <p:cNvSpPr>
            <a:spLocks noGrp="1"/>
          </p:cNvSpPr>
          <p:nvPr>
            <p:ph type="sldNum" sz="quarter" idx="4"/>
          </p:nvPr>
        </p:nvSpPr>
        <p:spPr>
          <a:xfrm>
            <a:off x="8832719" y="6519611"/>
            <a:ext cx="186198" cy="123111"/>
          </a:xfrm>
          <a:prstGeom prst="rect">
            <a:avLst/>
          </a:prstGeom>
        </p:spPr>
        <p:txBody>
          <a:bodyPr vert="horz" wrap="square" lIns="0" tIns="0" rIns="0" bIns="0" rtlCol="0" anchor="ctr">
            <a:spAutoFit/>
          </a:bodyPr>
          <a:lstStyle>
            <a:lvl1pPr algn="ctr">
              <a:defRPr sz="800">
                <a:solidFill>
                  <a:schemeClr val="bg1">
                    <a:lumMod val="50000"/>
                  </a:schemeClr>
                </a:solidFill>
                <a:latin typeface="+mj-lt"/>
              </a:defRPr>
            </a:lvl1pPr>
          </a:lstStyle>
          <a:p>
            <a:fld id="{E57627FB-D816-4EA7-98E3-793F2D9BC93A}" type="slidenum">
              <a:rPr lang="es-ES" smtClean="0"/>
              <a:pPr/>
              <a:t>‹#›</a:t>
            </a:fld>
            <a:endParaRPr lang="es-ES" dirty="0"/>
          </a:p>
        </p:txBody>
      </p:sp>
      <p:sp>
        <p:nvSpPr>
          <p:cNvPr id="8"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Tree>
    <p:extLst>
      <p:ext uri="{BB962C8B-B14F-4D97-AF65-F5344CB8AC3E}">
        <p14:creationId xmlns:p14="http://schemas.microsoft.com/office/powerpoint/2010/main" val="4000934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_6" userDrawn="1">
  <p:cSld name="Text with figures">
    <p:spTree>
      <p:nvGrpSpPr>
        <p:cNvPr id="1" name=""/>
        <p:cNvGrpSpPr/>
        <p:nvPr/>
      </p:nvGrpSpPr>
      <p:grpSpPr>
        <a:xfrm>
          <a:off x="0" y="0"/>
          <a:ext cx="0" cy="0"/>
          <a:chOff x="0" y="0"/>
          <a:chExt cx="0" cy="0"/>
        </a:xfrm>
      </p:grpSpPr>
      <p:sp>
        <p:nvSpPr>
          <p:cNvPr id="60" name="Picture Placeholder 59"/>
          <p:cNvSpPr>
            <a:spLocks noGrp="1"/>
          </p:cNvSpPr>
          <p:nvPr>
            <p:ph type="pic" sz="quarter" idx="22" hasCustomPrompt="1"/>
          </p:nvPr>
        </p:nvSpPr>
        <p:spPr>
          <a:xfrm>
            <a:off x="3208222" y="3608"/>
            <a:ext cx="5956887" cy="4900446"/>
          </a:xfrm>
          <a:custGeom>
            <a:avLst/>
            <a:gdLst>
              <a:gd name="connsiteX0" fmla="*/ 1507176 w 7526189"/>
              <a:gd name="connsiteY0" fmla="*/ 0 h 4900446"/>
              <a:gd name="connsiteX1" fmla="*/ 7526189 w 7526189"/>
              <a:gd name="connsiteY1" fmla="*/ 0 h 4900446"/>
              <a:gd name="connsiteX2" fmla="*/ 7526189 w 7526189"/>
              <a:gd name="connsiteY2" fmla="*/ 3753700 h 4900446"/>
              <a:gd name="connsiteX3" fmla="*/ 416883 w 7526189"/>
              <a:gd name="connsiteY3" fmla="*/ 3876833 h 4900446"/>
              <a:gd name="connsiteX4" fmla="*/ 1507176 w 7526189"/>
              <a:gd name="connsiteY4" fmla="*/ 0 h 490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6189" h="4900446">
                <a:moveTo>
                  <a:pt x="1507176" y="0"/>
                </a:moveTo>
                <a:lnTo>
                  <a:pt x="7526189" y="0"/>
                </a:lnTo>
                <a:cubicBezTo>
                  <a:pt x="7526189" y="0"/>
                  <a:pt x="7526189" y="0"/>
                  <a:pt x="7526189" y="3753700"/>
                </a:cubicBezTo>
                <a:cubicBezTo>
                  <a:pt x="6581517" y="4171607"/>
                  <a:pt x="1660265" y="6037263"/>
                  <a:pt x="416883" y="3876833"/>
                </a:cubicBezTo>
                <a:cubicBezTo>
                  <a:pt x="-852636" y="1667897"/>
                  <a:pt x="1148723" y="235073"/>
                  <a:pt x="1507176" y="0"/>
                </a:cubicBezTo>
                <a:close/>
              </a:path>
            </a:pathLst>
          </a:custGeom>
          <a:solidFill>
            <a:srgbClr val="ECECEC"/>
          </a:solidFill>
        </p:spPr>
        <p:txBody>
          <a:bodyPr wrap="square" anchor="ctr">
            <a:noAutofit/>
          </a:bodyPr>
          <a:lstStyle>
            <a:lvl1pPr marL="0" indent="0" algn="ctr">
              <a:buNone/>
              <a:defRPr/>
            </a:lvl1pPr>
          </a:lstStyle>
          <a:p>
            <a:br>
              <a:rPr lang="en-GB" noProof="0" dirty="0"/>
            </a:br>
            <a:br>
              <a:rPr lang="en-GB" noProof="0" dirty="0"/>
            </a:br>
            <a:r>
              <a:rPr lang="en-GB" noProof="0" dirty="0"/>
              <a:t>Insert your picture here</a:t>
            </a:r>
          </a:p>
        </p:txBody>
      </p:sp>
      <p:sp>
        <p:nvSpPr>
          <p:cNvPr id="43" name="Content Placeholder 5"/>
          <p:cNvSpPr>
            <a:spLocks noGrp="1"/>
          </p:cNvSpPr>
          <p:nvPr>
            <p:ph sz="quarter" idx="4"/>
          </p:nvPr>
        </p:nvSpPr>
        <p:spPr>
          <a:xfrm>
            <a:off x="228063" y="4034980"/>
            <a:ext cx="2722581" cy="2240292"/>
          </a:xfrm>
        </p:spPr>
        <p:txBody>
          <a:bodyPr anchor="b">
            <a:noAutofit/>
          </a:bodyPr>
          <a:lstStyle>
            <a:lvl1pPr marL="0" indent="0">
              <a:lnSpc>
                <a:spcPct val="100000"/>
              </a:lnSpc>
              <a:spcAft>
                <a:spcPts val="900"/>
              </a:spcAft>
              <a:buNone/>
              <a:defRPr sz="1200">
                <a:solidFill>
                  <a:schemeClr val="bg1">
                    <a:lumMod val="50000"/>
                  </a:schemeClr>
                </a:solidFill>
                <a:latin typeface="+mj-lt"/>
              </a:defRPr>
            </a:lvl1pPr>
            <a:lvl2pPr marL="342875" indent="0">
              <a:lnSpc>
                <a:spcPts val="1575"/>
              </a:lnSpc>
              <a:spcAft>
                <a:spcPts val="900"/>
              </a:spcAft>
              <a:buNone/>
              <a:defRPr sz="900">
                <a:solidFill>
                  <a:schemeClr val="bg1">
                    <a:lumMod val="50000"/>
                  </a:schemeClr>
                </a:solidFill>
                <a:latin typeface="+mj-lt"/>
              </a:defRPr>
            </a:lvl2pPr>
            <a:lvl3pPr marL="685749" indent="0">
              <a:lnSpc>
                <a:spcPts val="1575"/>
              </a:lnSpc>
              <a:spcAft>
                <a:spcPts val="900"/>
              </a:spcAft>
              <a:buNone/>
              <a:defRPr sz="825">
                <a:solidFill>
                  <a:schemeClr val="bg1">
                    <a:lumMod val="50000"/>
                  </a:schemeClr>
                </a:solidFill>
                <a:latin typeface="+mj-lt"/>
              </a:defRPr>
            </a:lvl3pPr>
            <a:lvl4pPr marL="1028624" indent="0">
              <a:lnSpc>
                <a:spcPts val="1575"/>
              </a:lnSpc>
              <a:spcAft>
                <a:spcPts val="900"/>
              </a:spcAft>
              <a:buNone/>
              <a:defRPr sz="788">
                <a:solidFill>
                  <a:schemeClr val="bg1">
                    <a:lumMod val="50000"/>
                  </a:schemeClr>
                </a:solidFill>
                <a:latin typeface="+mj-lt"/>
              </a:defRPr>
            </a:lvl4pPr>
            <a:lvl5pPr marL="1371498" indent="0">
              <a:lnSpc>
                <a:spcPts val="1575"/>
              </a:lnSpc>
              <a:spcAft>
                <a:spcPts val="900"/>
              </a:spcAft>
              <a:buNone/>
              <a:defRPr sz="788">
                <a:solidFill>
                  <a:schemeClr val="bg1">
                    <a:lumMod val="50000"/>
                  </a:schemeClr>
                </a:solidFill>
                <a:latin typeface="+mj-lt"/>
              </a:defRPr>
            </a:lvl5pPr>
          </a:lstStyle>
          <a:p>
            <a:pPr lvl="0"/>
            <a:r>
              <a:rPr lang="en-US" noProof="0"/>
              <a:t>Click to edit Master text styles</a:t>
            </a:r>
          </a:p>
        </p:txBody>
      </p:sp>
      <p:sp>
        <p:nvSpPr>
          <p:cNvPr id="36" name="Marcador de número de diapositiva 32"/>
          <p:cNvSpPr>
            <a:spLocks noGrp="1"/>
          </p:cNvSpPr>
          <p:nvPr>
            <p:ph type="sldNum" sz="quarter" idx="31"/>
          </p:nvPr>
        </p:nvSpPr>
        <p:spPr>
          <a:xfrm>
            <a:off x="8832719" y="6519611"/>
            <a:ext cx="186198" cy="123111"/>
          </a:xfrm>
          <a:prstGeom prst="rect">
            <a:avLst/>
          </a:prstGeom>
        </p:spPr>
        <p:txBody>
          <a:bodyPr vert="horz" wrap="square" lIns="0" tIns="0" rIns="0" bIns="0" rtlCol="0" anchor="ctr">
            <a:spAutoFit/>
          </a:bodyPr>
          <a:lstStyle>
            <a:lvl1pPr algn="ctr">
              <a:defRPr sz="800">
                <a:solidFill>
                  <a:schemeClr val="bg1">
                    <a:lumMod val="50000"/>
                  </a:schemeClr>
                </a:solidFill>
                <a:latin typeface="+mj-lt"/>
              </a:defRPr>
            </a:lvl1pPr>
          </a:lstStyle>
          <a:p>
            <a:fld id="{E57627FB-D816-4EA7-98E3-793F2D9BC93A}" type="slidenum">
              <a:rPr lang="es-ES" smtClean="0"/>
              <a:pPr/>
              <a:t>‹#›</a:t>
            </a:fld>
            <a:endParaRPr lang="es-ES" dirty="0"/>
          </a:p>
        </p:txBody>
      </p:sp>
      <p:sp>
        <p:nvSpPr>
          <p:cNvPr id="23"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
        <p:nvSpPr>
          <p:cNvPr id="24" name="Title 1"/>
          <p:cNvSpPr>
            <a:spLocks noGrp="1"/>
          </p:cNvSpPr>
          <p:nvPr>
            <p:ph type="title"/>
          </p:nvPr>
        </p:nvSpPr>
        <p:spPr>
          <a:xfrm>
            <a:off x="201168" y="296864"/>
            <a:ext cx="2934874" cy="482549"/>
          </a:xfrm>
        </p:spPr>
        <p:txBody>
          <a:bodyPr anchor="t">
            <a:noAutofit/>
          </a:bodyPr>
          <a:lstStyle>
            <a:lvl1pPr>
              <a:defRPr sz="3200">
                <a:solidFill>
                  <a:schemeClr val="tx2"/>
                </a:solidFill>
                <a:latin typeface="+mj-lt"/>
              </a:defRPr>
            </a:lvl1pPr>
          </a:lstStyle>
          <a:p>
            <a:r>
              <a:rPr lang="en-US" noProof="0"/>
              <a:t>Click to edit Master title style</a:t>
            </a:r>
            <a:endParaRPr lang="en-GB" noProof="0" dirty="0"/>
          </a:p>
        </p:txBody>
      </p:sp>
      <p:sp>
        <p:nvSpPr>
          <p:cNvPr id="25" name="Text Placeholder 19"/>
          <p:cNvSpPr>
            <a:spLocks noGrp="1"/>
          </p:cNvSpPr>
          <p:nvPr>
            <p:ph type="body" sz="quarter" idx="13"/>
          </p:nvPr>
        </p:nvSpPr>
        <p:spPr>
          <a:xfrm>
            <a:off x="219456" y="779412"/>
            <a:ext cx="2928458" cy="300087"/>
          </a:xfrm>
        </p:spPr>
        <p:txBody>
          <a:bodyPr>
            <a:noAutofit/>
          </a:bodyPr>
          <a:lstStyle>
            <a:lvl1pPr marL="0" indent="0">
              <a:lnSpc>
                <a:spcPct val="100000"/>
              </a:lnSpc>
              <a:buNone/>
              <a:defRPr sz="1800">
                <a:solidFill>
                  <a:schemeClr val="accent2"/>
                </a:solidFill>
                <a:latin typeface="+mj-lt"/>
              </a:defRPr>
            </a:lvl1pPr>
            <a:lvl2pPr marL="342875" indent="0">
              <a:buNone/>
              <a:defRPr sz="1200">
                <a:solidFill>
                  <a:schemeClr val="accent2"/>
                </a:solidFill>
                <a:latin typeface="+mj-lt"/>
              </a:defRPr>
            </a:lvl2pPr>
            <a:lvl3pPr marL="685749" indent="0">
              <a:buNone/>
              <a:defRPr sz="1050">
                <a:solidFill>
                  <a:schemeClr val="accent2"/>
                </a:solidFill>
                <a:latin typeface="+mj-lt"/>
              </a:defRPr>
            </a:lvl3pPr>
            <a:lvl4pPr marL="1028624" indent="0">
              <a:buNone/>
              <a:defRPr sz="900">
                <a:solidFill>
                  <a:schemeClr val="accent2"/>
                </a:solidFill>
                <a:latin typeface="+mj-lt"/>
              </a:defRPr>
            </a:lvl4pPr>
            <a:lvl5pPr marL="1371498" indent="0">
              <a:buNone/>
              <a:defRPr sz="900">
                <a:solidFill>
                  <a:schemeClr val="accent2"/>
                </a:solidFill>
                <a:latin typeface="+mj-lt"/>
              </a:defRPr>
            </a:lvl5pPr>
          </a:lstStyle>
          <a:p>
            <a:pPr lvl="0"/>
            <a:r>
              <a:rPr lang="en-US" noProof="0"/>
              <a:t>Click to edit Master text styles</a:t>
            </a:r>
          </a:p>
        </p:txBody>
      </p:sp>
      <p:sp>
        <p:nvSpPr>
          <p:cNvPr id="37" name="Text Placeholder 3"/>
          <p:cNvSpPr>
            <a:spLocks noGrp="1"/>
          </p:cNvSpPr>
          <p:nvPr>
            <p:ph type="body" sz="quarter" idx="32" hasCustomPrompt="1"/>
          </p:nvPr>
        </p:nvSpPr>
        <p:spPr>
          <a:xfrm>
            <a:off x="3360457" y="1350494"/>
            <a:ext cx="938014" cy="382241"/>
          </a:xfrm>
        </p:spPr>
        <p:txBody>
          <a:bodyPr>
            <a:noAutofit/>
          </a:bodyPr>
          <a:lstStyle>
            <a:lvl1pPr marL="0" indent="0" algn="ctr">
              <a:buNone/>
              <a:defRPr sz="3200">
                <a:solidFill>
                  <a:schemeClr val="tx2"/>
                </a:solidFill>
              </a:defRPr>
            </a:lvl1pPr>
          </a:lstStyle>
          <a:p>
            <a:pPr lvl="0"/>
            <a:r>
              <a:rPr lang="en-GB" dirty="0"/>
              <a:t>100</a:t>
            </a:r>
          </a:p>
        </p:txBody>
      </p:sp>
      <p:sp>
        <p:nvSpPr>
          <p:cNvPr id="38" name="Text Placeholder 5"/>
          <p:cNvSpPr>
            <a:spLocks noGrp="1"/>
          </p:cNvSpPr>
          <p:nvPr>
            <p:ph type="body" sz="quarter" idx="33"/>
          </p:nvPr>
        </p:nvSpPr>
        <p:spPr>
          <a:xfrm>
            <a:off x="3136042" y="1821571"/>
            <a:ext cx="1386844" cy="649872"/>
          </a:xfrm>
        </p:spPr>
        <p:txBody>
          <a:bodyPr>
            <a:normAutofit/>
          </a:bodyPr>
          <a:lstStyle>
            <a:lvl1pPr marL="0" indent="0" algn="ctr">
              <a:buNone/>
              <a:defRPr sz="1400">
                <a:solidFill>
                  <a:schemeClr val="tx2"/>
                </a:solidFill>
              </a:defRPr>
            </a:lvl1pPr>
          </a:lstStyle>
          <a:p>
            <a:pPr lvl="0"/>
            <a:r>
              <a:rPr lang="en-US"/>
              <a:t>Click to edit Master text styles</a:t>
            </a:r>
          </a:p>
        </p:txBody>
      </p:sp>
      <p:sp>
        <p:nvSpPr>
          <p:cNvPr id="39" name="Text Placeholder 3"/>
          <p:cNvSpPr>
            <a:spLocks noGrp="1"/>
          </p:cNvSpPr>
          <p:nvPr>
            <p:ph type="body" sz="quarter" idx="34" hasCustomPrompt="1"/>
          </p:nvPr>
        </p:nvSpPr>
        <p:spPr>
          <a:xfrm>
            <a:off x="3886262" y="4169646"/>
            <a:ext cx="1112706" cy="382241"/>
          </a:xfrm>
        </p:spPr>
        <p:txBody>
          <a:bodyPr>
            <a:noAutofit/>
          </a:bodyPr>
          <a:lstStyle>
            <a:lvl1pPr marL="0" indent="0" algn="ctr">
              <a:buNone/>
              <a:defRPr sz="4800">
                <a:solidFill>
                  <a:schemeClr val="bg1"/>
                </a:solidFill>
              </a:defRPr>
            </a:lvl1pPr>
          </a:lstStyle>
          <a:p>
            <a:pPr lvl="0"/>
            <a:r>
              <a:rPr lang="en-GB" dirty="0"/>
              <a:t>300</a:t>
            </a:r>
          </a:p>
        </p:txBody>
      </p:sp>
      <p:sp>
        <p:nvSpPr>
          <p:cNvPr id="40" name="Text Placeholder 5"/>
          <p:cNvSpPr>
            <a:spLocks noGrp="1"/>
          </p:cNvSpPr>
          <p:nvPr>
            <p:ph type="body" sz="quarter" idx="35"/>
          </p:nvPr>
        </p:nvSpPr>
        <p:spPr>
          <a:xfrm>
            <a:off x="3562062" y="4763708"/>
            <a:ext cx="1830899" cy="649872"/>
          </a:xfrm>
        </p:spPr>
        <p:txBody>
          <a:bodyPr/>
          <a:lstStyle>
            <a:lvl1pPr marL="0" indent="0" algn="ctr">
              <a:buNone/>
              <a:defRPr>
                <a:solidFill>
                  <a:schemeClr val="bg1"/>
                </a:solidFill>
              </a:defRPr>
            </a:lvl1pPr>
          </a:lstStyle>
          <a:p>
            <a:pPr lvl="0"/>
            <a:r>
              <a:rPr lang="en-US"/>
              <a:t>Click to edit Master text styles</a:t>
            </a:r>
          </a:p>
        </p:txBody>
      </p:sp>
      <p:sp>
        <p:nvSpPr>
          <p:cNvPr id="41" name="Text Placeholder 3"/>
          <p:cNvSpPr>
            <a:spLocks noGrp="1"/>
          </p:cNvSpPr>
          <p:nvPr>
            <p:ph type="body" sz="quarter" idx="36" hasCustomPrompt="1"/>
          </p:nvPr>
        </p:nvSpPr>
        <p:spPr>
          <a:xfrm>
            <a:off x="6021831" y="3784048"/>
            <a:ext cx="1112706" cy="382241"/>
          </a:xfrm>
        </p:spPr>
        <p:txBody>
          <a:bodyPr>
            <a:noAutofit/>
          </a:bodyPr>
          <a:lstStyle>
            <a:lvl1pPr marL="0" indent="0" algn="ctr">
              <a:buNone/>
              <a:defRPr sz="4000">
                <a:solidFill>
                  <a:schemeClr val="bg1"/>
                </a:solidFill>
              </a:defRPr>
            </a:lvl1pPr>
          </a:lstStyle>
          <a:p>
            <a:pPr lvl="0"/>
            <a:r>
              <a:rPr lang="en-GB" dirty="0"/>
              <a:t>200</a:t>
            </a:r>
          </a:p>
        </p:txBody>
      </p:sp>
      <p:sp>
        <p:nvSpPr>
          <p:cNvPr id="42" name="Text Placeholder 5"/>
          <p:cNvSpPr>
            <a:spLocks noGrp="1"/>
          </p:cNvSpPr>
          <p:nvPr>
            <p:ph type="body" sz="quarter" idx="37"/>
          </p:nvPr>
        </p:nvSpPr>
        <p:spPr>
          <a:xfrm>
            <a:off x="5697632" y="4254182"/>
            <a:ext cx="1750252" cy="649872"/>
          </a:xfrm>
        </p:spPr>
        <p:txBody>
          <a:bodyPr>
            <a:normAutofit/>
          </a:bodyPr>
          <a:lstStyle>
            <a:lvl1pPr marL="0" indent="0" algn="ctr">
              <a:buNone/>
              <a:defRPr sz="1400">
                <a:solidFill>
                  <a:schemeClr val="bg1"/>
                </a:solidFill>
              </a:defRPr>
            </a:lvl1pPr>
          </a:lstStyle>
          <a:p>
            <a:pPr lvl="0"/>
            <a:r>
              <a:rPr lang="en-US"/>
              <a:t>Click to edit Master text styles</a:t>
            </a:r>
          </a:p>
        </p:txBody>
      </p:sp>
      <p:sp>
        <p:nvSpPr>
          <p:cNvPr id="44" name="Text Placeholder 3"/>
          <p:cNvSpPr>
            <a:spLocks noGrp="1"/>
          </p:cNvSpPr>
          <p:nvPr>
            <p:ph type="body" sz="quarter" idx="38" hasCustomPrompt="1"/>
          </p:nvPr>
        </p:nvSpPr>
        <p:spPr>
          <a:xfrm>
            <a:off x="7447944" y="4729661"/>
            <a:ext cx="1112706" cy="382241"/>
          </a:xfrm>
        </p:spPr>
        <p:txBody>
          <a:bodyPr>
            <a:noAutofit/>
          </a:bodyPr>
          <a:lstStyle>
            <a:lvl1pPr marL="0" indent="0" algn="ctr">
              <a:buNone/>
              <a:defRPr sz="3200">
                <a:solidFill>
                  <a:schemeClr val="tx1"/>
                </a:solidFill>
              </a:defRPr>
            </a:lvl1pPr>
          </a:lstStyle>
          <a:p>
            <a:pPr lvl="0"/>
            <a:r>
              <a:rPr lang="en-GB" dirty="0"/>
              <a:t>50</a:t>
            </a:r>
          </a:p>
        </p:txBody>
      </p:sp>
      <p:sp>
        <p:nvSpPr>
          <p:cNvPr id="45" name="Text Placeholder 5"/>
          <p:cNvSpPr>
            <a:spLocks noGrp="1"/>
          </p:cNvSpPr>
          <p:nvPr>
            <p:ph type="body" sz="quarter" idx="39"/>
          </p:nvPr>
        </p:nvSpPr>
        <p:spPr>
          <a:xfrm>
            <a:off x="7371896" y="5118941"/>
            <a:ext cx="1290175" cy="492470"/>
          </a:xfrm>
        </p:spPr>
        <p:txBody>
          <a:bodyPr>
            <a:noAutofit/>
          </a:bodyPr>
          <a:lstStyle>
            <a:lvl1pPr marL="0" indent="0" algn="ctr">
              <a:buNone/>
              <a:defRPr sz="12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53900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_7" preserve="1" userDrawn="1">
  <p:cSld name="Number list slide l">
    <p:spTree>
      <p:nvGrpSpPr>
        <p:cNvPr id="1" name=""/>
        <p:cNvGrpSpPr/>
        <p:nvPr/>
      </p:nvGrpSpPr>
      <p:grpSpPr>
        <a:xfrm>
          <a:off x="0" y="0"/>
          <a:ext cx="0" cy="0"/>
          <a:chOff x="0" y="0"/>
          <a:chExt cx="0" cy="0"/>
        </a:xfrm>
      </p:grpSpPr>
      <p:sp>
        <p:nvSpPr>
          <p:cNvPr id="12" name="Marcador de número de diapositiva 32"/>
          <p:cNvSpPr>
            <a:spLocks noGrp="1"/>
          </p:cNvSpPr>
          <p:nvPr>
            <p:ph type="sldNum" sz="quarter" idx="4"/>
          </p:nvPr>
        </p:nvSpPr>
        <p:spPr>
          <a:xfrm>
            <a:off x="8832719" y="6519611"/>
            <a:ext cx="186198" cy="123111"/>
          </a:xfrm>
          <a:prstGeom prst="rect">
            <a:avLst/>
          </a:prstGeom>
        </p:spPr>
        <p:txBody>
          <a:bodyPr vert="horz" wrap="square" lIns="0" tIns="0" rIns="0" bIns="0" rtlCol="0" anchor="ctr">
            <a:spAutoFit/>
          </a:bodyPr>
          <a:lstStyle>
            <a:lvl1pPr algn="ctr">
              <a:defRPr sz="800">
                <a:solidFill>
                  <a:schemeClr val="bg1">
                    <a:lumMod val="50000"/>
                  </a:schemeClr>
                </a:solidFill>
                <a:latin typeface="+mj-lt"/>
              </a:defRPr>
            </a:lvl1pPr>
          </a:lstStyle>
          <a:p>
            <a:fld id="{E57627FB-D816-4EA7-98E3-793F2D9BC93A}" type="slidenum">
              <a:rPr lang="es-ES" smtClean="0"/>
              <a:pPr/>
              <a:t>‹#›</a:t>
            </a:fld>
            <a:endParaRPr lang="es-ES" dirty="0"/>
          </a:p>
        </p:txBody>
      </p:sp>
      <p:sp>
        <p:nvSpPr>
          <p:cNvPr id="18" name="Marcador de texto 2"/>
          <p:cNvSpPr>
            <a:spLocks noGrp="1"/>
          </p:cNvSpPr>
          <p:nvPr>
            <p:ph type="body" sz="quarter" idx="18" hasCustomPrompt="1"/>
          </p:nvPr>
        </p:nvSpPr>
        <p:spPr>
          <a:xfrm>
            <a:off x="1219874" y="2289059"/>
            <a:ext cx="3968359" cy="956604"/>
          </a:xfrm>
        </p:spPr>
        <p:txBody>
          <a:bodyPr anchor="t">
            <a:noAutofit/>
          </a:bodyPr>
          <a:lstStyle>
            <a:lvl1pPr marL="0" indent="0">
              <a:lnSpc>
                <a:spcPct val="100000"/>
              </a:lnSpc>
              <a:buNone/>
              <a:defRPr sz="1800"/>
            </a:lvl1pPr>
            <a:lvl2pPr marL="342875" indent="0">
              <a:buNone/>
              <a:defRPr/>
            </a:lvl2pPr>
            <a:lvl3pPr marL="685749" indent="0">
              <a:buNone/>
              <a:defRPr/>
            </a:lvl3pPr>
            <a:lvl4pPr marL="1028624" indent="0">
              <a:buNone/>
              <a:defRPr/>
            </a:lvl4pPr>
            <a:lvl5pPr marL="1371498" indent="0">
              <a:buNone/>
              <a:defRPr/>
            </a:lvl5pPr>
          </a:lstStyle>
          <a:p>
            <a:pPr lvl="0"/>
            <a:r>
              <a:rPr lang="en-GB" noProof="0" dirty="0"/>
              <a:t>Edit master text slide</a:t>
            </a:r>
          </a:p>
        </p:txBody>
      </p:sp>
      <p:sp>
        <p:nvSpPr>
          <p:cNvPr id="19" name="Marcador de posición de imagen 28"/>
          <p:cNvSpPr>
            <a:spLocks noGrp="1"/>
          </p:cNvSpPr>
          <p:nvPr>
            <p:ph type="pic" sz="quarter" idx="16" hasCustomPrompt="1"/>
          </p:nvPr>
        </p:nvSpPr>
        <p:spPr>
          <a:xfrm>
            <a:off x="5434091" y="2287853"/>
            <a:ext cx="3359735" cy="3256492"/>
          </a:xfrm>
          <a:custGeom>
            <a:avLst/>
            <a:gdLst>
              <a:gd name="connsiteX0" fmla="*/ 1708960 w 6589713"/>
              <a:gd name="connsiteY0" fmla="*/ 853 h 5805701"/>
              <a:gd name="connsiteX1" fmla="*/ 2304022 w 6589713"/>
              <a:gd name="connsiteY1" fmla="*/ 142353 h 5805701"/>
              <a:gd name="connsiteX2" fmla="*/ 3133681 w 6589713"/>
              <a:gd name="connsiteY2" fmla="*/ 876002 h 5805701"/>
              <a:gd name="connsiteX3" fmla="*/ 6410042 w 6589713"/>
              <a:gd name="connsiteY3" fmla="*/ 4771203 h 5805701"/>
              <a:gd name="connsiteX4" fmla="*/ 6589713 w 6589713"/>
              <a:gd name="connsiteY4" fmla="*/ 5198725 h 5805701"/>
              <a:gd name="connsiteX5" fmla="*/ 5982001 w 6589713"/>
              <a:gd name="connsiteY5" fmla="*/ 5805701 h 5805701"/>
              <a:gd name="connsiteX6" fmla="*/ 935348 w 6589713"/>
              <a:gd name="connsiteY6" fmla="*/ 5805701 h 5805701"/>
              <a:gd name="connsiteX7" fmla="*/ 0 w 6589713"/>
              <a:gd name="connsiteY7" fmla="*/ 4866208 h 5805701"/>
              <a:gd name="connsiteX8" fmla="*/ 0 w 6589713"/>
              <a:gd name="connsiteY8" fmla="*/ 1641319 h 5805701"/>
              <a:gd name="connsiteX9" fmla="*/ 480885 w 6589713"/>
              <a:gd name="connsiteY9" fmla="*/ 480148 h 5805701"/>
              <a:gd name="connsiteX10" fmla="*/ 1708960 w 6589713"/>
              <a:gd name="connsiteY10" fmla="*/ 853 h 5805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9713" h="5805701">
                <a:moveTo>
                  <a:pt x="1708960" y="853"/>
                </a:moveTo>
                <a:cubicBezTo>
                  <a:pt x="1913055" y="7515"/>
                  <a:pt x="2115763" y="53286"/>
                  <a:pt x="2304022" y="142353"/>
                </a:cubicBezTo>
                <a:cubicBezTo>
                  <a:pt x="2663364" y="311250"/>
                  <a:pt x="2890596" y="596265"/>
                  <a:pt x="3133681" y="876002"/>
                </a:cubicBezTo>
                <a:cubicBezTo>
                  <a:pt x="3133681" y="876002"/>
                  <a:pt x="3133681" y="876002"/>
                  <a:pt x="6410042" y="4771203"/>
                </a:cubicBezTo>
                <a:cubicBezTo>
                  <a:pt x="6505162" y="4887320"/>
                  <a:pt x="6589713" y="5035106"/>
                  <a:pt x="6589713" y="5198725"/>
                </a:cubicBezTo>
                <a:cubicBezTo>
                  <a:pt x="6589713" y="5531243"/>
                  <a:pt x="6320206" y="5805701"/>
                  <a:pt x="5982001" y="5805701"/>
                </a:cubicBezTo>
                <a:lnTo>
                  <a:pt x="935348" y="5805701"/>
                </a:lnTo>
                <a:cubicBezTo>
                  <a:pt x="417472" y="5805701"/>
                  <a:pt x="0" y="5383457"/>
                  <a:pt x="0" y="4866208"/>
                </a:cubicBezTo>
                <a:cubicBezTo>
                  <a:pt x="0" y="4628696"/>
                  <a:pt x="0" y="1641319"/>
                  <a:pt x="0" y="1641319"/>
                </a:cubicBezTo>
                <a:cubicBezTo>
                  <a:pt x="0" y="1219075"/>
                  <a:pt x="158534" y="802109"/>
                  <a:pt x="480885" y="480148"/>
                </a:cubicBezTo>
                <a:cubicBezTo>
                  <a:pt x="804228" y="160826"/>
                  <a:pt x="1259950" y="-13803"/>
                  <a:pt x="1708960" y="853"/>
                </a:cubicBezTo>
                <a:close/>
              </a:path>
            </a:pathLst>
          </a:custGeom>
          <a:solidFill>
            <a:schemeClr val="bg1">
              <a:lumMod val="95000"/>
            </a:schemeClr>
          </a:solidFill>
        </p:spPr>
        <p:txBody>
          <a:bodyPr wrap="square" anchor="ctr">
            <a:noAutofit/>
          </a:bodyPr>
          <a:lstStyle>
            <a:lvl1pPr marL="0" indent="0" algn="l">
              <a:buNone/>
              <a:defRPr/>
            </a:lvl1pPr>
          </a:lstStyle>
          <a:p>
            <a:r>
              <a:rPr lang="en-GB" noProof="0" dirty="0"/>
              <a:t>     </a:t>
            </a:r>
            <a:br>
              <a:rPr lang="en-GB" noProof="0" dirty="0"/>
            </a:br>
            <a:br>
              <a:rPr lang="en-GB" noProof="0" dirty="0"/>
            </a:br>
            <a:r>
              <a:rPr lang="en-GB" noProof="0" dirty="0"/>
              <a:t> Insert your picture here</a:t>
            </a:r>
          </a:p>
        </p:txBody>
      </p:sp>
      <p:sp>
        <p:nvSpPr>
          <p:cNvPr id="20" name="Marcador de texto 4"/>
          <p:cNvSpPr>
            <a:spLocks noGrp="1"/>
          </p:cNvSpPr>
          <p:nvPr>
            <p:ph type="body" sz="quarter" idx="36" hasCustomPrompt="1"/>
          </p:nvPr>
        </p:nvSpPr>
        <p:spPr>
          <a:xfrm>
            <a:off x="471142" y="2291031"/>
            <a:ext cx="717079" cy="663649"/>
          </a:xfrm>
        </p:spPr>
        <p:txBody>
          <a:bodyPr>
            <a:noAutofit/>
          </a:bodyPr>
          <a:lstStyle>
            <a:lvl1pPr marL="0" indent="0" algn="ctr">
              <a:buNone/>
              <a:defRPr sz="4500">
                <a:solidFill>
                  <a:schemeClr val="tx2"/>
                </a:solidFill>
              </a:defRPr>
            </a:lvl1pPr>
          </a:lstStyle>
          <a:p>
            <a:pPr lvl="0"/>
            <a:r>
              <a:rPr lang="en-GB" noProof="0" dirty="0"/>
              <a:t>1.</a:t>
            </a:r>
          </a:p>
        </p:txBody>
      </p:sp>
      <p:sp>
        <p:nvSpPr>
          <p:cNvPr id="24" name="Marcador de texto 4"/>
          <p:cNvSpPr>
            <a:spLocks noGrp="1"/>
          </p:cNvSpPr>
          <p:nvPr>
            <p:ph type="body" sz="quarter" idx="38" hasCustomPrompt="1"/>
          </p:nvPr>
        </p:nvSpPr>
        <p:spPr>
          <a:xfrm>
            <a:off x="471142" y="3380950"/>
            <a:ext cx="717079" cy="663649"/>
          </a:xfrm>
        </p:spPr>
        <p:txBody>
          <a:bodyPr>
            <a:noAutofit/>
          </a:bodyPr>
          <a:lstStyle>
            <a:lvl1pPr marL="0" indent="0" algn="ctr">
              <a:buNone/>
              <a:defRPr sz="4500">
                <a:solidFill>
                  <a:schemeClr val="accent2"/>
                </a:solidFill>
              </a:defRPr>
            </a:lvl1pPr>
          </a:lstStyle>
          <a:p>
            <a:pPr lvl="0"/>
            <a:r>
              <a:rPr lang="en-GB" noProof="0" dirty="0"/>
              <a:t>2.</a:t>
            </a:r>
          </a:p>
        </p:txBody>
      </p:sp>
      <p:sp>
        <p:nvSpPr>
          <p:cNvPr id="26" name="Marcador de texto 2"/>
          <p:cNvSpPr>
            <a:spLocks noGrp="1"/>
          </p:cNvSpPr>
          <p:nvPr>
            <p:ph type="body" sz="quarter" idx="41" hasCustomPrompt="1"/>
          </p:nvPr>
        </p:nvSpPr>
        <p:spPr>
          <a:xfrm>
            <a:off x="1219874" y="3367948"/>
            <a:ext cx="3968359" cy="956604"/>
          </a:xfrm>
        </p:spPr>
        <p:txBody>
          <a:bodyPr anchor="t">
            <a:noAutofit/>
          </a:bodyPr>
          <a:lstStyle>
            <a:lvl1pPr marL="0" indent="0">
              <a:lnSpc>
                <a:spcPct val="100000"/>
              </a:lnSpc>
              <a:buNone/>
              <a:defRPr sz="1800"/>
            </a:lvl1pPr>
            <a:lvl2pPr marL="342875" indent="0">
              <a:buNone/>
              <a:defRPr/>
            </a:lvl2pPr>
            <a:lvl3pPr marL="685749" indent="0">
              <a:buNone/>
              <a:defRPr/>
            </a:lvl3pPr>
            <a:lvl4pPr marL="1028624" indent="0">
              <a:buNone/>
              <a:defRPr/>
            </a:lvl4pPr>
            <a:lvl5pPr marL="1371498" indent="0">
              <a:buNone/>
              <a:defRPr/>
            </a:lvl5pPr>
          </a:lstStyle>
          <a:p>
            <a:pPr lvl="0"/>
            <a:r>
              <a:rPr lang="en-GB" noProof="0" dirty="0"/>
              <a:t>Edit master text slide</a:t>
            </a:r>
          </a:p>
        </p:txBody>
      </p:sp>
      <p:sp>
        <p:nvSpPr>
          <p:cNvPr id="27" name="Marcador de texto 4"/>
          <p:cNvSpPr>
            <a:spLocks noGrp="1"/>
          </p:cNvSpPr>
          <p:nvPr>
            <p:ph type="body" sz="quarter" idx="42" hasCustomPrompt="1"/>
          </p:nvPr>
        </p:nvSpPr>
        <p:spPr>
          <a:xfrm>
            <a:off x="471142" y="4459849"/>
            <a:ext cx="717079" cy="663649"/>
          </a:xfrm>
        </p:spPr>
        <p:txBody>
          <a:bodyPr>
            <a:noAutofit/>
          </a:bodyPr>
          <a:lstStyle>
            <a:lvl1pPr marL="0" indent="0" algn="ctr">
              <a:buNone/>
              <a:defRPr sz="4500">
                <a:solidFill>
                  <a:schemeClr val="accent3"/>
                </a:solidFill>
              </a:defRPr>
            </a:lvl1pPr>
          </a:lstStyle>
          <a:p>
            <a:pPr lvl="0"/>
            <a:r>
              <a:rPr lang="en-GB" noProof="0" dirty="0"/>
              <a:t>3.</a:t>
            </a:r>
          </a:p>
        </p:txBody>
      </p:sp>
      <p:sp>
        <p:nvSpPr>
          <p:cNvPr id="28" name="Marcador de texto 2"/>
          <p:cNvSpPr>
            <a:spLocks noGrp="1"/>
          </p:cNvSpPr>
          <p:nvPr>
            <p:ph type="body" sz="quarter" idx="43" hasCustomPrompt="1"/>
          </p:nvPr>
        </p:nvSpPr>
        <p:spPr>
          <a:xfrm>
            <a:off x="1219874" y="4446837"/>
            <a:ext cx="3968359" cy="956604"/>
          </a:xfrm>
        </p:spPr>
        <p:txBody>
          <a:bodyPr anchor="t">
            <a:noAutofit/>
          </a:bodyPr>
          <a:lstStyle>
            <a:lvl1pPr marL="0" indent="0">
              <a:lnSpc>
                <a:spcPct val="100000"/>
              </a:lnSpc>
              <a:buNone/>
              <a:defRPr sz="1800"/>
            </a:lvl1pPr>
            <a:lvl2pPr marL="342875" indent="0">
              <a:buNone/>
              <a:defRPr/>
            </a:lvl2pPr>
            <a:lvl3pPr marL="685749" indent="0">
              <a:buNone/>
              <a:defRPr/>
            </a:lvl3pPr>
            <a:lvl4pPr marL="1028624" indent="0">
              <a:buNone/>
              <a:defRPr/>
            </a:lvl4pPr>
            <a:lvl5pPr marL="1371498" indent="0">
              <a:buNone/>
              <a:defRPr/>
            </a:lvl5pPr>
          </a:lstStyle>
          <a:p>
            <a:pPr lvl="0"/>
            <a:r>
              <a:rPr lang="en-GB" noProof="0" dirty="0"/>
              <a:t>Edit master text slide</a:t>
            </a:r>
          </a:p>
        </p:txBody>
      </p:sp>
      <p:sp>
        <p:nvSpPr>
          <p:cNvPr id="31"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
        <p:nvSpPr>
          <p:cNvPr id="15" name="Title 1"/>
          <p:cNvSpPr>
            <a:spLocks noGrp="1"/>
          </p:cNvSpPr>
          <p:nvPr>
            <p:ph type="title"/>
          </p:nvPr>
        </p:nvSpPr>
        <p:spPr>
          <a:xfrm>
            <a:off x="201168" y="296864"/>
            <a:ext cx="8439912" cy="482549"/>
          </a:xfrm>
        </p:spPr>
        <p:txBody>
          <a:bodyPr anchor="t">
            <a:noAutofit/>
          </a:bodyPr>
          <a:lstStyle>
            <a:lvl1pPr>
              <a:defRPr sz="3200">
                <a:solidFill>
                  <a:schemeClr val="tx2"/>
                </a:solidFill>
                <a:latin typeface="+mj-lt"/>
              </a:defRPr>
            </a:lvl1pPr>
          </a:lstStyle>
          <a:p>
            <a:r>
              <a:rPr lang="en-US" noProof="0"/>
              <a:t>Click to edit Master title style</a:t>
            </a:r>
            <a:endParaRPr lang="en-GB" noProof="0" dirty="0"/>
          </a:p>
        </p:txBody>
      </p:sp>
      <p:sp>
        <p:nvSpPr>
          <p:cNvPr id="16" name="Text Placeholder 19"/>
          <p:cNvSpPr>
            <a:spLocks noGrp="1"/>
          </p:cNvSpPr>
          <p:nvPr>
            <p:ph type="body" sz="quarter" idx="13"/>
          </p:nvPr>
        </p:nvSpPr>
        <p:spPr>
          <a:xfrm>
            <a:off x="219456" y="779412"/>
            <a:ext cx="8421460" cy="300087"/>
          </a:xfrm>
        </p:spPr>
        <p:txBody>
          <a:bodyPr>
            <a:noAutofit/>
          </a:bodyPr>
          <a:lstStyle>
            <a:lvl1pPr marL="0" indent="0">
              <a:lnSpc>
                <a:spcPct val="100000"/>
              </a:lnSpc>
              <a:buNone/>
              <a:defRPr sz="1800">
                <a:solidFill>
                  <a:schemeClr val="accent2"/>
                </a:solidFill>
                <a:latin typeface="+mj-lt"/>
              </a:defRPr>
            </a:lvl1pPr>
            <a:lvl2pPr marL="342875" indent="0">
              <a:buNone/>
              <a:defRPr sz="1200">
                <a:solidFill>
                  <a:schemeClr val="accent2"/>
                </a:solidFill>
                <a:latin typeface="+mj-lt"/>
              </a:defRPr>
            </a:lvl2pPr>
            <a:lvl3pPr marL="685749" indent="0">
              <a:buNone/>
              <a:defRPr sz="1050">
                <a:solidFill>
                  <a:schemeClr val="accent2"/>
                </a:solidFill>
                <a:latin typeface="+mj-lt"/>
              </a:defRPr>
            </a:lvl3pPr>
            <a:lvl4pPr marL="1028624" indent="0">
              <a:buNone/>
              <a:defRPr sz="900">
                <a:solidFill>
                  <a:schemeClr val="accent2"/>
                </a:solidFill>
                <a:latin typeface="+mj-lt"/>
              </a:defRPr>
            </a:lvl4pPr>
            <a:lvl5pPr marL="1371498" indent="0">
              <a:buNone/>
              <a:defRPr sz="900">
                <a:solidFill>
                  <a:schemeClr val="accent2"/>
                </a:solidFill>
                <a:latin typeface="+mj-lt"/>
              </a:defRPr>
            </a:lvl5pPr>
          </a:lstStyle>
          <a:p>
            <a:pPr lvl="0"/>
            <a:r>
              <a:rPr lang="en-US" noProof="0"/>
              <a:t>Click to edit Master text styles</a:t>
            </a:r>
          </a:p>
        </p:txBody>
      </p:sp>
    </p:spTree>
    <p:extLst>
      <p:ext uri="{BB962C8B-B14F-4D97-AF65-F5344CB8AC3E}">
        <p14:creationId xmlns:p14="http://schemas.microsoft.com/office/powerpoint/2010/main" val="828526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_8" userDrawn="1">
  <p:cSld name="Scheme ll">
    <p:spTree>
      <p:nvGrpSpPr>
        <p:cNvPr id="1" name=""/>
        <p:cNvGrpSpPr/>
        <p:nvPr/>
      </p:nvGrpSpPr>
      <p:grpSpPr>
        <a:xfrm>
          <a:off x="0" y="0"/>
          <a:ext cx="0" cy="0"/>
          <a:chOff x="0" y="0"/>
          <a:chExt cx="0" cy="0"/>
        </a:xfrm>
      </p:grpSpPr>
      <p:sp>
        <p:nvSpPr>
          <p:cNvPr id="18" name="Marcador de número de diapositiva 32"/>
          <p:cNvSpPr>
            <a:spLocks noGrp="1"/>
          </p:cNvSpPr>
          <p:nvPr>
            <p:ph type="sldNum" sz="quarter" idx="4"/>
          </p:nvPr>
        </p:nvSpPr>
        <p:spPr>
          <a:xfrm>
            <a:off x="8832719" y="6519611"/>
            <a:ext cx="186198" cy="123111"/>
          </a:xfrm>
          <a:prstGeom prst="rect">
            <a:avLst/>
          </a:prstGeom>
        </p:spPr>
        <p:txBody>
          <a:bodyPr vert="horz" wrap="square" lIns="0" tIns="0" rIns="0" bIns="0" rtlCol="0" anchor="ctr">
            <a:spAutoFit/>
          </a:bodyPr>
          <a:lstStyle>
            <a:lvl1pPr algn="ctr">
              <a:defRPr sz="800">
                <a:solidFill>
                  <a:schemeClr val="bg1">
                    <a:lumMod val="50000"/>
                  </a:schemeClr>
                </a:solidFill>
                <a:latin typeface="+mj-lt"/>
              </a:defRPr>
            </a:lvl1pPr>
          </a:lstStyle>
          <a:p>
            <a:fld id="{E57627FB-D816-4EA7-98E3-793F2D9BC93A}" type="slidenum">
              <a:rPr lang="es-ES" smtClean="0"/>
              <a:pPr/>
              <a:t>‹#›</a:t>
            </a:fld>
            <a:endParaRPr lang="es-ES" dirty="0"/>
          </a:p>
        </p:txBody>
      </p:sp>
      <p:sp>
        <p:nvSpPr>
          <p:cNvPr id="17" name="Marcador de texto 33"/>
          <p:cNvSpPr>
            <a:spLocks noGrp="1"/>
          </p:cNvSpPr>
          <p:nvPr>
            <p:ph type="body" sz="quarter" idx="14" hasCustomPrompt="1"/>
          </p:nvPr>
        </p:nvSpPr>
        <p:spPr>
          <a:xfrm>
            <a:off x="2143201" y="2057246"/>
            <a:ext cx="2206985" cy="431800"/>
          </a:xfrm>
        </p:spPr>
        <p:txBody>
          <a:bodyPr>
            <a:normAutofit/>
          </a:bodyPr>
          <a:lstStyle>
            <a:lvl1pPr marL="0" indent="0">
              <a:buNone/>
              <a:defRPr sz="1500" baseline="0">
                <a:solidFill>
                  <a:schemeClr val="accent2"/>
                </a:solidFill>
              </a:defRPr>
            </a:lvl1pPr>
          </a:lstStyle>
          <a:p>
            <a:pPr lvl="0"/>
            <a:r>
              <a:rPr lang="en-GB" noProof="0" dirty="0"/>
              <a:t>Title here</a:t>
            </a:r>
          </a:p>
        </p:txBody>
      </p:sp>
      <p:sp>
        <p:nvSpPr>
          <p:cNvPr id="19" name="Marcador de texto 33"/>
          <p:cNvSpPr>
            <a:spLocks noGrp="1"/>
          </p:cNvSpPr>
          <p:nvPr>
            <p:ph type="body" sz="quarter" idx="16" hasCustomPrompt="1"/>
          </p:nvPr>
        </p:nvSpPr>
        <p:spPr>
          <a:xfrm>
            <a:off x="432360" y="4420860"/>
            <a:ext cx="2206985" cy="431800"/>
          </a:xfrm>
        </p:spPr>
        <p:txBody>
          <a:bodyPr>
            <a:normAutofit/>
          </a:bodyPr>
          <a:lstStyle>
            <a:lvl1pPr marL="0" indent="0">
              <a:buNone/>
              <a:defRPr sz="1500" baseline="0">
                <a:solidFill>
                  <a:schemeClr val="accent2"/>
                </a:solidFill>
              </a:defRPr>
            </a:lvl1pPr>
          </a:lstStyle>
          <a:p>
            <a:pPr lvl="0"/>
            <a:r>
              <a:rPr lang="en-GB" noProof="0" dirty="0"/>
              <a:t>Title here</a:t>
            </a:r>
          </a:p>
        </p:txBody>
      </p:sp>
      <p:sp>
        <p:nvSpPr>
          <p:cNvPr id="21" name="Marcador de texto 33"/>
          <p:cNvSpPr>
            <a:spLocks noGrp="1"/>
          </p:cNvSpPr>
          <p:nvPr>
            <p:ph type="body" sz="quarter" idx="17" hasCustomPrompt="1"/>
          </p:nvPr>
        </p:nvSpPr>
        <p:spPr>
          <a:xfrm>
            <a:off x="4350142" y="4903911"/>
            <a:ext cx="2594744" cy="1200045"/>
          </a:xfrm>
        </p:spPr>
        <p:txBody>
          <a:bodyPr>
            <a:normAutofit/>
          </a:bodyPr>
          <a:lstStyle>
            <a:lvl1pPr marL="0" indent="0">
              <a:buNone/>
              <a:defRPr sz="2100" baseline="0">
                <a:solidFill>
                  <a:schemeClr val="accent2"/>
                </a:solidFill>
              </a:defRPr>
            </a:lvl1pPr>
          </a:lstStyle>
          <a:p>
            <a:pPr lvl="0"/>
            <a:r>
              <a:rPr lang="en-GB" noProof="0" dirty="0"/>
              <a:t>Highlight here</a:t>
            </a:r>
          </a:p>
        </p:txBody>
      </p:sp>
      <p:sp>
        <p:nvSpPr>
          <p:cNvPr id="22" name="Marcador de texto 2"/>
          <p:cNvSpPr>
            <a:spLocks noGrp="1"/>
          </p:cNvSpPr>
          <p:nvPr>
            <p:ph type="body" sz="quarter" idx="18" hasCustomPrompt="1"/>
          </p:nvPr>
        </p:nvSpPr>
        <p:spPr>
          <a:xfrm>
            <a:off x="432360" y="4875698"/>
            <a:ext cx="2196857" cy="1307738"/>
          </a:xfrm>
        </p:spPr>
        <p:txBody>
          <a:bodyPr>
            <a:normAutofit/>
          </a:bodyPr>
          <a:lstStyle>
            <a:lvl1pPr marL="130960" indent="-130960">
              <a:lnSpc>
                <a:spcPct val="100000"/>
              </a:lnSpc>
              <a:defRPr sz="1200"/>
            </a:lvl1pPr>
            <a:lvl2pPr marL="538163" indent="-139700">
              <a:lnSpc>
                <a:spcPct val="100000"/>
              </a:lnSpc>
              <a:defRPr sz="1200"/>
            </a:lvl2pPr>
            <a:lvl3pPr marL="985838" indent="-138113">
              <a:lnSpc>
                <a:spcPct val="100000"/>
              </a:lnSpc>
              <a:defRPr sz="1200"/>
            </a:lvl3pPr>
            <a:lvl4pPr>
              <a:lnSpc>
                <a:spcPct val="100000"/>
              </a:lnSpc>
              <a:defRPr sz="1200"/>
            </a:lvl4pPr>
            <a:lvl5pPr>
              <a:lnSpc>
                <a:spcPct val="100000"/>
              </a:lnSpc>
              <a:defRPr sz="1200"/>
            </a:lvl5pPr>
          </a:lstStyle>
          <a:p>
            <a:pPr lvl="0"/>
            <a:r>
              <a:rPr lang="en-GB" noProof="0" dirty="0"/>
              <a:t>Bullet level 1</a:t>
            </a:r>
          </a:p>
          <a:p>
            <a:pPr lvl="1"/>
            <a:r>
              <a:rPr lang="en-GB" noProof="0" dirty="0"/>
              <a:t>Bullet level 2</a:t>
            </a:r>
          </a:p>
          <a:p>
            <a:pPr lvl="2"/>
            <a:r>
              <a:rPr lang="en-GB" noProof="0" dirty="0"/>
              <a:t>Bullet level 3</a:t>
            </a:r>
          </a:p>
        </p:txBody>
      </p:sp>
      <p:sp>
        <p:nvSpPr>
          <p:cNvPr id="23" name="Marcador de texto 2"/>
          <p:cNvSpPr>
            <a:spLocks noGrp="1"/>
          </p:cNvSpPr>
          <p:nvPr>
            <p:ph type="body" sz="quarter" idx="19" hasCustomPrompt="1"/>
          </p:nvPr>
        </p:nvSpPr>
        <p:spPr>
          <a:xfrm>
            <a:off x="2143201" y="2489046"/>
            <a:ext cx="2196857" cy="1507399"/>
          </a:xfrm>
        </p:spPr>
        <p:txBody>
          <a:bodyPr>
            <a:normAutofit/>
          </a:bodyPr>
          <a:lstStyle>
            <a:lvl1pPr marL="130960" indent="-130960">
              <a:lnSpc>
                <a:spcPct val="100000"/>
              </a:lnSpc>
              <a:defRPr sz="1200"/>
            </a:lvl1pPr>
            <a:lvl2pPr marL="627063" indent="-169863">
              <a:lnSpc>
                <a:spcPct val="100000"/>
              </a:lnSpc>
              <a:defRPr sz="1200"/>
            </a:lvl2pPr>
            <a:lvl3pPr marL="1076325" indent="-161925">
              <a:lnSpc>
                <a:spcPct val="100000"/>
              </a:lnSpc>
              <a:defRPr sz="1200"/>
            </a:lvl3pPr>
            <a:lvl4pPr>
              <a:lnSpc>
                <a:spcPct val="100000"/>
              </a:lnSpc>
              <a:defRPr sz="1200"/>
            </a:lvl4pPr>
            <a:lvl5pPr>
              <a:lnSpc>
                <a:spcPct val="100000"/>
              </a:lnSpc>
              <a:defRPr sz="1200"/>
            </a:lvl5pPr>
          </a:lstStyle>
          <a:p>
            <a:pPr lvl="0"/>
            <a:r>
              <a:rPr lang="en-GB" noProof="0" dirty="0"/>
              <a:t>Bullet level 1</a:t>
            </a:r>
          </a:p>
          <a:p>
            <a:pPr lvl="1"/>
            <a:r>
              <a:rPr lang="en-GB" noProof="0" dirty="0"/>
              <a:t>Bullet level 2</a:t>
            </a:r>
          </a:p>
          <a:p>
            <a:pPr lvl="2"/>
            <a:r>
              <a:rPr lang="en-GB" noProof="0" dirty="0"/>
              <a:t>Bullet level 3</a:t>
            </a:r>
          </a:p>
        </p:txBody>
      </p:sp>
      <p:sp>
        <p:nvSpPr>
          <p:cNvPr id="24" name="Marcador de texto 2"/>
          <p:cNvSpPr>
            <a:spLocks noGrp="1"/>
          </p:cNvSpPr>
          <p:nvPr>
            <p:ph type="body" sz="quarter" idx="20" hasCustomPrompt="1"/>
          </p:nvPr>
        </p:nvSpPr>
        <p:spPr>
          <a:xfrm>
            <a:off x="6677532" y="2057259"/>
            <a:ext cx="1963385" cy="1507399"/>
          </a:xfrm>
        </p:spPr>
        <p:txBody>
          <a:bodyPr>
            <a:normAutofit/>
          </a:bodyPr>
          <a:lstStyle>
            <a:lvl1pPr marL="130960" indent="-130960">
              <a:lnSpc>
                <a:spcPct val="100000"/>
              </a:lnSpc>
              <a:defRPr sz="1200"/>
            </a:lvl1pPr>
            <a:lvl2pPr marL="627063" indent="-169863">
              <a:lnSpc>
                <a:spcPct val="100000"/>
              </a:lnSpc>
              <a:defRPr sz="1100"/>
            </a:lvl2pPr>
            <a:lvl3pPr marL="1076325" indent="-228600">
              <a:lnSpc>
                <a:spcPct val="100000"/>
              </a:lnSpc>
              <a:defRPr sz="1000"/>
            </a:lvl3pPr>
            <a:lvl4pPr marL="1371600" indent="0">
              <a:lnSpc>
                <a:spcPct val="100000"/>
              </a:lnSpc>
              <a:buNone/>
              <a:defRPr sz="1200"/>
            </a:lvl4pPr>
            <a:lvl5pPr>
              <a:lnSpc>
                <a:spcPct val="100000"/>
              </a:lnSpc>
              <a:defRPr sz="1200"/>
            </a:lvl5pPr>
          </a:lstStyle>
          <a:p>
            <a:pPr lvl="0"/>
            <a:r>
              <a:rPr lang="en-GB" noProof="0" dirty="0"/>
              <a:t>Bullet level 1</a:t>
            </a:r>
          </a:p>
          <a:p>
            <a:pPr lvl="1"/>
            <a:r>
              <a:rPr lang="en-GB" noProof="0" dirty="0"/>
              <a:t>Bullet level 2</a:t>
            </a:r>
          </a:p>
          <a:p>
            <a:pPr lvl="2"/>
            <a:r>
              <a:rPr lang="en-GB" noProof="0" dirty="0"/>
              <a:t>Bullet level 3	</a:t>
            </a:r>
          </a:p>
        </p:txBody>
      </p:sp>
      <p:sp>
        <p:nvSpPr>
          <p:cNvPr id="27"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US"/>
              <a:t>© 2016 Amadeus IT Group SA</a:t>
            </a:r>
            <a:endParaRPr lang="es-ES" dirty="0"/>
          </a:p>
        </p:txBody>
      </p:sp>
      <p:sp>
        <p:nvSpPr>
          <p:cNvPr id="14" name="Title 1"/>
          <p:cNvSpPr>
            <a:spLocks noGrp="1"/>
          </p:cNvSpPr>
          <p:nvPr>
            <p:ph type="title"/>
          </p:nvPr>
        </p:nvSpPr>
        <p:spPr>
          <a:xfrm>
            <a:off x="201168" y="296864"/>
            <a:ext cx="8439912" cy="482549"/>
          </a:xfrm>
        </p:spPr>
        <p:txBody>
          <a:bodyPr anchor="t">
            <a:noAutofit/>
          </a:bodyPr>
          <a:lstStyle>
            <a:lvl1pPr>
              <a:defRPr sz="3200">
                <a:solidFill>
                  <a:schemeClr val="tx2"/>
                </a:solidFill>
                <a:latin typeface="+mj-lt"/>
              </a:defRPr>
            </a:lvl1pPr>
          </a:lstStyle>
          <a:p>
            <a:r>
              <a:rPr lang="en-US" noProof="0"/>
              <a:t>Click to edit Master title style</a:t>
            </a:r>
            <a:endParaRPr lang="en-GB" noProof="0" dirty="0"/>
          </a:p>
        </p:txBody>
      </p:sp>
      <p:sp>
        <p:nvSpPr>
          <p:cNvPr id="16" name="Text Placeholder 19"/>
          <p:cNvSpPr>
            <a:spLocks noGrp="1"/>
          </p:cNvSpPr>
          <p:nvPr>
            <p:ph type="body" sz="quarter" idx="13"/>
          </p:nvPr>
        </p:nvSpPr>
        <p:spPr>
          <a:xfrm>
            <a:off x="219456" y="779412"/>
            <a:ext cx="8421460" cy="300087"/>
          </a:xfrm>
        </p:spPr>
        <p:txBody>
          <a:bodyPr>
            <a:noAutofit/>
          </a:bodyPr>
          <a:lstStyle>
            <a:lvl1pPr marL="0" indent="0">
              <a:lnSpc>
                <a:spcPct val="100000"/>
              </a:lnSpc>
              <a:buNone/>
              <a:defRPr sz="1800">
                <a:solidFill>
                  <a:schemeClr val="accent2"/>
                </a:solidFill>
                <a:latin typeface="+mj-lt"/>
              </a:defRPr>
            </a:lvl1pPr>
            <a:lvl2pPr marL="342875" indent="0">
              <a:buNone/>
              <a:defRPr sz="1200">
                <a:solidFill>
                  <a:schemeClr val="accent2"/>
                </a:solidFill>
                <a:latin typeface="+mj-lt"/>
              </a:defRPr>
            </a:lvl2pPr>
            <a:lvl3pPr marL="685749" indent="0">
              <a:buNone/>
              <a:defRPr sz="1050">
                <a:solidFill>
                  <a:schemeClr val="accent2"/>
                </a:solidFill>
                <a:latin typeface="+mj-lt"/>
              </a:defRPr>
            </a:lvl3pPr>
            <a:lvl4pPr marL="1028624" indent="0">
              <a:buNone/>
              <a:defRPr sz="900">
                <a:solidFill>
                  <a:schemeClr val="accent2"/>
                </a:solidFill>
                <a:latin typeface="+mj-lt"/>
              </a:defRPr>
            </a:lvl4pPr>
            <a:lvl5pPr marL="1371498" indent="0">
              <a:buNone/>
              <a:defRPr sz="900">
                <a:solidFill>
                  <a:schemeClr val="accent2"/>
                </a:solidFill>
                <a:latin typeface="+mj-lt"/>
              </a:defRPr>
            </a:lvl5pPr>
          </a:lstStyle>
          <a:p>
            <a:pPr lvl="0"/>
            <a:r>
              <a:rPr lang="en-US" noProof="0"/>
              <a:t>Click to edit Master text styles</a:t>
            </a:r>
          </a:p>
        </p:txBody>
      </p:sp>
    </p:spTree>
    <p:extLst>
      <p:ext uri="{BB962C8B-B14F-4D97-AF65-F5344CB8AC3E}">
        <p14:creationId xmlns:p14="http://schemas.microsoft.com/office/powerpoint/2010/main" val="1799757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_9" userDrawn="1">
  <p:cSld name=" Thank you slide">
    <p:bg>
      <p:bgPr>
        <a:solidFill>
          <a:schemeClr val="bg1"/>
        </a:solidFill>
        <a:effectLst/>
      </p:bgPr>
    </p:bg>
    <p:spTree>
      <p:nvGrpSpPr>
        <p:cNvPr id="1" name=""/>
        <p:cNvGrpSpPr/>
        <p:nvPr/>
      </p:nvGrpSpPr>
      <p:grpSpPr>
        <a:xfrm>
          <a:off x="0" y="0"/>
          <a:ext cx="0" cy="0"/>
          <a:chOff x="0" y="0"/>
          <a:chExt cx="0" cy="0"/>
        </a:xfrm>
      </p:grpSpPr>
      <p:sp>
        <p:nvSpPr>
          <p:cNvPr id="15" name="Rectangle 1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20" name="Freeform 5"/>
          <p:cNvSpPr>
            <a:spLocks noEditPoints="1"/>
          </p:cNvSpPr>
          <p:nvPr userDrawn="1"/>
        </p:nvSpPr>
        <p:spPr bwMode="auto">
          <a:xfrm>
            <a:off x="8001417" y="6533899"/>
            <a:ext cx="742135" cy="102870"/>
          </a:xfrm>
          <a:custGeom>
            <a:avLst/>
            <a:gdLst>
              <a:gd name="T0" fmla="*/ 246 w 363"/>
              <a:gd name="T1" fmla="*/ 48 h 48"/>
              <a:gd name="T2" fmla="*/ 262 w 363"/>
              <a:gd name="T3" fmla="*/ 39 h 48"/>
              <a:gd name="T4" fmla="*/ 238 w 363"/>
              <a:gd name="T5" fmla="*/ 39 h 48"/>
              <a:gd name="T6" fmla="*/ 259 w 363"/>
              <a:gd name="T7" fmla="*/ 27 h 48"/>
              <a:gd name="T8" fmla="*/ 238 w 363"/>
              <a:gd name="T9" fmla="*/ 19 h 48"/>
              <a:gd name="T10" fmla="*/ 248 w 363"/>
              <a:gd name="T11" fmla="*/ 8 h 48"/>
              <a:gd name="T12" fmla="*/ 261 w 363"/>
              <a:gd name="T13" fmla="*/ 1 h 48"/>
              <a:gd name="T14" fmla="*/ 228 w 363"/>
              <a:gd name="T15" fmla="*/ 2 h 48"/>
              <a:gd name="T16" fmla="*/ 81 w 363"/>
              <a:gd name="T17" fmla="*/ 27 h 48"/>
              <a:gd name="T18" fmla="*/ 79 w 363"/>
              <a:gd name="T19" fmla="*/ 27 h 48"/>
              <a:gd name="T20" fmla="*/ 62 w 363"/>
              <a:gd name="T21" fmla="*/ 0 h 48"/>
              <a:gd name="T22" fmla="*/ 52 w 363"/>
              <a:gd name="T23" fmla="*/ 47 h 48"/>
              <a:gd name="T24" fmla="*/ 65 w 363"/>
              <a:gd name="T25" fmla="*/ 15 h 48"/>
              <a:gd name="T26" fmla="*/ 80 w 363"/>
              <a:gd name="T27" fmla="*/ 42 h 48"/>
              <a:gd name="T28" fmla="*/ 95 w 363"/>
              <a:gd name="T29" fmla="*/ 15 h 48"/>
              <a:gd name="T30" fmla="*/ 108 w 363"/>
              <a:gd name="T31" fmla="*/ 47 h 48"/>
              <a:gd name="T32" fmla="*/ 98 w 363"/>
              <a:gd name="T33" fmla="*/ 0 h 48"/>
              <a:gd name="T34" fmla="*/ 81 w 363"/>
              <a:gd name="T35" fmla="*/ 27 h 48"/>
              <a:gd name="T36" fmla="*/ 17 w 363"/>
              <a:gd name="T37" fmla="*/ 40 h 48"/>
              <a:gd name="T38" fmla="*/ 18 w 363"/>
              <a:gd name="T39" fmla="*/ 27 h 48"/>
              <a:gd name="T40" fmla="*/ 29 w 363"/>
              <a:gd name="T41" fmla="*/ 37 h 48"/>
              <a:gd name="T42" fmla="*/ 3 w 363"/>
              <a:gd name="T43" fmla="*/ 3 h 48"/>
              <a:gd name="T44" fmla="*/ 20 w 363"/>
              <a:gd name="T45" fmla="*/ 9 h 48"/>
              <a:gd name="T46" fmla="*/ 29 w 363"/>
              <a:gd name="T47" fmla="*/ 19 h 48"/>
              <a:gd name="T48" fmla="*/ 0 w 363"/>
              <a:gd name="T49" fmla="*/ 34 h 48"/>
              <a:gd name="T50" fmla="*/ 29 w 363"/>
              <a:gd name="T51" fmla="*/ 44 h 48"/>
              <a:gd name="T52" fmla="*/ 39 w 363"/>
              <a:gd name="T53" fmla="*/ 13 h 48"/>
              <a:gd name="T54" fmla="*/ 147 w 363"/>
              <a:gd name="T55" fmla="*/ 37 h 48"/>
              <a:gd name="T56" fmla="*/ 128 w 363"/>
              <a:gd name="T57" fmla="*/ 34 h 48"/>
              <a:gd name="T58" fmla="*/ 147 w 363"/>
              <a:gd name="T59" fmla="*/ 26 h 48"/>
              <a:gd name="T60" fmla="*/ 141 w 363"/>
              <a:gd name="T61" fmla="*/ 0 h 48"/>
              <a:gd name="T62" fmla="*/ 124 w 363"/>
              <a:gd name="T63" fmla="*/ 11 h 48"/>
              <a:gd name="T64" fmla="*/ 147 w 363"/>
              <a:gd name="T65" fmla="*/ 16 h 48"/>
              <a:gd name="T66" fmla="*/ 138 w 363"/>
              <a:gd name="T67" fmla="*/ 19 h 48"/>
              <a:gd name="T68" fmla="*/ 133 w 363"/>
              <a:gd name="T69" fmla="*/ 48 h 48"/>
              <a:gd name="T70" fmla="*/ 158 w 363"/>
              <a:gd name="T71" fmla="*/ 46 h 48"/>
              <a:gd name="T72" fmla="*/ 141 w 363"/>
              <a:gd name="T73" fmla="*/ 0 h 48"/>
              <a:gd name="T74" fmla="*/ 293 w 363"/>
              <a:gd name="T75" fmla="*/ 39 h 48"/>
              <a:gd name="T76" fmla="*/ 284 w 363"/>
              <a:gd name="T77" fmla="*/ 0 h 48"/>
              <a:gd name="T78" fmla="*/ 274 w 363"/>
              <a:gd name="T79" fmla="*/ 1 h 48"/>
              <a:gd name="T80" fmla="*/ 290 w 363"/>
              <a:gd name="T81" fmla="*/ 48 h 48"/>
              <a:gd name="T82" fmla="*/ 316 w 363"/>
              <a:gd name="T83" fmla="*/ 46 h 48"/>
              <a:gd name="T84" fmla="*/ 308 w 363"/>
              <a:gd name="T85" fmla="*/ 0 h 48"/>
              <a:gd name="T86" fmla="*/ 305 w 363"/>
              <a:gd name="T87" fmla="*/ 35 h 48"/>
              <a:gd name="T88" fmla="*/ 344 w 363"/>
              <a:gd name="T89" fmla="*/ 48 h 48"/>
              <a:gd name="T90" fmla="*/ 348 w 363"/>
              <a:gd name="T91" fmla="*/ 19 h 48"/>
              <a:gd name="T92" fmla="*/ 347 w 363"/>
              <a:gd name="T93" fmla="*/ 8 h 48"/>
              <a:gd name="T94" fmla="*/ 361 w 363"/>
              <a:gd name="T95" fmla="*/ 3 h 48"/>
              <a:gd name="T96" fmla="*/ 329 w 363"/>
              <a:gd name="T97" fmla="*/ 13 h 48"/>
              <a:gd name="T98" fmla="*/ 352 w 363"/>
              <a:gd name="T99" fmla="*/ 34 h 48"/>
              <a:gd name="T100" fmla="*/ 330 w 363"/>
              <a:gd name="T101" fmla="*/ 38 h 48"/>
              <a:gd name="T102" fmla="*/ 183 w 363"/>
              <a:gd name="T103" fmla="*/ 9 h 48"/>
              <a:gd name="T104" fmla="*/ 205 w 363"/>
              <a:gd name="T105" fmla="*/ 23 h 48"/>
              <a:gd name="T106" fmla="*/ 183 w 363"/>
              <a:gd name="T107" fmla="*/ 39 h 48"/>
              <a:gd name="T108" fmla="*/ 192 w 363"/>
              <a:gd name="T109" fmla="*/ 0 h 48"/>
              <a:gd name="T110" fmla="*/ 173 w 363"/>
              <a:gd name="T111" fmla="*/ 46 h 48"/>
              <a:gd name="T112" fmla="*/ 216 w 363"/>
              <a:gd name="T113" fmla="*/ 2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3" h="48">
                <a:moveTo>
                  <a:pt x="228" y="46"/>
                </a:moveTo>
                <a:cubicBezTo>
                  <a:pt x="228" y="46"/>
                  <a:pt x="236" y="48"/>
                  <a:pt x="246" y="48"/>
                </a:cubicBezTo>
                <a:cubicBezTo>
                  <a:pt x="257" y="48"/>
                  <a:pt x="262" y="47"/>
                  <a:pt x="262" y="47"/>
                </a:cubicBezTo>
                <a:cubicBezTo>
                  <a:pt x="262" y="39"/>
                  <a:pt x="262" y="39"/>
                  <a:pt x="262" y="39"/>
                </a:cubicBezTo>
                <a:cubicBezTo>
                  <a:pt x="262" y="39"/>
                  <a:pt x="257" y="40"/>
                  <a:pt x="249" y="40"/>
                </a:cubicBezTo>
                <a:cubicBezTo>
                  <a:pt x="242" y="40"/>
                  <a:pt x="238" y="39"/>
                  <a:pt x="238" y="39"/>
                </a:cubicBezTo>
                <a:cubicBezTo>
                  <a:pt x="238" y="27"/>
                  <a:pt x="238" y="27"/>
                  <a:pt x="238" y="27"/>
                </a:cubicBezTo>
                <a:cubicBezTo>
                  <a:pt x="259" y="27"/>
                  <a:pt x="259" y="27"/>
                  <a:pt x="259" y="27"/>
                </a:cubicBezTo>
                <a:cubicBezTo>
                  <a:pt x="259" y="19"/>
                  <a:pt x="259" y="19"/>
                  <a:pt x="259" y="19"/>
                </a:cubicBezTo>
                <a:cubicBezTo>
                  <a:pt x="238" y="19"/>
                  <a:pt x="238" y="19"/>
                  <a:pt x="238" y="19"/>
                </a:cubicBezTo>
                <a:cubicBezTo>
                  <a:pt x="238" y="9"/>
                  <a:pt x="238" y="9"/>
                  <a:pt x="238" y="9"/>
                </a:cubicBezTo>
                <a:cubicBezTo>
                  <a:pt x="238" y="9"/>
                  <a:pt x="242" y="8"/>
                  <a:pt x="248" y="8"/>
                </a:cubicBezTo>
                <a:cubicBezTo>
                  <a:pt x="255" y="8"/>
                  <a:pt x="261" y="9"/>
                  <a:pt x="261" y="9"/>
                </a:cubicBezTo>
                <a:cubicBezTo>
                  <a:pt x="261" y="1"/>
                  <a:pt x="261" y="1"/>
                  <a:pt x="261" y="1"/>
                </a:cubicBezTo>
                <a:cubicBezTo>
                  <a:pt x="261" y="1"/>
                  <a:pt x="256" y="0"/>
                  <a:pt x="247" y="0"/>
                </a:cubicBezTo>
                <a:cubicBezTo>
                  <a:pt x="236" y="0"/>
                  <a:pt x="228" y="2"/>
                  <a:pt x="228" y="2"/>
                </a:cubicBezTo>
                <a:lnTo>
                  <a:pt x="228" y="46"/>
                </a:lnTo>
                <a:close/>
                <a:moveTo>
                  <a:pt x="81" y="27"/>
                </a:moveTo>
                <a:cubicBezTo>
                  <a:pt x="81" y="28"/>
                  <a:pt x="80" y="29"/>
                  <a:pt x="80" y="30"/>
                </a:cubicBezTo>
                <a:cubicBezTo>
                  <a:pt x="80" y="29"/>
                  <a:pt x="80" y="28"/>
                  <a:pt x="79" y="27"/>
                </a:cubicBezTo>
                <a:cubicBezTo>
                  <a:pt x="70" y="4"/>
                  <a:pt x="70" y="4"/>
                  <a:pt x="70" y="4"/>
                </a:cubicBezTo>
                <a:cubicBezTo>
                  <a:pt x="69" y="0"/>
                  <a:pt x="66" y="0"/>
                  <a:pt x="62" y="0"/>
                </a:cubicBezTo>
                <a:cubicBezTo>
                  <a:pt x="60" y="0"/>
                  <a:pt x="57" y="0"/>
                  <a:pt x="57" y="0"/>
                </a:cubicBezTo>
                <a:cubicBezTo>
                  <a:pt x="52" y="47"/>
                  <a:pt x="52" y="47"/>
                  <a:pt x="52" y="47"/>
                </a:cubicBezTo>
                <a:cubicBezTo>
                  <a:pt x="63" y="47"/>
                  <a:pt x="63" y="47"/>
                  <a:pt x="63" y="47"/>
                </a:cubicBezTo>
                <a:cubicBezTo>
                  <a:pt x="65" y="15"/>
                  <a:pt x="65" y="15"/>
                  <a:pt x="65" y="15"/>
                </a:cubicBezTo>
                <a:cubicBezTo>
                  <a:pt x="75" y="39"/>
                  <a:pt x="75" y="39"/>
                  <a:pt x="75" y="39"/>
                </a:cubicBezTo>
                <a:cubicBezTo>
                  <a:pt x="76" y="41"/>
                  <a:pt x="77" y="42"/>
                  <a:pt x="80" y="42"/>
                </a:cubicBezTo>
                <a:cubicBezTo>
                  <a:pt x="83" y="42"/>
                  <a:pt x="85" y="41"/>
                  <a:pt x="85" y="39"/>
                </a:cubicBezTo>
                <a:cubicBezTo>
                  <a:pt x="95" y="15"/>
                  <a:pt x="95" y="15"/>
                  <a:pt x="95" y="15"/>
                </a:cubicBezTo>
                <a:cubicBezTo>
                  <a:pt x="97" y="47"/>
                  <a:pt x="97" y="47"/>
                  <a:pt x="97" y="47"/>
                </a:cubicBezTo>
                <a:cubicBezTo>
                  <a:pt x="108" y="47"/>
                  <a:pt x="108" y="47"/>
                  <a:pt x="108" y="47"/>
                </a:cubicBezTo>
                <a:cubicBezTo>
                  <a:pt x="103" y="0"/>
                  <a:pt x="103" y="0"/>
                  <a:pt x="103" y="0"/>
                </a:cubicBezTo>
                <a:cubicBezTo>
                  <a:pt x="103" y="0"/>
                  <a:pt x="100" y="0"/>
                  <a:pt x="98" y="0"/>
                </a:cubicBezTo>
                <a:cubicBezTo>
                  <a:pt x="94" y="0"/>
                  <a:pt x="92" y="0"/>
                  <a:pt x="90" y="4"/>
                </a:cubicBezTo>
                <a:lnTo>
                  <a:pt x="81" y="27"/>
                </a:lnTo>
                <a:close/>
                <a:moveTo>
                  <a:pt x="29" y="37"/>
                </a:moveTo>
                <a:cubicBezTo>
                  <a:pt x="27" y="38"/>
                  <a:pt x="21" y="40"/>
                  <a:pt x="17" y="40"/>
                </a:cubicBezTo>
                <a:cubicBezTo>
                  <a:pt x="13" y="40"/>
                  <a:pt x="10" y="38"/>
                  <a:pt x="10" y="34"/>
                </a:cubicBezTo>
                <a:cubicBezTo>
                  <a:pt x="10" y="29"/>
                  <a:pt x="12" y="27"/>
                  <a:pt x="18" y="27"/>
                </a:cubicBezTo>
                <a:cubicBezTo>
                  <a:pt x="29" y="26"/>
                  <a:pt x="29" y="26"/>
                  <a:pt x="29" y="26"/>
                </a:cubicBezTo>
                <a:lnTo>
                  <a:pt x="29" y="37"/>
                </a:lnTo>
                <a:close/>
                <a:moveTo>
                  <a:pt x="23" y="0"/>
                </a:moveTo>
                <a:cubicBezTo>
                  <a:pt x="14" y="0"/>
                  <a:pt x="6" y="2"/>
                  <a:pt x="3" y="3"/>
                </a:cubicBezTo>
                <a:cubicBezTo>
                  <a:pt x="6" y="11"/>
                  <a:pt x="6" y="11"/>
                  <a:pt x="6" y="11"/>
                </a:cubicBezTo>
                <a:cubicBezTo>
                  <a:pt x="6" y="11"/>
                  <a:pt x="13" y="9"/>
                  <a:pt x="20" y="9"/>
                </a:cubicBezTo>
                <a:cubicBezTo>
                  <a:pt x="26" y="9"/>
                  <a:pt x="29" y="10"/>
                  <a:pt x="29" y="16"/>
                </a:cubicBezTo>
                <a:cubicBezTo>
                  <a:pt x="29" y="19"/>
                  <a:pt x="29" y="19"/>
                  <a:pt x="29" y="19"/>
                </a:cubicBezTo>
                <a:cubicBezTo>
                  <a:pt x="20" y="19"/>
                  <a:pt x="20" y="19"/>
                  <a:pt x="20" y="19"/>
                </a:cubicBezTo>
                <a:cubicBezTo>
                  <a:pt x="4" y="19"/>
                  <a:pt x="0" y="26"/>
                  <a:pt x="0" y="34"/>
                </a:cubicBezTo>
                <a:cubicBezTo>
                  <a:pt x="0" y="45"/>
                  <a:pt x="8" y="48"/>
                  <a:pt x="15" y="48"/>
                </a:cubicBezTo>
                <a:cubicBezTo>
                  <a:pt x="24" y="48"/>
                  <a:pt x="29" y="44"/>
                  <a:pt x="29" y="44"/>
                </a:cubicBezTo>
                <a:cubicBezTo>
                  <a:pt x="30" y="44"/>
                  <a:pt x="31" y="46"/>
                  <a:pt x="39" y="46"/>
                </a:cubicBezTo>
                <a:cubicBezTo>
                  <a:pt x="39" y="13"/>
                  <a:pt x="39" y="13"/>
                  <a:pt x="39" y="13"/>
                </a:cubicBezTo>
                <a:cubicBezTo>
                  <a:pt x="39" y="4"/>
                  <a:pt x="33" y="0"/>
                  <a:pt x="23" y="0"/>
                </a:cubicBezTo>
                <a:moveTo>
                  <a:pt x="147" y="37"/>
                </a:moveTo>
                <a:cubicBezTo>
                  <a:pt x="145" y="38"/>
                  <a:pt x="140" y="40"/>
                  <a:pt x="136" y="40"/>
                </a:cubicBezTo>
                <a:cubicBezTo>
                  <a:pt x="131" y="40"/>
                  <a:pt x="128" y="38"/>
                  <a:pt x="128" y="34"/>
                </a:cubicBezTo>
                <a:cubicBezTo>
                  <a:pt x="128" y="29"/>
                  <a:pt x="130" y="27"/>
                  <a:pt x="136" y="27"/>
                </a:cubicBezTo>
                <a:cubicBezTo>
                  <a:pt x="147" y="26"/>
                  <a:pt x="147" y="26"/>
                  <a:pt x="147" y="26"/>
                </a:cubicBezTo>
                <a:lnTo>
                  <a:pt x="147" y="37"/>
                </a:lnTo>
                <a:close/>
                <a:moveTo>
                  <a:pt x="141" y="0"/>
                </a:moveTo>
                <a:cubicBezTo>
                  <a:pt x="132" y="0"/>
                  <a:pt x="125" y="2"/>
                  <a:pt x="122" y="3"/>
                </a:cubicBezTo>
                <a:cubicBezTo>
                  <a:pt x="124" y="11"/>
                  <a:pt x="124" y="11"/>
                  <a:pt x="124" y="11"/>
                </a:cubicBezTo>
                <a:cubicBezTo>
                  <a:pt x="124" y="11"/>
                  <a:pt x="131" y="9"/>
                  <a:pt x="138" y="9"/>
                </a:cubicBezTo>
                <a:cubicBezTo>
                  <a:pt x="144" y="9"/>
                  <a:pt x="147" y="10"/>
                  <a:pt x="147" y="16"/>
                </a:cubicBezTo>
                <a:cubicBezTo>
                  <a:pt x="147" y="19"/>
                  <a:pt x="147" y="19"/>
                  <a:pt x="147" y="19"/>
                </a:cubicBezTo>
                <a:cubicBezTo>
                  <a:pt x="138" y="19"/>
                  <a:pt x="138" y="19"/>
                  <a:pt x="138" y="19"/>
                </a:cubicBezTo>
                <a:cubicBezTo>
                  <a:pt x="123" y="19"/>
                  <a:pt x="118" y="26"/>
                  <a:pt x="118" y="34"/>
                </a:cubicBezTo>
                <a:cubicBezTo>
                  <a:pt x="118" y="45"/>
                  <a:pt x="126" y="48"/>
                  <a:pt x="133" y="48"/>
                </a:cubicBezTo>
                <a:cubicBezTo>
                  <a:pt x="142" y="48"/>
                  <a:pt x="147" y="44"/>
                  <a:pt x="148" y="44"/>
                </a:cubicBezTo>
                <a:cubicBezTo>
                  <a:pt x="148" y="44"/>
                  <a:pt x="150" y="46"/>
                  <a:pt x="158" y="46"/>
                </a:cubicBezTo>
                <a:cubicBezTo>
                  <a:pt x="158" y="13"/>
                  <a:pt x="158" y="13"/>
                  <a:pt x="158" y="13"/>
                </a:cubicBezTo>
                <a:cubicBezTo>
                  <a:pt x="158" y="4"/>
                  <a:pt x="151" y="0"/>
                  <a:pt x="141" y="0"/>
                </a:cubicBezTo>
                <a:moveTo>
                  <a:pt x="305" y="35"/>
                </a:moveTo>
                <a:cubicBezTo>
                  <a:pt x="303" y="37"/>
                  <a:pt x="298" y="39"/>
                  <a:pt x="293" y="39"/>
                </a:cubicBezTo>
                <a:cubicBezTo>
                  <a:pt x="286" y="39"/>
                  <a:pt x="284" y="35"/>
                  <a:pt x="284" y="28"/>
                </a:cubicBezTo>
                <a:cubicBezTo>
                  <a:pt x="284" y="0"/>
                  <a:pt x="284" y="0"/>
                  <a:pt x="284" y="0"/>
                </a:cubicBezTo>
                <a:cubicBezTo>
                  <a:pt x="283" y="0"/>
                  <a:pt x="283" y="0"/>
                  <a:pt x="283" y="0"/>
                </a:cubicBezTo>
                <a:cubicBezTo>
                  <a:pt x="281" y="0"/>
                  <a:pt x="275" y="0"/>
                  <a:pt x="274" y="1"/>
                </a:cubicBezTo>
                <a:cubicBezTo>
                  <a:pt x="274" y="29"/>
                  <a:pt x="274" y="29"/>
                  <a:pt x="274" y="29"/>
                </a:cubicBezTo>
                <a:cubicBezTo>
                  <a:pt x="274" y="42"/>
                  <a:pt x="277" y="48"/>
                  <a:pt x="290" y="48"/>
                </a:cubicBezTo>
                <a:cubicBezTo>
                  <a:pt x="300" y="48"/>
                  <a:pt x="305" y="44"/>
                  <a:pt x="306" y="44"/>
                </a:cubicBezTo>
                <a:cubicBezTo>
                  <a:pt x="306" y="44"/>
                  <a:pt x="309" y="46"/>
                  <a:pt x="316" y="46"/>
                </a:cubicBezTo>
                <a:cubicBezTo>
                  <a:pt x="316" y="1"/>
                  <a:pt x="316" y="1"/>
                  <a:pt x="316" y="1"/>
                </a:cubicBezTo>
                <a:cubicBezTo>
                  <a:pt x="315" y="1"/>
                  <a:pt x="310" y="0"/>
                  <a:pt x="308" y="0"/>
                </a:cubicBezTo>
                <a:cubicBezTo>
                  <a:pt x="305" y="0"/>
                  <a:pt x="305" y="0"/>
                  <a:pt x="305" y="0"/>
                </a:cubicBezTo>
                <a:lnTo>
                  <a:pt x="305" y="35"/>
                </a:lnTo>
                <a:close/>
                <a:moveTo>
                  <a:pt x="328" y="46"/>
                </a:moveTo>
                <a:cubicBezTo>
                  <a:pt x="328" y="46"/>
                  <a:pt x="335" y="48"/>
                  <a:pt x="344" y="48"/>
                </a:cubicBezTo>
                <a:cubicBezTo>
                  <a:pt x="352" y="48"/>
                  <a:pt x="363" y="45"/>
                  <a:pt x="363" y="33"/>
                </a:cubicBezTo>
                <a:cubicBezTo>
                  <a:pt x="363" y="26"/>
                  <a:pt x="357" y="23"/>
                  <a:pt x="348" y="19"/>
                </a:cubicBezTo>
                <a:cubicBezTo>
                  <a:pt x="343" y="18"/>
                  <a:pt x="339" y="16"/>
                  <a:pt x="339" y="13"/>
                </a:cubicBezTo>
                <a:cubicBezTo>
                  <a:pt x="339" y="11"/>
                  <a:pt x="340" y="8"/>
                  <a:pt x="347" y="8"/>
                </a:cubicBezTo>
                <a:cubicBezTo>
                  <a:pt x="352" y="8"/>
                  <a:pt x="358" y="11"/>
                  <a:pt x="358" y="11"/>
                </a:cubicBezTo>
                <a:cubicBezTo>
                  <a:pt x="361" y="3"/>
                  <a:pt x="361" y="3"/>
                  <a:pt x="361" y="3"/>
                </a:cubicBezTo>
                <a:cubicBezTo>
                  <a:pt x="359" y="2"/>
                  <a:pt x="354" y="0"/>
                  <a:pt x="346" y="0"/>
                </a:cubicBezTo>
                <a:cubicBezTo>
                  <a:pt x="337" y="0"/>
                  <a:pt x="329" y="4"/>
                  <a:pt x="329" y="13"/>
                </a:cubicBezTo>
                <a:cubicBezTo>
                  <a:pt x="329" y="23"/>
                  <a:pt x="337" y="26"/>
                  <a:pt x="344" y="28"/>
                </a:cubicBezTo>
                <a:cubicBezTo>
                  <a:pt x="349" y="29"/>
                  <a:pt x="352" y="31"/>
                  <a:pt x="352" y="34"/>
                </a:cubicBezTo>
                <a:cubicBezTo>
                  <a:pt x="352" y="37"/>
                  <a:pt x="351" y="40"/>
                  <a:pt x="343" y="40"/>
                </a:cubicBezTo>
                <a:cubicBezTo>
                  <a:pt x="337" y="40"/>
                  <a:pt x="330" y="38"/>
                  <a:pt x="330" y="38"/>
                </a:cubicBezTo>
                <a:lnTo>
                  <a:pt x="328" y="46"/>
                </a:lnTo>
                <a:close/>
                <a:moveTo>
                  <a:pt x="183" y="9"/>
                </a:moveTo>
                <a:cubicBezTo>
                  <a:pt x="185" y="8"/>
                  <a:pt x="188" y="8"/>
                  <a:pt x="191" y="8"/>
                </a:cubicBezTo>
                <a:cubicBezTo>
                  <a:pt x="199" y="8"/>
                  <a:pt x="205" y="12"/>
                  <a:pt x="205" y="23"/>
                </a:cubicBezTo>
                <a:cubicBezTo>
                  <a:pt x="205" y="34"/>
                  <a:pt x="202" y="40"/>
                  <a:pt x="190" y="40"/>
                </a:cubicBezTo>
                <a:cubicBezTo>
                  <a:pt x="187" y="40"/>
                  <a:pt x="183" y="39"/>
                  <a:pt x="183" y="39"/>
                </a:cubicBezTo>
                <a:lnTo>
                  <a:pt x="183" y="9"/>
                </a:lnTo>
                <a:close/>
                <a:moveTo>
                  <a:pt x="192" y="0"/>
                </a:moveTo>
                <a:cubicBezTo>
                  <a:pt x="186" y="0"/>
                  <a:pt x="178" y="1"/>
                  <a:pt x="173" y="2"/>
                </a:cubicBezTo>
                <a:cubicBezTo>
                  <a:pt x="173" y="46"/>
                  <a:pt x="173" y="46"/>
                  <a:pt x="173" y="46"/>
                </a:cubicBezTo>
                <a:cubicBezTo>
                  <a:pt x="177" y="47"/>
                  <a:pt x="185" y="48"/>
                  <a:pt x="190" y="48"/>
                </a:cubicBezTo>
                <a:cubicBezTo>
                  <a:pt x="208" y="48"/>
                  <a:pt x="216" y="41"/>
                  <a:pt x="216" y="23"/>
                </a:cubicBezTo>
                <a:cubicBezTo>
                  <a:pt x="216" y="9"/>
                  <a:pt x="207" y="0"/>
                  <a:pt x="19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ES"/>
          </a:p>
        </p:txBody>
      </p:sp>
      <p:cxnSp>
        <p:nvCxnSpPr>
          <p:cNvPr id="123" name="Straight Connector 11"/>
          <p:cNvCxnSpPr/>
          <p:nvPr userDrawn="1"/>
        </p:nvCxnSpPr>
        <p:spPr>
          <a:xfrm>
            <a:off x="1848893" y="6282441"/>
            <a:ext cx="0" cy="4308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reeform 5"/>
          <p:cNvSpPr>
            <a:spLocks noEditPoints="1"/>
          </p:cNvSpPr>
          <p:nvPr userDrawn="1"/>
        </p:nvSpPr>
        <p:spPr bwMode="auto">
          <a:xfrm>
            <a:off x="3495675" y="6399215"/>
            <a:ext cx="234950" cy="244475"/>
          </a:xfrm>
          <a:custGeom>
            <a:avLst/>
            <a:gdLst>
              <a:gd name="T0" fmla="*/ 9 w 54"/>
              <a:gd name="T1" fmla="*/ 54 h 54"/>
              <a:gd name="T2" fmla="*/ 25 w 54"/>
              <a:gd name="T3" fmla="*/ 54 h 54"/>
              <a:gd name="T4" fmla="*/ 25 w 54"/>
              <a:gd name="T5" fmla="*/ 53 h 54"/>
              <a:gd name="T6" fmla="*/ 25 w 54"/>
              <a:gd name="T7" fmla="*/ 51 h 54"/>
              <a:gd name="T8" fmla="*/ 19 w 54"/>
              <a:gd name="T9" fmla="*/ 45 h 54"/>
              <a:gd name="T10" fmla="*/ 17 w 54"/>
              <a:gd name="T11" fmla="*/ 44 h 54"/>
              <a:gd name="T12" fmla="*/ 13 w 54"/>
              <a:gd name="T13" fmla="*/ 43 h 54"/>
              <a:gd name="T14" fmla="*/ 13 w 54"/>
              <a:gd name="T15" fmla="*/ 43 h 54"/>
              <a:gd name="T16" fmla="*/ 1 w 54"/>
              <a:gd name="T17" fmla="*/ 48 h 54"/>
              <a:gd name="T18" fmla="*/ 1 w 54"/>
              <a:gd name="T19" fmla="*/ 54 h 54"/>
              <a:gd name="T20" fmla="*/ 9 w 54"/>
              <a:gd name="T21" fmla="*/ 54 h 54"/>
              <a:gd name="T22" fmla="*/ 32 w 54"/>
              <a:gd name="T23" fmla="*/ 54 h 54"/>
              <a:gd name="T24" fmla="*/ 46 w 54"/>
              <a:gd name="T25" fmla="*/ 54 h 54"/>
              <a:gd name="T26" fmla="*/ 54 w 54"/>
              <a:gd name="T27" fmla="*/ 54 h 54"/>
              <a:gd name="T28" fmla="*/ 54 w 54"/>
              <a:gd name="T29" fmla="*/ 45 h 54"/>
              <a:gd name="T30" fmla="*/ 54 w 54"/>
              <a:gd name="T31" fmla="*/ 18 h 54"/>
              <a:gd name="T32" fmla="*/ 46 w 54"/>
              <a:gd name="T33" fmla="*/ 18 h 54"/>
              <a:gd name="T34" fmla="*/ 46 w 54"/>
              <a:gd name="T35" fmla="*/ 27 h 54"/>
              <a:gd name="T36" fmla="*/ 41 w 54"/>
              <a:gd name="T37" fmla="*/ 27 h 54"/>
              <a:gd name="T38" fmla="*/ 41 w 54"/>
              <a:gd name="T39" fmla="*/ 18 h 54"/>
              <a:gd name="T40" fmla="*/ 33 w 54"/>
              <a:gd name="T41" fmla="*/ 18 h 54"/>
              <a:gd name="T42" fmla="*/ 33 w 54"/>
              <a:gd name="T43" fmla="*/ 13 h 54"/>
              <a:gd name="T44" fmla="*/ 41 w 54"/>
              <a:gd name="T45" fmla="*/ 13 h 54"/>
              <a:gd name="T46" fmla="*/ 41 w 54"/>
              <a:gd name="T47" fmla="*/ 5 h 54"/>
              <a:gd name="T48" fmla="*/ 46 w 54"/>
              <a:gd name="T49" fmla="*/ 5 h 54"/>
              <a:gd name="T50" fmla="*/ 46 w 54"/>
              <a:gd name="T51" fmla="*/ 13 h 54"/>
              <a:gd name="T52" fmla="*/ 54 w 54"/>
              <a:gd name="T53" fmla="*/ 13 h 54"/>
              <a:gd name="T54" fmla="*/ 54 w 54"/>
              <a:gd name="T55" fmla="*/ 9 h 54"/>
              <a:gd name="T56" fmla="*/ 54 w 54"/>
              <a:gd name="T57" fmla="*/ 0 h 54"/>
              <a:gd name="T58" fmla="*/ 46 w 54"/>
              <a:gd name="T59" fmla="*/ 0 h 54"/>
              <a:gd name="T60" fmla="*/ 9 w 54"/>
              <a:gd name="T61" fmla="*/ 0 h 54"/>
              <a:gd name="T62" fmla="*/ 0 w 54"/>
              <a:gd name="T63" fmla="*/ 0 h 54"/>
              <a:gd name="T64" fmla="*/ 0 w 54"/>
              <a:gd name="T65" fmla="*/ 9 h 54"/>
              <a:gd name="T66" fmla="*/ 0 w 54"/>
              <a:gd name="T67" fmla="*/ 9 h 54"/>
              <a:gd name="T68" fmla="*/ 14 w 54"/>
              <a:gd name="T69" fmla="*/ 4 h 54"/>
              <a:gd name="T70" fmla="*/ 33 w 54"/>
              <a:gd name="T71" fmla="*/ 4 h 54"/>
              <a:gd name="T72" fmla="*/ 28 w 54"/>
              <a:gd name="T73" fmla="*/ 9 h 54"/>
              <a:gd name="T74" fmla="*/ 24 w 54"/>
              <a:gd name="T75" fmla="*/ 9 h 54"/>
              <a:gd name="T76" fmla="*/ 29 w 54"/>
              <a:gd name="T77" fmla="*/ 19 h 54"/>
              <a:gd name="T78" fmla="*/ 23 w 54"/>
              <a:gd name="T79" fmla="*/ 29 h 54"/>
              <a:gd name="T80" fmla="*/ 20 w 54"/>
              <a:gd name="T81" fmla="*/ 34 h 54"/>
              <a:gd name="T82" fmla="*/ 24 w 54"/>
              <a:gd name="T83" fmla="*/ 39 h 54"/>
              <a:gd name="T84" fmla="*/ 25 w 54"/>
              <a:gd name="T85" fmla="*/ 39 h 54"/>
              <a:gd name="T86" fmla="*/ 32 w 54"/>
              <a:gd name="T87" fmla="*/ 52 h 54"/>
              <a:gd name="T88" fmla="*/ 32 w 54"/>
              <a:gd name="T89" fmla="*/ 54 h 54"/>
              <a:gd name="T90" fmla="*/ 0 w 54"/>
              <a:gd name="T91" fmla="*/ 29 h 54"/>
              <a:gd name="T92" fmla="*/ 0 w 54"/>
              <a:gd name="T93" fmla="*/ 42 h 54"/>
              <a:gd name="T94" fmla="*/ 10 w 54"/>
              <a:gd name="T95" fmla="*/ 40 h 54"/>
              <a:gd name="T96" fmla="*/ 12 w 54"/>
              <a:gd name="T97" fmla="*/ 40 h 54"/>
              <a:gd name="T98" fmla="*/ 13 w 54"/>
              <a:gd name="T99" fmla="*/ 40 h 54"/>
              <a:gd name="T100" fmla="*/ 11 w 54"/>
              <a:gd name="T101" fmla="*/ 36 h 54"/>
              <a:gd name="T102" fmla="*/ 11 w 54"/>
              <a:gd name="T103" fmla="*/ 33 h 54"/>
              <a:gd name="T104" fmla="*/ 10 w 54"/>
              <a:gd name="T105" fmla="*/ 33 h 54"/>
              <a:gd name="T106" fmla="*/ 0 w 54"/>
              <a:gd name="T107" fmla="*/ 29 h 54"/>
              <a:gd name="T108" fmla="*/ 11 w 54"/>
              <a:gd name="T109" fmla="*/ 8 h 54"/>
              <a:gd name="T110" fmla="*/ 6 w 54"/>
              <a:gd name="T111" fmla="*/ 10 h 54"/>
              <a:gd name="T112" fmla="*/ 4 w 54"/>
              <a:gd name="T113" fmla="*/ 18 h 54"/>
              <a:gd name="T114" fmla="*/ 14 w 54"/>
              <a:gd name="T115" fmla="*/ 29 h 54"/>
              <a:gd name="T116" fmla="*/ 14 w 54"/>
              <a:gd name="T117" fmla="*/ 29 h 54"/>
              <a:gd name="T118" fmla="*/ 19 w 54"/>
              <a:gd name="T119" fmla="*/ 27 h 54"/>
              <a:gd name="T120" fmla="*/ 20 w 54"/>
              <a:gd name="T121" fmla="*/ 19 h 54"/>
              <a:gd name="T122" fmla="*/ 11 w 54"/>
              <a:gd name="T123" fmla="*/ 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4" h="54">
                <a:moveTo>
                  <a:pt x="9" y="54"/>
                </a:moveTo>
                <a:cubicBezTo>
                  <a:pt x="25" y="54"/>
                  <a:pt x="25" y="54"/>
                  <a:pt x="25" y="54"/>
                </a:cubicBezTo>
                <a:cubicBezTo>
                  <a:pt x="25" y="54"/>
                  <a:pt x="25" y="53"/>
                  <a:pt x="25" y="53"/>
                </a:cubicBezTo>
                <a:cubicBezTo>
                  <a:pt x="25" y="52"/>
                  <a:pt x="25" y="51"/>
                  <a:pt x="25" y="51"/>
                </a:cubicBezTo>
                <a:cubicBezTo>
                  <a:pt x="25" y="48"/>
                  <a:pt x="22" y="47"/>
                  <a:pt x="19" y="45"/>
                </a:cubicBezTo>
                <a:cubicBezTo>
                  <a:pt x="17" y="44"/>
                  <a:pt x="17" y="44"/>
                  <a:pt x="17" y="44"/>
                </a:cubicBezTo>
                <a:cubicBezTo>
                  <a:pt x="16" y="43"/>
                  <a:pt x="14" y="43"/>
                  <a:pt x="13" y="43"/>
                </a:cubicBezTo>
                <a:cubicBezTo>
                  <a:pt x="13" y="43"/>
                  <a:pt x="13" y="43"/>
                  <a:pt x="13" y="43"/>
                </a:cubicBezTo>
                <a:cubicBezTo>
                  <a:pt x="8" y="43"/>
                  <a:pt x="3" y="45"/>
                  <a:pt x="1" y="48"/>
                </a:cubicBezTo>
                <a:cubicBezTo>
                  <a:pt x="1" y="54"/>
                  <a:pt x="1" y="54"/>
                  <a:pt x="1" y="54"/>
                </a:cubicBezTo>
                <a:lnTo>
                  <a:pt x="9" y="54"/>
                </a:lnTo>
                <a:close/>
                <a:moveTo>
                  <a:pt x="32" y="54"/>
                </a:moveTo>
                <a:cubicBezTo>
                  <a:pt x="46" y="54"/>
                  <a:pt x="46" y="54"/>
                  <a:pt x="46" y="54"/>
                </a:cubicBezTo>
                <a:cubicBezTo>
                  <a:pt x="54" y="54"/>
                  <a:pt x="54" y="54"/>
                  <a:pt x="54" y="54"/>
                </a:cubicBezTo>
                <a:cubicBezTo>
                  <a:pt x="54" y="45"/>
                  <a:pt x="54" y="45"/>
                  <a:pt x="54" y="45"/>
                </a:cubicBezTo>
                <a:cubicBezTo>
                  <a:pt x="54" y="18"/>
                  <a:pt x="54" y="18"/>
                  <a:pt x="54" y="18"/>
                </a:cubicBezTo>
                <a:cubicBezTo>
                  <a:pt x="46" y="18"/>
                  <a:pt x="46" y="18"/>
                  <a:pt x="46" y="18"/>
                </a:cubicBezTo>
                <a:cubicBezTo>
                  <a:pt x="46" y="27"/>
                  <a:pt x="46" y="27"/>
                  <a:pt x="46" y="27"/>
                </a:cubicBezTo>
                <a:cubicBezTo>
                  <a:pt x="41" y="27"/>
                  <a:pt x="41" y="27"/>
                  <a:pt x="41" y="27"/>
                </a:cubicBezTo>
                <a:cubicBezTo>
                  <a:pt x="41" y="18"/>
                  <a:pt x="41" y="18"/>
                  <a:pt x="41" y="18"/>
                </a:cubicBezTo>
                <a:cubicBezTo>
                  <a:pt x="33" y="18"/>
                  <a:pt x="33" y="18"/>
                  <a:pt x="33" y="18"/>
                </a:cubicBezTo>
                <a:cubicBezTo>
                  <a:pt x="33" y="13"/>
                  <a:pt x="33" y="13"/>
                  <a:pt x="33" y="13"/>
                </a:cubicBezTo>
                <a:cubicBezTo>
                  <a:pt x="41" y="13"/>
                  <a:pt x="41" y="13"/>
                  <a:pt x="41" y="13"/>
                </a:cubicBezTo>
                <a:cubicBezTo>
                  <a:pt x="41" y="5"/>
                  <a:pt x="41" y="5"/>
                  <a:pt x="41" y="5"/>
                </a:cubicBezTo>
                <a:cubicBezTo>
                  <a:pt x="46" y="5"/>
                  <a:pt x="46" y="5"/>
                  <a:pt x="46" y="5"/>
                </a:cubicBezTo>
                <a:cubicBezTo>
                  <a:pt x="46" y="13"/>
                  <a:pt x="46" y="13"/>
                  <a:pt x="46" y="13"/>
                </a:cubicBezTo>
                <a:cubicBezTo>
                  <a:pt x="54" y="13"/>
                  <a:pt x="54" y="13"/>
                  <a:pt x="54" y="13"/>
                </a:cubicBezTo>
                <a:cubicBezTo>
                  <a:pt x="54" y="9"/>
                  <a:pt x="54" y="9"/>
                  <a:pt x="54" y="9"/>
                </a:cubicBezTo>
                <a:cubicBezTo>
                  <a:pt x="54" y="0"/>
                  <a:pt x="54" y="0"/>
                  <a:pt x="54" y="0"/>
                </a:cubicBezTo>
                <a:cubicBezTo>
                  <a:pt x="46" y="0"/>
                  <a:pt x="46" y="0"/>
                  <a:pt x="46" y="0"/>
                </a:cubicBezTo>
                <a:cubicBezTo>
                  <a:pt x="9" y="0"/>
                  <a:pt x="9" y="0"/>
                  <a:pt x="9" y="0"/>
                </a:cubicBezTo>
                <a:cubicBezTo>
                  <a:pt x="0" y="0"/>
                  <a:pt x="0" y="0"/>
                  <a:pt x="0" y="0"/>
                </a:cubicBezTo>
                <a:cubicBezTo>
                  <a:pt x="0" y="9"/>
                  <a:pt x="0" y="9"/>
                  <a:pt x="0" y="9"/>
                </a:cubicBezTo>
                <a:cubicBezTo>
                  <a:pt x="0" y="9"/>
                  <a:pt x="0" y="9"/>
                  <a:pt x="0" y="9"/>
                </a:cubicBezTo>
                <a:cubicBezTo>
                  <a:pt x="4" y="6"/>
                  <a:pt x="8" y="4"/>
                  <a:pt x="14" y="4"/>
                </a:cubicBezTo>
                <a:cubicBezTo>
                  <a:pt x="33" y="4"/>
                  <a:pt x="33" y="4"/>
                  <a:pt x="33" y="4"/>
                </a:cubicBezTo>
                <a:cubicBezTo>
                  <a:pt x="28" y="9"/>
                  <a:pt x="28" y="9"/>
                  <a:pt x="28" y="9"/>
                </a:cubicBezTo>
                <a:cubicBezTo>
                  <a:pt x="24" y="9"/>
                  <a:pt x="24" y="9"/>
                  <a:pt x="24" y="9"/>
                </a:cubicBezTo>
                <a:cubicBezTo>
                  <a:pt x="27" y="11"/>
                  <a:pt x="29" y="15"/>
                  <a:pt x="29" y="19"/>
                </a:cubicBezTo>
                <a:cubicBezTo>
                  <a:pt x="29" y="23"/>
                  <a:pt x="27" y="26"/>
                  <a:pt x="23" y="29"/>
                </a:cubicBezTo>
                <a:cubicBezTo>
                  <a:pt x="20" y="31"/>
                  <a:pt x="20" y="32"/>
                  <a:pt x="20" y="34"/>
                </a:cubicBezTo>
                <a:cubicBezTo>
                  <a:pt x="20" y="35"/>
                  <a:pt x="23" y="38"/>
                  <a:pt x="24" y="39"/>
                </a:cubicBezTo>
                <a:cubicBezTo>
                  <a:pt x="25" y="39"/>
                  <a:pt x="25" y="39"/>
                  <a:pt x="25" y="39"/>
                </a:cubicBezTo>
                <a:cubicBezTo>
                  <a:pt x="31" y="44"/>
                  <a:pt x="32" y="47"/>
                  <a:pt x="32" y="52"/>
                </a:cubicBezTo>
                <a:cubicBezTo>
                  <a:pt x="32" y="53"/>
                  <a:pt x="32" y="53"/>
                  <a:pt x="32" y="54"/>
                </a:cubicBezTo>
                <a:moveTo>
                  <a:pt x="0" y="29"/>
                </a:moveTo>
                <a:cubicBezTo>
                  <a:pt x="0" y="42"/>
                  <a:pt x="0" y="42"/>
                  <a:pt x="0" y="42"/>
                </a:cubicBezTo>
                <a:cubicBezTo>
                  <a:pt x="3" y="41"/>
                  <a:pt x="7" y="40"/>
                  <a:pt x="10" y="40"/>
                </a:cubicBezTo>
                <a:cubicBezTo>
                  <a:pt x="12" y="40"/>
                  <a:pt x="12" y="40"/>
                  <a:pt x="12" y="40"/>
                </a:cubicBezTo>
                <a:cubicBezTo>
                  <a:pt x="13" y="40"/>
                  <a:pt x="13" y="40"/>
                  <a:pt x="13" y="40"/>
                </a:cubicBezTo>
                <a:cubicBezTo>
                  <a:pt x="12" y="39"/>
                  <a:pt x="11" y="38"/>
                  <a:pt x="11" y="36"/>
                </a:cubicBezTo>
                <a:cubicBezTo>
                  <a:pt x="11" y="35"/>
                  <a:pt x="11" y="34"/>
                  <a:pt x="11" y="33"/>
                </a:cubicBezTo>
                <a:cubicBezTo>
                  <a:pt x="10" y="33"/>
                  <a:pt x="10" y="33"/>
                  <a:pt x="10" y="33"/>
                </a:cubicBezTo>
                <a:cubicBezTo>
                  <a:pt x="6" y="33"/>
                  <a:pt x="3" y="31"/>
                  <a:pt x="0" y="29"/>
                </a:cubicBezTo>
                <a:moveTo>
                  <a:pt x="11" y="8"/>
                </a:moveTo>
                <a:cubicBezTo>
                  <a:pt x="9" y="8"/>
                  <a:pt x="7" y="9"/>
                  <a:pt x="6" y="10"/>
                </a:cubicBezTo>
                <a:cubicBezTo>
                  <a:pt x="4" y="12"/>
                  <a:pt x="3" y="15"/>
                  <a:pt x="4" y="18"/>
                </a:cubicBezTo>
                <a:cubicBezTo>
                  <a:pt x="5" y="24"/>
                  <a:pt x="9" y="29"/>
                  <a:pt x="14" y="29"/>
                </a:cubicBezTo>
                <a:cubicBezTo>
                  <a:pt x="14" y="29"/>
                  <a:pt x="14" y="29"/>
                  <a:pt x="14" y="29"/>
                </a:cubicBezTo>
                <a:cubicBezTo>
                  <a:pt x="16" y="29"/>
                  <a:pt x="18" y="28"/>
                  <a:pt x="19" y="27"/>
                </a:cubicBezTo>
                <a:cubicBezTo>
                  <a:pt x="20" y="25"/>
                  <a:pt x="21" y="23"/>
                  <a:pt x="20" y="19"/>
                </a:cubicBezTo>
                <a:cubicBezTo>
                  <a:pt x="20" y="13"/>
                  <a:pt x="15" y="8"/>
                  <a:pt x="11" y="8"/>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s-ES"/>
          </a:p>
        </p:txBody>
      </p:sp>
      <p:sp>
        <p:nvSpPr>
          <p:cNvPr id="16" name="Freeform 6"/>
          <p:cNvSpPr>
            <a:spLocks/>
          </p:cNvSpPr>
          <p:nvPr userDrawn="1"/>
        </p:nvSpPr>
        <p:spPr bwMode="auto">
          <a:xfrm>
            <a:off x="4397375" y="6399215"/>
            <a:ext cx="234950" cy="244475"/>
          </a:xfrm>
          <a:custGeom>
            <a:avLst/>
            <a:gdLst>
              <a:gd name="T0" fmla="*/ 0 w 54"/>
              <a:gd name="T1" fmla="*/ 0 h 54"/>
              <a:gd name="T2" fmla="*/ 0 w 54"/>
              <a:gd name="T3" fmla="*/ 54 h 54"/>
              <a:gd name="T4" fmla="*/ 27 w 54"/>
              <a:gd name="T5" fmla="*/ 54 h 54"/>
              <a:gd name="T6" fmla="*/ 27 w 54"/>
              <a:gd name="T7" fmla="*/ 34 h 54"/>
              <a:gd name="T8" fmla="*/ 20 w 54"/>
              <a:gd name="T9" fmla="*/ 34 h 54"/>
              <a:gd name="T10" fmla="*/ 20 w 54"/>
              <a:gd name="T11" fmla="*/ 26 h 54"/>
              <a:gd name="T12" fmla="*/ 27 w 54"/>
              <a:gd name="T13" fmla="*/ 26 h 54"/>
              <a:gd name="T14" fmla="*/ 27 w 54"/>
              <a:gd name="T15" fmla="*/ 21 h 54"/>
              <a:gd name="T16" fmla="*/ 37 w 54"/>
              <a:gd name="T17" fmla="*/ 10 h 54"/>
              <a:gd name="T18" fmla="*/ 44 w 54"/>
              <a:gd name="T19" fmla="*/ 10 h 54"/>
              <a:gd name="T20" fmla="*/ 44 w 54"/>
              <a:gd name="T21" fmla="*/ 19 h 54"/>
              <a:gd name="T22" fmla="*/ 37 w 54"/>
              <a:gd name="T23" fmla="*/ 19 h 54"/>
              <a:gd name="T24" fmla="*/ 35 w 54"/>
              <a:gd name="T25" fmla="*/ 21 h 54"/>
              <a:gd name="T26" fmla="*/ 35 w 54"/>
              <a:gd name="T27" fmla="*/ 26 h 54"/>
              <a:gd name="T28" fmla="*/ 44 w 54"/>
              <a:gd name="T29" fmla="*/ 26 h 54"/>
              <a:gd name="T30" fmla="*/ 44 w 54"/>
              <a:gd name="T31" fmla="*/ 34 h 54"/>
              <a:gd name="T32" fmla="*/ 35 w 54"/>
              <a:gd name="T33" fmla="*/ 34 h 54"/>
              <a:gd name="T34" fmla="*/ 35 w 54"/>
              <a:gd name="T35" fmla="*/ 54 h 54"/>
              <a:gd name="T36" fmla="*/ 54 w 54"/>
              <a:gd name="T37" fmla="*/ 54 h 54"/>
              <a:gd name="T38" fmla="*/ 54 w 54"/>
              <a:gd name="T39" fmla="*/ 0 h 54"/>
              <a:gd name="T40" fmla="*/ 0 w 54"/>
              <a:gd name="T41"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54">
                <a:moveTo>
                  <a:pt x="0" y="0"/>
                </a:moveTo>
                <a:cubicBezTo>
                  <a:pt x="0" y="54"/>
                  <a:pt x="0" y="54"/>
                  <a:pt x="0" y="54"/>
                </a:cubicBezTo>
                <a:cubicBezTo>
                  <a:pt x="27" y="54"/>
                  <a:pt x="27" y="54"/>
                  <a:pt x="27" y="54"/>
                </a:cubicBezTo>
                <a:cubicBezTo>
                  <a:pt x="27" y="34"/>
                  <a:pt x="27" y="34"/>
                  <a:pt x="27" y="34"/>
                </a:cubicBezTo>
                <a:cubicBezTo>
                  <a:pt x="20" y="34"/>
                  <a:pt x="20" y="34"/>
                  <a:pt x="20" y="34"/>
                </a:cubicBezTo>
                <a:cubicBezTo>
                  <a:pt x="20" y="26"/>
                  <a:pt x="20" y="26"/>
                  <a:pt x="20" y="26"/>
                </a:cubicBezTo>
                <a:cubicBezTo>
                  <a:pt x="27" y="26"/>
                  <a:pt x="27" y="26"/>
                  <a:pt x="27" y="26"/>
                </a:cubicBezTo>
                <a:cubicBezTo>
                  <a:pt x="27" y="21"/>
                  <a:pt x="27" y="21"/>
                  <a:pt x="27" y="21"/>
                </a:cubicBezTo>
                <a:cubicBezTo>
                  <a:pt x="27" y="15"/>
                  <a:pt x="31" y="10"/>
                  <a:pt x="37" y="10"/>
                </a:cubicBezTo>
                <a:cubicBezTo>
                  <a:pt x="44" y="10"/>
                  <a:pt x="44" y="10"/>
                  <a:pt x="44" y="10"/>
                </a:cubicBezTo>
                <a:cubicBezTo>
                  <a:pt x="44" y="19"/>
                  <a:pt x="44" y="19"/>
                  <a:pt x="44" y="19"/>
                </a:cubicBezTo>
                <a:cubicBezTo>
                  <a:pt x="37" y="19"/>
                  <a:pt x="37" y="19"/>
                  <a:pt x="37" y="19"/>
                </a:cubicBezTo>
                <a:cubicBezTo>
                  <a:pt x="36" y="19"/>
                  <a:pt x="35" y="20"/>
                  <a:pt x="35" y="21"/>
                </a:cubicBezTo>
                <a:cubicBezTo>
                  <a:pt x="35" y="26"/>
                  <a:pt x="35" y="26"/>
                  <a:pt x="35" y="26"/>
                </a:cubicBezTo>
                <a:cubicBezTo>
                  <a:pt x="44" y="26"/>
                  <a:pt x="44" y="26"/>
                  <a:pt x="44" y="26"/>
                </a:cubicBezTo>
                <a:cubicBezTo>
                  <a:pt x="44" y="34"/>
                  <a:pt x="44" y="34"/>
                  <a:pt x="44" y="34"/>
                </a:cubicBezTo>
                <a:cubicBezTo>
                  <a:pt x="35" y="34"/>
                  <a:pt x="35" y="34"/>
                  <a:pt x="35" y="34"/>
                </a:cubicBezTo>
                <a:cubicBezTo>
                  <a:pt x="35" y="54"/>
                  <a:pt x="35" y="54"/>
                  <a:pt x="35" y="54"/>
                </a:cubicBezTo>
                <a:cubicBezTo>
                  <a:pt x="54" y="54"/>
                  <a:pt x="54" y="54"/>
                  <a:pt x="54" y="54"/>
                </a:cubicBezTo>
                <a:cubicBezTo>
                  <a:pt x="54" y="0"/>
                  <a:pt x="54" y="0"/>
                  <a:pt x="54" y="0"/>
                </a:cubicBezTo>
                <a:lnTo>
                  <a:pt x="0"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s-ES"/>
          </a:p>
        </p:txBody>
      </p:sp>
      <p:sp>
        <p:nvSpPr>
          <p:cNvPr id="19" name="Freeform 7"/>
          <p:cNvSpPr>
            <a:spLocks noEditPoints="1"/>
          </p:cNvSpPr>
          <p:nvPr userDrawn="1"/>
        </p:nvSpPr>
        <p:spPr bwMode="auto">
          <a:xfrm>
            <a:off x="4692650" y="6399215"/>
            <a:ext cx="236537" cy="244475"/>
          </a:xfrm>
          <a:custGeom>
            <a:avLst/>
            <a:gdLst>
              <a:gd name="T0" fmla="*/ 0 w 54"/>
              <a:gd name="T1" fmla="*/ 54 h 54"/>
              <a:gd name="T2" fmla="*/ 54 w 54"/>
              <a:gd name="T3" fmla="*/ 54 h 54"/>
              <a:gd name="T4" fmla="*/ 54 w 54"/>
              <a:gd name="T5" fmla="*/ 0 h 54"/>
              <a:gd name="T6" fmla="*/ 0 w 54"/>
              <a:gd name="T7" fmla="*/ 0 h 54"/>
              <a:gd name="T8" fmla="*/ 0 w 54"/>
              <a:gd name="T9" fmla="*/ 54 h 54"/>
              <a:gd name="T10" fmla="*/ 28 w 54"/>
              <a:gd name="T11" fmla="*/ 36 h 54"/>
              <a:gd name="T12" fmla="*/ 37 w 54"/>
              <a:gd name="T13" fmla="*/ 36 h 54"/>
              <a:gd name="T14" fmla="*/ 41 w 54"/>
              <a:gd name="T15" fmla="*/ 40 h 54"/>
              <a:gd name="T16" fmla="*/ 37 w 54"/>
              <a:gd name="T17" fmla="*/ 44 h 54"/>
              <a:gd name="T18" fmla="*/ 27 w 54"/>
              <a:gd name="T19" fmla="*/ 44 h 54"/>
              <a:gd name="T20" fmla="*/ 14 w 54"/>
              <a:gd name="T21" fmla="*/ 30 h 54"/>
              <a:gd name="T22" fmla="*/ 14 w 54"/>
              <a:gd name="T23" fmla="*/ 15 h 54"/>
              <a:gd name="T24" fmla="*/ 18 w 54"/>
              <a:gd name="T25" fmla="*/ 11 h 54"/>
              <a:gd name="T26" fmla="*/ 22 w 54"/>
              <a:gd name="T27" fmla="*/ 15 h 54"/>
              <a:gd name="T28" fmla="*/ 22 w 54"/>
              <a:gd name="T29" fmla="*/ 19 h 54"/>
              <a:gd name="T30" fmla="*/ 37 w 54"/>
              <a:gd name="T31" fmla="*/ 19 h 54"/>
              <a:gd name="T32" fmla="*/ 41 w 54"/>
              <a:gd name="T33" fmla="*/ 23 h 54"/>
              <a:gd name="T34" fmla="*/ 37 w 54"/>
              <a:gd name="T35" fmla="*/ 28 h 54"/>
              <a:gd name="T36" fmla="*/ 22 w 54"/>
              <a:gd name="T37" fmla="*/ 28 h 54"/>
              <a:gd name="T38" fmla="*/ 22 w 54"/>
              <a:gd name="T39" fmla="*/ 30 h 54"/>
              <a:gd name="T40" fmla="*/ 28 w 54"/>
              <a:gd name="T41" fmla="*/ 3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54">
                <a:moveTo>
                  <a:pt x="0" y="54"/>
                </a:moveTo>
                <a:cubicBezTo>
                  <a:pt x="54" y="54"/>
                  <a:pt x="54" y="54"/>
                  <a:pt x="54" y="54"/>
                </a:cubicBezTo>
                <a:cubicBezTo>
                  <a:pt x="54" y="0"/>
                  <a:pt x="54" y="0"/>
                  <a:pt x="54" y="0"/>
                </a:cubicBezTo>
                <a:cubicBezTo>
                  <a:pt x="0" y="0"/>
                  <a:pt x="0" y="0"/>
                  <a:pt x="0" y="0"/>
                </a:cubicBezTo>
                <a:lnTo>
                  <a:pt x="0" y="54"/>
                </a:lnTo>
                <a:close/>
                <a:moveTo>
                  <a:pt x="28" y="36"/>
                </a:moveTo>
                <a:cubicBezTo>
                  <a:pt x="37" y="36"/>
                  <a:pt x="37" y="36"/>
                  <a:pt x="37" y="36"/>
                </a:cubicBezTo>
                <a:cubicBezTo>
                  <a:pt x="39" y="36"/>
                  <a:pt x="41" y="38"/>
                  <a:pt x="41" y="40"/>
                </a:cubicBezTo>
                <a:cubicBezTo>
                  <a:pt x="41" y="43"/>
                  <a:pt x="39" y="44"/>
                  <a:pt x="37" y="44"/>
                </a:cubicBezTo>
                <a:cubicBezTo>
                  <a:pt x="27" y="44"/>
                  <a:pt x="27" y="44"/>
                  <a:pt x="27" y="44"/>
                </a:cubicBezTo>
                <a:cubicBezTo>
                  <a:pt x="20" y="44"/>
                  <a:pt x="14" y="38"/>
                  <a:pt x="14" y="30"/>
                </a:cubicBezTo>
                <a:cubicBezTo>
                  <a:pt x="14" y="15"/>
                  <a:pt x="14" y="15"/>
                  <a:pt x="14" y="15"/>
                </a:cubicBezTo>
                <a:cubicBezTo>
                  <a:pt x="14" y="12"/>
                  <a:pt x="16" y="11"/>
                  <a:pt x="18" y="11"/>
                </a:cubicBezTo>
                <a:cubicBezTo>
                  <a:pt x="20" y="11"/>
                  <a:pt x="22" y="12"/>
                  <a:pt x="22" y="15"/>
                </a:cubicBezTo>
                <a:cubicBezTo>
                  <a:pt x="22" y="19"/>
                  <a:pt x="22" y="19"/>
                  <a:pt x="22" y="19"/>
                </a:cubicBezTo>
                <a:cubicBezTo>
                  <a:pt x="37" y="19"/>
                  <a:pt x="37" y="19"/>
                  <a:pt x="37" y="19"/>
                </a:cubicBezTo>
                <a:cubicBezTo>
                  <a:pt x="39" y="19"/>
                  <a:pt x="41" y="21"/>
                  <a:pt x="41" y="23"/>
                </a:cubicBezTo>
                <a:cubicBezTo>
                  <a:pt x="41" y="26"/>
                  <a:pt x="39" y="28"/>
                  <a:pt x="37" y="28"/>
                </a:cubicBezTo>
                <a:cubicBezTo>
                  <a:pt x="22" y="28"/>
                  <a:pt x="22" y="28"/>
                  <a:pt x="22" y="28"/>
                </a:cubicBezTo>
                <a:cubicBezTo>
                  <a:pt x="22" y="30"/>
                  <a:pt x="22" y="30"/>
                  <a:pt x="22" y="30"/>
                </a:cubicBezTo>
                <a:cubicBezTo>
                  <a:pt x="22" y="33"/>
                  <a:pt x="25" y="36"/>
                  <a:pt x="28" y="36"/>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s-ES"/>
          </a:p>
        </p:txBody>
      </p:sp>
      <p:sp>
        <p:nvSpPr>
          <p:cNvPr id="20" name="Freeform 8"/>
          <p:cNvSpPr>
            <a:spLocks noEditPoints="1"/>
          </p:cNvSpPr>
          <p:nvPr userDrawn="1"/>
        </p:nvSpPr>
        <p:spPr bwMode="auto">
          <a:xfrm>
            <a:off x="3795713" y="6399215"/>
            <a:ext cx="234950" cy="244475"/>
          </a:xfrm>
          <a:custGeom>
            <a:avLst/>
            <a:gdLst>
              <a:gd name="T0" fmla="*/ 0 w 54"/>
              <a:gd name="T1" fmla="*/ 54 h 54"/>
              <a:gd name="T2" fmla="*/ 54 w 54"/>
              <a:gd name="T3" fmla="*/ 54 h 54"/>
              <a:gd name="T4" fmla="*/ 54 w 54"/>
              <a:gd name="T5" fmla="*/ 0 h 54"/>
              <a:gd name="T6" fmla="*/ 0 w 54"/>
              <a:gd name="T7" fmla="*/ 0 h 54"/>
              <a:gd name="T8" fmla="*/ 0 w 54"/>
              <a:gd name="T9" fmla="*/ 54 h 54"/>
              <a:gd name="T10" fmla="*/ 20 w 54"/>
              <a:gd name="T11" fmla="*/ 44 h 54"/>
              <a:gd name="T12" fmla="*/ 14 w 54"/>
              <a:gd name="T13" fmla="*/ 44 h 54"/>
              <a:gd name="T14" fmla="*/ 14 w 54"/>
              <a:gd name="T15" fmla="*/ 20 h 54"/>
              <a:gd name="T16" fmla="*/ 20 w 54"/>
              <a:gd name="T17" fmla="*/ 20 h 54"/>
              <a:gd name="T18" fmla="*/ 20 w 54"/>
              <a:gd name="T19" fmla="*/ 44 h 54"/>
              <a:gd name="T20" fmla="*/ 17 w 54"/>
              <a:gd name="T21" fmla="*/ 18 h 54"/>
              <a:gd name="T22" fmla="*/ 13 w 54"/>
              <a:gd name="T23" fmla="*/ 14 h 54"/>
              <a:gd name="T24" fmla="*/ 17 w 54"/>
              <a:gd name="T25" fmla="*/ 9 h 54"/>
              <a:gd name="T26" fmla="*/ 21 w 54"/>
              <a:gd name="T27" fmla="*/ 14 h 54"/>
              <a:gd name="T28" fmla="*/ 17 w 54"/>
              <a:gd name="T29" fmla="*/ 18 h 54"/>
              <a:gd name="T30" fmla="*/ 44 w 54"/>
              <a:gd name="T31" fmla="*/ 44 h 54"/>
              <a:gd name="T32" fmla="*/ 37 w 54"/>
              <a:gd name="T33" fmla="*/ 44 h 54"/>
              <a:gd name="T34" fmla="*/ 37 w 54"/>
              <a:gd name="T35" fmla="*/ 30 h 54"/>
              <a:gd name="T36" fmla="*/ 36 w 54"/>
              <a:gd name="T37" fmla="*/ 28 h 54"/>
              <a:gd name="T38" fmla="*/ 33 w 54"/>
              <a:gd name="T39" fmla="*/ 28 h 54"/>
              <a:gd name="T40" fmla="*/ 31 w 54"/>
              <a:gd name="T41" fmla="*/ 29 h 54"/>
              <a:gd name="T42" fmla="*/ 31 w 54"/>
              <a:gd name="T43" fmla="*/ 44 h 54"/>
              <a:gd name="T44" fmla="*/ 24 w 54"/>
              <a:gd name="T45" fmla="*/ 44 h 54"/>
              <a:gd name="T46" fmla="*/ 24 w 54"/>
              <a:gd name="T47" fmla="*/ 20 h 54"/>
              <a:gd name="T48" fmla="*/ 31 w 54"/>
              <a:gd name="T49" fmla="*/ 20 h 54"/>
              <a:gd name="T50" fmla="*/ 31 w 54"/>
              <a:gd name="T51" fmla="*/ 21 h 54"/>
              <a:gd name="T52" fmla="*/ 40 w 54"/>
              <a:gd name="T53" fmla="*/ 22 h 54"/>
              <a:gd name="T54" fmla="*/ 44 w 54"/>
              <a:gd name="T55" fmla="*/ 30 h 54"/>
              <a:gd name="T56" fmla="*/ 44 w 54"/>
              <a:gd name="T57"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 h="54">
                <a:moveTo>
                  <a:pt x="0" y="54"/>
                </a:moveTo>
                <a:cubicBezTo>
                  <a:pt x="54" y="54"/>
                  <a:pt x="54" y="54"/>
                  <a:pt x="54" y="54"/>
                </a:cubicBezTo>
                <a:cubicBezTo>
                  <a:pt x="54" y="0"/>
                  <a:pt x="54" y="0"/>
                  <a:pt x="54" y="0"/>
                </a:cubicBezTo>
                <a:cubicBezTo>
                  <a:pt x="0" y="0"/>
                  <a:pt x="0" y="0"/>
                  <a:pt x="0" y="0"/>
                </a:cubicBezTo>
                <a:lnTo>
                  <a:pt x="0" y="54"/>
                </a:lnTo>
                <a:close/>
                <a:moveTo>
                  <a:pt x="20" y="44"/>
                </a:moveTo>
                <a:cubicBezTo>
                  <a:pt x="14" y="44"/>
                  <a:pt x="14" y="44"/>
                  <a:pt x="14" y="44"/>
                </a:cubicBezTo>
                <a:cubicBezTo>
                  <a:pt x="14" y="20"/>
                  <a:pt x="14" y="20"/>
                  <a:pt x="14" y="20"/>
                </a:cubicBezTo>
                <a:cubicBezTo>
                  <a:pt x="20" y="20"/>
                  <a:pt x="20" y="20"/>
                  <a:pt x="20" y="20"/>
                </a:cubicBezTo>
                <a:lnTo>
                  <a:pt x="20" y="44"/>
                </a:lnTo>
                <a:close/>
                <a:moveTo>
                  <a:pt x="17" y="18"/>
                </a:moveTo>
                <a:cubicBezTo>
                  <a:pt x="15" y="18"/>
                  <a:pt x="13" y="16"/>
                  <a:pt x="13" y="14"/>
                </a:cubicBezTo>
                <a:cubicBezTo>
                  <a:pt x="13" y="11"/>
                  <a:pt x="15" y="9"/>
                  <a:pt x="17" y="9"/>
                </a:cubicBezTo>
                <a:cubicBezTo>
                  <a:pt x="19" y="9"/>
                  <a:pt x="21" y="11"/>
                  <a:pt x="21" y="14"/>
                </a:cubicBezTo>
                <a:cubicBezTo>
                  <a:pt x="21" y="16"/>
                  <a:pt x="19" y="18"/>
                  <a:pt x="17" y="18"/>
                </a:cubicBezTo>
                <a:moveTo>
                  <a:pt x="44" y="44"/>
                </a:moveTo>
                <a:cubicBezTo>
                  <a:pt x="37" y="44"/>
                  <a:pt x="37" y="44"/>
                  <a:pt x="37" y="44"/>
                </a:cubicBezTo>
                <a:cubicBezTo>
                  <a:pt x="37" y="30"/>
                  <a:pt x="37" y="30"/>
                  <a:pt x="37" y="30"/>
                </a:cubicBezTo>
                <a:cubicBezTo>
                  <a:pt x="37" y="29"/>
                  <a:pt x="37" y="28"/>
                  <a:pt x="36" y="28"/>
                </a:cubicBezTo>
                <a:cubicBezTo>
                  <a:pt x="36" y="27"/>
                  <a:pt x="34" y="27"/>
                  <a:pt x="33" y="28"/>
                </a:cubicBezTo>
                <a:cubicBezTo>
                  <a:pt x="31" y="29"/>
                  <a:pt x="31" y="29"/>
                  <a:pt x="31" y="29"/>
                </a:cubicBezTo>
                <a:cubicBezTo>
                  <a:pt x="31" y="44"/>
                  <a:pt x="31" y="44"/>
                  <a:pt x="31" y="44"/>
                </a:cubicBezTo>
                <a:cubicBezTo>
                  <a:pt x="24" y="44"/>
                  <a:pt x="24" y="44"/>
                  <a:pt x="24" y="44"/>
                </a:cubicBezTo>
                <a:cubicBezTo>
                  <a:pt x="24" y="20"/>
                  <a:pt x="24" y="20"/>
                  <a:pt x="24" y="20"/>
                </a:cubicBezTo>
                <a:cubicBezTo>
                  <a:pt x="31" y="20"/>
                  <a:pt x="31" y="20"/>
                  <a:pt x="31" y="20"/>
                </a:cubicBezTo>
                <a:cubicBezTo>
                  <a:pt x="31" y="21"/>
                  <a:pt x="31" y="21"/>
                  <a:pt x="31" y="21"/>
                </a:cubicBezTo>
                <a:cubicBezTo>
                  <a:pt x="33" y="20"/>
                  <a:pt x="37" y="20"/>
                  <a:pt x="40" y="22"/>
                </a:cubicBezTo>
                <a:cubicBezTo>
                  <a:pt x="42" y="23"/>
                  <a:pt x="44" y="27"/>
                  <a:pt x="44" y="30"/>
                </a:cubicBezTo>
                <a:lnTo>
                  <a:pt x="44" y="4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s-ES"/>
          </a:p>
        </p:txBody>
      </p:sp>
      <p:sp>
        <p:nvSpPr>
          <p:cNvPr id="21" name="Freeform 9"/>
          <p:cNvSpPr>
            <a:spLocks noEditPoints="1"/>
          </p:cNvSpPr>
          <p:nvPr userDrawn="1"/>
        </p:nvSpPr>
        <p:spPr bwMode="auto">
          <a:xfrm>
            <a:off x="5294313" y="6399215"/>
            <a:ext cx="234950" cy="244475"/>
          </a:xfrm>
          <a:custGeom>
            <a:avLst/>
            <a:gdLst>
              <a:gd name="T0" fmla="*/ 0 w 54"/>
              <a:gd name="T1" fmla="*/ 54 h 54"/>
              <a:gd name="T2" fmla="*/ 54 w 54"/>
              <a:gd name="T3" fmla="*/ 54 h 54"/>
              <a:gd name="T4" fmla="*/ 54 w 54"/>
              <a:gd name="T5" fmla="*/ 0 h 54"/>
              <a:gd name="T6" fmla="*/ 0 w 54"/>
              <a:gd name="T7" fmla="*/ 0 h 54"/>
              <a:gd name="T8" fmla="*/ 0 w 54"/>
              <a:gd name="T9" fmla="*/ 54 h 54"/>
              <a:gd name="T10" fmla="*/ 38 w 54"/>
              <a:gd name="T11" fmla="*/ 35 h 54"/>
              <a:gd name="T12" fmla="*/ 26 w 54"/>
              <a:gd name="T13" fmla="*/ 36 h 54"/>
              <a:gd name="T14" fmla="*/ 24 w 54"/>
              <a:gd name="T15" fmla="*/ 35 h 54"/>
              <a:gd name="T16" fmla="*/ 20 w 54"/>
              <a:gd name="T17" fmla="*/ 47 h 54"/>
              <a:gd name="T18" fmla="*/ 18 w 54"/>
              <a:gd name="T19" fmla="*/ 47 h 54"/>
              <a:gd name="T20" fmla="*/ 18 w 54"/>
              <a:gd name="T21" fmla="*/ 47 h 54"/>
              <a:gd name="T22" fmla="*/ 18 w 54"/>
              <a:gd name="T23" fmla="*/ 41 h 54"/>
              <a:gd name="T24" fmla="*/ 21 w 54"/>
              <a:gd name="T25" fmla="*/ 27 h 54"/>
              <a:gd name="T26" fmla="*/ 20 w 54"/>
              <a:gd name="T27" fmla="*/ 22 h 54"/>
              <a:gd name="T28" fmla="*/ 28 w 54"/>
              <a:gd name="T29" fmla="*/ 19 h 54"/>
              <a:gd name="T30" fmla="*/ 27 w 54"/>
              <a:gd name="T31" fmla="*/ 33 h 54"/>
              <a:gd name="T32" fmla="*/ 31 w 54"/>
              <a:gd name="T33" fmla="*/ 34 h 54"/>
              <a:gd name="T34" fmla="*/ 33 w 54"/>
              <a:gd name="T35" fmla="*/ 13 h 54"/>
              <a:gd name="T36" fmla="*/ 16 w 54"/>
              <a:gd name="T37" fmla="*/ 24 h 54"/>
              <a:gd name="T38" fmla="*/ 17 w 54"/>
              <a:gd name="T39" fmla="*/ 32 h 54"/>
              <a:gd name="T40" fmla="*/ 11 w 54"/>
              <a:gd name="T41" fmla="*/ 23 h 54"/>
              <a:gd name="T42" fmla="*/ 30 w 54"/>
              <a:gd name="T43" fmla="*/ 8 h 54"/>
              <a:gd name="T44" fmla="*/ 43 w 54"/>
              <a:gd name="T45" fmla="*/ 20 h 54"/>
              <a:gd name="T46" fmla="*/ 38 w 54"/>
              <a:gd name="T4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54">
                <a:moveTo>
                  <a:pt x="0" y="54"/>
                </a:moveTo>
                <a:cubicBezTo>
                  <a:pt x="54" y="54"/>
                  <a:pt x="54" y="54"/>
                  <a:pt x="54" y="54"/>
                </a:cubicBezTo>
                <a:cubicBezTo>
                  <a:pt x="54" y="0"/>
                  <a:pt x="54" y="0"/>
                  <a:pt x="54" y="0"/>
                </a:cubicBezTo>
                <a:cubicBezTo>
                  <a:pt x="0" y="0"/>
                  <a:pt x="0" y="0"/>
                  <a:pt x="0" y="0"/>
                </a:cubicBezTo>
                <a:lnTo>
                  <a:pt x="0" y="54"/>
                </a:lnTo>
                <a:close/>
                <a:moveTo>
                  <a:pt x="38" y="35"/>
                </a:moveTo>
                <a:cubicBezTo>
                  <a:pt x="35" y="37"/>
                  <a:pt x="29" y="39"/>
                  <a:pt x="26" y="36"/>
                </a:cubicBezTo>
                <a:cubicBezTo>
                  <a:pt x="25" y="36"/>
                  <a:pt x="25" y="35"/>
                  <a:pt x="24" y="35"/>
                </a:cubicBezTo>
                <a:cubicBezTo>
                  <a:pt x="23" y="39"/>
                  <a:pt x="22" y="44"/>
                  <a:pt x="20" y="47"/>
                </a:cubicBezTo>
                <a:cubicBezTo>
                  <a:pt x="18" y="47"/>
                  <a:pt x="18" y="47"/>
                  <a:pt x="18" y="47"/>
                </a:cubicBezTo>
                <a:cubicBezTo>
                  <a:pt x="18" y="47"/>
                  <a:pt x="18" y="47"/>
                  <a:pt x="18" y="47"/>
                </a:cubicBezTo>
                <a:cubicBezTo>
                  <a:pt x="17" y="45"/>
                  <a:pt x="18" y="42"/>
                  <a:pt x="18" y="41"/>
                </a:cubicBezTo>
                <a:cubicBezTo>
                  <a:pt x="18" y="37"/>
                  <a:pt x="21" y="31"/>
                  <a:pt x="21" y="27"/>
                </a:cubicBezTo>
                <a:cubicBezTo>
                  <a:pt x="21" y="26"/>
                  <a:pt x="20" y="24"/>
                  <a:pt x="20" y="22"/>
                </a:cubicBezTo>
                <a:cubicBezTo>
                  <a:pt x="21" y="18"/>
                  <a:pt x="26" y="15"/>
                  <a:pt x="28" y="19"/>
                </a:cubicBezTo>
                <a:cubicBezTo>
                  <a:pt x="30" y="24"/>
                  <a:pt x="23" y="29"/>
                  <a:pt x="27" y="33"/>
                </a:cubicBezTo>
                <a:cubicBezTo>
                  <a:pt x="27" y="33"/>
                  <a:pt x="29" y="34"/>
                  <a:pt x="31" y="34"/>
                </a:cubicBezTo>
                <a:cubicBezTo>
                  <a:pt x="38" y="32"/>
                  <a:pt x="39" y="17"/>
                  <a:pt x="33" y="13"/>
                </a:cubicBezTo>
                <a:cubicBezTo>
                  <a:pt x="24" y="8"/>
                  <a:pt x="15" y="16"/>
                  <a:pt x="16" y="24"/>
                </a:cubicBezTo>
                <a:cubicBezTo>
                  <a:pt x="16" y="27"/>
                  <a:pt x="19" y="29"/>
                  <a:pt x="17" y="32"/>
                </a:cubicBezTo>
                <a:cubicBezTo>
                  <a:pt x="13" y="30"/>
                  <a:pt x="11" y="27"/>
                  <a:pt x="11" y="23"/>
                </a:cubicBezTo>
                <a:cubicBezTo>
                  <a:pt x="11" y="13"/>
                  <a:pt x="20" y="7"/>
                  <a:pt x="30" y="8"/>
                </a:cubicBezTo>
                <a:cubicBezTo>
                  <a:pt x="37" y="9"/>
                  <a:pt x="42" y="14"/>
                  <a:pt x="43" y="20"/>
                </a:cubicBezTo>
                <a:cubicBezTo>
                  <a:pt x="43" y="25"/>
                  <a:pt x="41" y="32"/>
                  <a:pt x="38" y="35"/>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s-ES"/>
          </a:p>
        </p:txBody>
      </p:sp>
      <p:sp>
        <p:nvSpPr>
          <p:cNvPr id="22" name="Freeform 10"/>
          <p:cNvSpPr>
            <a:spLocks noEditPoints="1"/>
          </p:cNvSpPr>
          <p:nvPr userDrawn="1"/>
        </p:nvSpPr>
        <p:spPr bwMode="auto">
          <a:xfrm>
            <a:off x="4994275" y="6399215"/>
            <a:ext cx="234950" cy="244475"/>
          </a:xfrm>
          <a:custGeom>
            <a:avLst/>
            <a:gdLst>
              <a:gd name="T0" fmla="*/ 0 w 54"/>
              <a:gd name="T1" fmla="*/ 54 h 54"/>
              <a:gd name="T2" fmla="*/ 54 w 54"/>
              <a:gd name="T3" fmla="*/ 54 h 54"/>
              <a:gd name="T4" fmla="*/ 54 w 54"/>
              <a:gd name="T5" fmla="*/ 0 h 54"/>
              <a:gd name="T6" fmla="*/ 0 w 54"/>
              <a:gd name="T7" fmla="*/ 0 h 54"/>
              <a:gd name="T8" fmla="*/ 0 w 54"/>
              <a:gd name="T9" fmla="*/ 54 h 54"/>
              <a:gd name="T10" fmla="*/ 15 w 54"/>
              <a:gd name="T11" fmla="*/ 44 h 54"/>
              <a:gd name="T12" fmla="*/ 10 w 54"/>
              <a:gd name="T13" fmla="*/ 40 h 54"/>
              <a:gd name="T14" fmla="*/ 15 w 54"/>
              <a:gd name="T15" fmla="*/ 36 h 54"/>
              <a:gd name="T16" fmla="*/ 19 w 54"/>
              <a:gd name="T17" fmla="*/ 40 h 54"/>
              <a:gd name="T18" fmla="*/ 15 w 54"/>
              <a:gd name="T19" fmla="*/ 44 h 54"/>
              <a:gd name="T20" fmla="*/ 26 w 54"/>
              <a:gd name="T21" fmla="*/ 44 h 54"/>
              <a:gd name="T22" fmla="*/ 21 w 54"/>
              <a:gd name="T23" fmla="*/ 34 h 54"/>
              <a:gd name="T24" fmla="*/ 10 w 54"/>
              <a:gd name="T25" fmla="*/ 29 h 54"/>
              <a:gd name="T26" fmla="*/ 10 w 54"/>
              <a:gd name="T27" fmla="*/ 23 h 54"/>
              <a:gd name="T28" fmla="*/ 31 w 54"/>
              <a:gd name="T29" fmla="*/ 44 h 54"/>
              <a:gd name="T30" fmla="*/ 26 w 54"/>
              <a:gd name="T31" fmla="*/ 44 h 54"/>
              <a:gd name="T32" fmla="*/ 37 w 54"/>
              <a:gd name="T33" fmla="*/ 44 h 54"/>
              <a:gd name="T34" fmla="*/ 10 w 54"/>
              <a:gd name="T35" fmla="*/ 18 h 54"/>
              <a:gd name="T36" fmla="*/ 10 w 54"/>
              <a:gd name="T37" fmla="*/ 12 h 54"/>
              <a:gd name="T38" fmla="*/ 42 w 54"/>
              <a:gd name="T39" fmla="*/ 44 h 54"/>
              <a:gd name="T40" fmla="*/ 37 w 54"/>
              <a:gd name="T41"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54">
                <a:moveTo>
                  <a:pt x="0" y="54"/>
                </a:moveTo>
                <a:cubicBezTo>
                  <a:pt x="54" y="54"/>
                  <a:pt x="54" y="54"/>
                  <a:pt x="54" y="54"/>
                </a:cubicBezTo>
                <a:cubicBezTo>
                  <a:pt x="54" y="0"/>
                  <a:pt x="54" y="0"/>
                  <a:pt x="54" y="0"/>
                </a:cubicBezTo>
                <a:cubicBezTo>
                  <a:pt x="0" y="0"/>
                  <a:pt x="0" y="0"/>
                  <a:pt x="0" y="0"/>
                </a:cubicBezTo>
                <a:lnTo>
                  <a:pt x="0" y="54"/>
                </a:lnTo>
                <a:close/>
                <a:moveTo>
                  <a:pt x="15" y="44"/>
                </a:moveTo>
                <a:cubicBezTo>
                  <a:pt x="12" y="44"/>
                  <a:pt x="10" y="43"/>
                  <a:pt x="10" y="40"/>
                </a:cubicBezTo>
                <a:cubicBezTo>
                  <a:pt x="10" y="38"/>
                  <a:pt x="12" y="36"/>
                  <a:pt x="15" y="36"/>
                </a:cubicBezTo>
                <a:cubicBezTo>
                  <a:pt x="17" y="36"/>
                  <a:pt x="19" y="38"/>
                  <a:pt x="19" y="40"/>
                </a:cubicBezTo>
                <a:cubicBezTo>
                  <a:pt x="19" y="43"/>
                  <a:pt x="17" y="44"/>
                  <a:pt x="15" y="44"/>
                </a:cubicBezTo>
                <a:moveTo>
                  <a:pt x="26" y="44"/>
                </a:moveTo>
                <a:cubicBezTo>
                  <a:pt x="26" y="42"/>
                  <a:pt x="24" y="37"/>
                  <a:pt x="21" y="34"/>
                </a:cubicBezTo>
                <a:cubicBezTo>
                  <a:pt x="18" y="31"/>
                  <a:pt x="13" y="29"/>
                  <a:pt x="10" y="29"/>
                </a:cubicBezTo>
                <a:cubicBezTo>
                  <a:pt x="10" y="23"/>
                  <a:pt x="10" y="23"/>
                  <a:pt x="10" y="23"/>
                </a:cubicBezTo>
                <a:cubicBezTo>
                  <a:pt x="22" y="23"/>
                  <a:pt x="31" y="33"/>
                  <a:pt x="31" y="44"/>
                </a:cubicBezTo>
                <a:lnTo>
                  <a:pt x="26" y="44"/>
                </a:lnTo>
                <a:close/>
                <a:moveTo>
                  <a:pt x="37" y="44"/>
                </a:moveTo>
                <a:cubicBezTo>
                  <a:pt x="37" y="30"/>
                  <a:pt x="25" y="18"/>
                  <a:pt x="10" y="18"/>
                </a:cubicBezTo>
                <a:cubicBezTo>
                  <a:pt x="10" y="12"/>
                  <a:pt x="10" y="12"/>
                  <a:pt x="10" y="12"/>
                </a:cubicBezTo>
                <a:cubicBezTo>
                  <a:pt x="28" y="12"/>
                  <a:pt x="42" y="27"/>
                  <a:pt x="42" y="44"/>
                </a:cubicBezTo>
                <a:lnTo>
                  <a:pt x="37" y="4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s-ES"/>
          </a:p>
        </p:txBody>
      </p:sp>
      <p:sp>
        <p:nvSpPr>
          <p:cNvPr id="23" name="Freeform 11"/>
          <p:cNvSpPr>
            <a:spLocks noEditPoints="1"/>
          </p:cNvSpPr>
          <p:nvPr userDrawn="1"/>
        </p:nvSpPr>
        <p:spPr bwMode="auto">
          <a:xfrm>
            <a:off x="4095750" y="6399215"/>
            <a:ext cx="236537" cy="244475"/>
          </a:xfrm>
          <a:custGeom>
            <a:avLst/>
            <a:gdLst>
              <a:gd name="T0" fmla="*/ 0 w 149"/>
              <a:gd name="T1" fmla="*/ 154 h 154"/>
              <a:gd name="T2" fmla="*/ 149 w 149"/>
              <a:gd name="T3" fmla="*/ 154 h 154"/>
              <a:gd name="T4" fmla="*/ 149 w 149"/>
              <a:gd name="T5" fmla="*/ 0 h 154"/>
              <a:gd name="T6" fmla="*/ 0 w 149"/>
              <a:gd name="T7" fmla="*/ 0 h 154"/>
              <a:gd name="T8" fmla="*/ 0 w 149"/>
              <a:gd name="T9" fmla="*/ 154 h 154"/>
              <a:gd name="T10" fmla="*/ 42 w 149"/>
              <a:gd name="T11" fmla="*/ 122 h 154"/>
              <a:gd name="T12" fmla="*/ 42 w 149"/>
              <a:gd name="T13" fmla="*/ 34 h 154"/>
              <a:gd name="T14" fmla="*/ 105 w 149"/>
              <a:gd name="T15" fmla="*/ 80 h 154"/>
              <a:gd name="T16" fmla="*/ 42 w 149"/>
              <a:gd name="T17" fmla="*/ 122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54">
                <a:moveTo>
                  <a:pt x="0" y="154"/>
                </a:moveTo>
                <a:lnTo>
                  <a:pt x="149" y="154"/>
                </a:lnTo>
                <a:lnTo>
                  <a:pt x="149" y="0"/>
                </a:lnTo>
                <a:lnTo>
                  <a:pt x="0" y="0"/>
                </a:lnTo>
                <a:lnTo>
                  <a:pt x="0" y="154"/>
                </a:lnTo>
                <a:close/>
                <a:moveTo>
                  <a:pt x="42" y="122"/>
                </a:moveTo>
                <a:lnTo>
                  <a:pt x="42" y="34"/>
                </a:lnTo>
                <a:lnTo>
                  <a:pt x="105" y="80"/>
                </a:lnTo>
                <a:lnTo>
                  <a:pt x="42" y="122"/>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s-ES"/>
          </a:p>
        </p:txBody>
      </p:sp>
      <p:sp>
        <p:nvSpPr>
          <p:cNvPr id="146" name="Freeform 5"/>
          <p:cNvSpPr>
            <a:spLocks/>
          </p:cNvSpPr>
          <p:nvPr userDrawn="1"/>
        </p:nvSpPr>
        <p:spPr bwMode="auto">
          <a:xfrm>
            <a:off x="5581859" y="6399298"/>
            <a:ext cx="246084" cy="244475"/>
          </a:xfrm>
          <a:custGeom>
            <a:avLst/>
            <a:gdLst>
              <a:gd name="T0" fmla="*/ 0 w 92"/>
              <a:gd name="T1" fmla="*/ 0 h 92"/>
              <a:gd name="T2" fmla="*/ 0 w 92"/>
              <a:gd name="T3" fmla="*/ 92 h 92"/>
              <a:gd name="T4" fmla="*/ 36 w 92"/>
              <a:gd name="T5" fmla="*/ 92 h 92"/>
              <a:gd name="T6" fmla="*/ 36 w 92"/>
              <a:gd name="T7" fmla="*/ 92 h 92"/>
              <a:gd name="T8" fmla="*/ 36 w 92"/>
              <a:gd name="T9" fmla="*/ 84 h 92"/>
              <a:gd name="T10" fmla="*/ 20 w 92"/>
              <a:gd name="T11" fmla="*/ 77 h 92"/>
              <a:gd name="T12" fmla="*/ 15 w 92"/>
              <a:gd name="T13" fmla="*/ 70 h 92"/>
              <a:gd name="T14" fmla="*/ 15 w 92"/>
              <a:gd name="T15" fmla="*/ 67 h 92"/>
              <a:gd name="T16" fmla="*/ 22 w 92"/>
              <a:gd name="T17" fmla="*/ 72 h 92"/>
              <a:gd name="T18" fmla="*/ 36 w 92"/>
              <a:gd name="T19" fmla="*/ 76 h 92"/>
              <a:gd name="T20" fmla="*/ 39 w 92"/>
              <a:gd name="T21" fmla="*/ 70 h 92"/>
              <a:gd name="T22" fmla="*/ 18 w 92"/>
              <a:gd name="T23" fmla="*/ 46 h 92"/>
              <a:gd name="T24" fmla="*/ 23 w 92"/>
              <a:gd name="T25" fmla="*/ 33 h 92"/>
              <a:gd name="T26" fmla="*/ 23 w 92"/>
              <a:gd name="T27" fmla="*/ 20 h 92"/>
              <a:gd name="T28" fmla="*/ 36 w 92"/>
              <a:gd name="T29" fmla="*/ 25 h 92"/>
              <a:gd name="T30" fmla="*/ 48 w 92"/>
              <a:gd name="T31" fmla="*/ 24 h 92"/>
              <a:gd name="T32" fmla="*/ 60 w 92"/>
              <a:gd name="T33" fmla="*/ 25 h 92"/>
              <a:gd name="T34" fmla="*/ 73 w 92"/>
              <a:gd name="T35" fmla="*/ 20 h 92"/>
              <a:gd name="T36" fmla="*/ 74 w 92"/>
              <a:gd name="T37" fmla="*/ 33 h 92"/>
              <a:gd name="T38" fmla="*/ 79 w 92"/>
              <a:gd name="T39" fmla="*/ 46 h 92"/>
              <a:gd name="T40" fmla="*/ 57 w 92"/>
              <a:gd name="T41" fmla="*/ 70 h 92"/>
              <a:gd name="T42" fmla="*/ 60 w 92"/>
              <a:gd name="T43" fmla="*/ 79 h 92"/>
              <a:gd name="T44" fmla="*/ 60 w 92"/>
              <a:gd name="T45" fmla="*/ 92 h 92"/>
              <a:gd name="T46" fmla="*/ 60 w 92"/>
              <a:gd name="T47" fmla="*/ 92 h 92"/>
              <a:gd name="T48" fmla="*/ 92 w 92"/>
              <a:gd name="T49" fmla="*/ 92 h 92"/>
              <a:gd name="T50" fmla="*/ 92 w 92"/>
              <a:gd name="T51" fmla="*/ 0 h 92"/>
              <a:gd name="T52" fmla="*/ 0 w 92"/>
              <a:gd name="T53"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2" h="92">
                <a:moveTo>
                  <a:pt x="0" y="0"/>
                </a:moveTo>
                <a:cubicBezTo>
                  <a:pt x="0" y="92"/>
                  <a:pt x="0" y="92"/>
                  <a:pt x="0" y="92"/>
                </a:cubicBezTo>
                <a:cubicBezTo>
                  <a:pt x="36" y="92"/>
                  <a:pt x="36" y="92"/>
                  <a:pt x="36" y="92"/>
                </a:cubicBezTo>
                <a:cubicBezTo>
                  <a:pt x="36" y="92"/>
                  <a:pt x="36" y="92"/>
                  <a:pt x="36" y="92"/>
                </a:cubicBezTo>
                <a:cubicBezTo>
                  <a:pt x="36" y="91"/>
                  <a:pt x="36" y="88"/>
                  <a:pt x="36" y="84"/>
                </a:cubicBezTo>
                <a:cubicBezTo>
                  <a:pt x="23" y="86"/>
                  <a:pt x="20" y="77"/>
                  <a:pt x="20" y="77"/>
                </a:cubicBezTo>
                <a:cubicBezTo>
                  <a:pt x="18" y="72"/>
                  <a:pt x="15" y="70"/>
                  <a:pt x="15" y="70"/>
                </a:cubicBezTo>
                <a:cubicBezTo>
                  <a:pt x="10" y="67"/>
                  <a:pt x="15" y="67"/>
                  <a:pt x="15" y="67"/>
                </a:cubicBezTo>
                <a:cubicBezTo>
                  <a:pt x="20" y="67"/>
                  <a:pt x="22" y="72"/>
                  <a:pt x="22" y="72"/>
                </a:cubicBezTo>
                <a:cubicBezTo>
                  <a:pt x="27" y="79"/>
                  <a:pt x="34" y="77"/>
                  <a:pt x="36" y="76"/>
                </a:cubicBezTo>
                <a:cubicBezTo>
                  <a:pt x="37" y="73"/>
                  <a:pt x="38" y="71"/>
                  <a:pt x="39" y="70"/>
                </a:cubicBezTo>
                <a:cubicBezTo>
                  <a:pt x="29" y="68"/>
                  <a:pt x="18" y="64"/>
                  <a:pt x="18" y="46"/>
                </a:cubicBezTo>
                <a:cubicBezTo>
                  <a:pt x="18" y="41"/>
                  <a:pt x="19" y="36"/>
                  <a:pt x="23" y="33"/>
                </a:cubicBezTo>
                <a:cubicBezTo>
                  <a:pt x="22" y="32"/>
                  <a:pt x="20" y="27"/>
                  <a:pt x="23" y="20"/>
                </a:cubicBezTo>
                <a:cubicBezTo>
                  <a:pt x="23" y="20"/>
                  <a:pt x="27" y="19"/>
                  <a:pt x="36" y="25"/>
                </a:cubicBezTo>
                <a:cubicBezTo>
                  <a:pt x="40" y="24"/>
                  <a:pt x="44" y="24"/>
                  <a:pt x="48" y="24"/>
                </a:cubicBezTo>
                <a:cubicBezTo>
                  <a:pt x="52" y="24"/>
                  <a:pt x="56" y="24"/>
                  <a:pt x="60" y="25"/>
                </a:cubicBezTo>
                <a:cubicBezTo>
                  <a:pt x="69" y="19"/>
                  <a:pt x="73" y="20"/>
                  <a:pt x="73" y="20"/>
                </a:cubicBezTo>
                <a:cubicBezTo>
                  <a:pt x="76" y="27"/>
                  <a:pt x="74" y="32"/>
                  <a:pt x="74" y="33"/>
                </a:cubicBezTo>
                <a:cubicBezTo>
                  <a:pt x="77" y="36"/>
                  <a:pt x="79" y="41"/>
                  <a:pt x="79" y="46"/>
                </a:cubicBezTo>
                <a:cubicBezTo>
                  <a:pt x="79" y="64"/>
                  <a:pt x="68" y="68"/>
                  <a:pt x="57" y="70"/>
                </a:cubicBezTo>
                <a:cubicBezTo>
                  <a:pt x="59" y="71"/>
                  <a:pt x="60" y="74"/>
                  <a:pt x="60" y="79"/>
                </a:cubicBezTo>
                <a:cubicBezTo>
                  <a:pt x="60" y="85"/>
                  <a:pt x="60" y="90"/>
                  <a:pt x="60" y="92"/>
                </a:cubicBezTo>
                <a:cubicBezTo>
                  <a:pt x="60" y="92"/>
                  <a:pt x="60" y="92"/>
                  <a:pt x="60" y="92"/>
                </a:cubicBezTo>
                <a:cubicBezTo>
                  <a:pt x="92" y="92"/>
                  <a:pt x="92" y="92"/>
                  <a:pt x="92" y="92"/>
                </a:cubicBezTo>
                <a:cubicBezTo>
                  <a:pt x="92" y="0"/>
                  <a:pt x="92" y="0"/>
                  <a:pt x="92" y="0"/>
                </a:cubicBezTo>
                <a:lnTo>
                  <a:pt x="0"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s-ES"/>
          </a:p>
        </p:txBody>
      </p:sp>
      <p:sp>
        <p:nvSpPr>
          <p:cNvPr id="53"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
        <p:nvSpPr>
          <p:cNvPr id="56" name="Text Placeholder 23"/>
          <p:cNvSpPr>
            <a:spLocks noGrp="1"/>
          </p:cNvSpPr>
          <p:nvPr>
            <p:ph type="body" sz="quarter" idx="39" hasCustomPrompt="1"/>
          </p:nvPr>
        </p:nvSpPr>
        <p:spPr>
          <a:xfrm>
            <a:off x="2356344" y="6316808"/>
            <a:ext cx="1201867" cy="178471"/>
          </a:xfrm>
        </p:spPr>
        <p:txBody>
          <a:bodyPr>
            <a:noAutofit/>
          </a:bodyPr>
          <a:lstStyle>
            <a:lvl1pPr marL="0" indent="0" algn="l">
              <a:lnSpc>
                <a:spcPct val="100000"/>
              </a:lnSpc>
              <a:buNone/>
              <a:defRPr lang="en-GB" sz="900" i="1" kern="1200" noProof="0" dirty="0" smtClean="0">
                <a:solidFill>
                  <a:schemeClr val="tx1"/>
                </a:solidFill>
                <a:latin typeface="+mj-lt"/>
                <a:ea typeface="+mn-ea"/>
                <a:cs typeface="+mn-cs"/>
              </a:defRPr>
            </a:lvl1pPr>
            <a:lvl2pPr marL="342875" indent="0">
              <a:buNone/>
              <a:defRPr sz="1200">
                <a:solidFill>
                  <a:srgbClr val="454545"/>
                </a:solidFill>
                <a:latin typeface="+mj-lt"/>
              </a:defRPr>
            </a:lvl2pPr>
            <a:lvl3pPr marL="685749" indent="0">
              <a:buNone/>
              <a:defRPr sz="1050">
                <a:solidFill>
                  <a:srgbClr val="454545"/>
                </a:solidFill>
                <a:latin typeface="+mj-lt"/>
              </a:defRPr>
            </a:lvl3pPr>
            <a:lvl4pPr marL="1028624" indent="0">
              <a:buNone/>
              <a:defRPr sz="900">
                <a:solidFill>
                  <a:srgbClr val="454545"/>
                </a:solidFill>
                <a:latin typeface="+mj-lt"/>
              </a:defRPr>
            </a:lvl4pPr>
            <a:lvl5pPr marL="1371498" indent="0">
              <a:buNone/>
              <a:defRPr sz="900">
                <a:solidFill>
                  <a:srgbClr val="454545"/>
                </a:solidFill>
                <a:latin typeface="+mj-lt"/>
              </a:defRPr>
            </a:lvl5pPr>
          </a:lstStyle>
          <a:p>
            <a:pPr lvl="0"/>
            <a:r>
              <a:rPr lang="en-GB" noProof="0" dirty="0"/>
              <a:t>You can follow us on:</a:t>
            </a:r>
            <a:br>
              <a:rPr lang="en-GB" noProof="0" dirty="0"/>
            </a:br>
            <a:endParaRPr lang="en-GB" noProof="0" dirty="0"/>
          </a:p>
        </p:txBody>
      </p:sp>
      <p:sp>
        <p:nvSpPr>
          <p:cNvPr id="57" name="Text Placeholder 23"/>
          <p:cNvSpPr>
            <a:spLocks noGrp="1"/>
          </p:cNvSpPr>
          <p:nvPr>
            <p:ph type="body" sz="quarter" idx="40" hasCustomPrompt="1"/>
          </p:nvPr>
        </p:nvSpPr>
        <p:spPr>
          <a:xfrm>
            <a:off x="1942005" y="6518622"/>
            <a:ext cx="1616206" cy="226801"/>
          </a:xfrm>
        </p:spPr>
        <p:txBody>
          <a:bodyPr anchor="b">
            <a:noAutofit/>
          </a:bodyPr>
          <a:lstStyle>
            <a:lvl1pPr marL="0" indent="0" algn="l">
              <a:lnSpc>
                <a:spcPct val="100000"/>
              </a:lnSpc>
              <a:buNone/>
              <a:defRPr lang="en-GB" sz="1600" i="0" kern="1200" noProof="0" dirty="0" smtClean="0">
                <a:solidFill>
                  <a:schemeClr val="tx1"/>
                </a:solidFill>
                <a:latin typeface="+mj-lt"/>
                <a:ea typeface="+mn-ea"/>
                <a:cs typeface="+mn-cs"/>
              </a:defRPr>
            </a:lvl1pPr>
            <a:lvl2pPr marL="342875" indent="0">
              <a:buNone/>
              <a:defRPr sz="1200">
                <a:solidFill>
                  <a:srgbClr val="454545"/>
                </a:solidFill>
                <a:latin typeface="+mj-lt"/>
              </a:defRPr>
            </a:lvl2pPr>
            <a:lvl3pPr marL="685749" indent="0">
              <a:buNone/>
              <a:defRPr sz="1050">
                <a:solidFill>
                  <a:srgbClr val="454545"/>
                </a:solidFill>
                <a:latin typeface="+mj-lt"/>
              </a:defRPr>
            </a:lvl3pPr>
            <a:lvl4pPr marL="1028624" indent="0">
              <a:buNone/>
              <a:defRPr sz="900">
                <a:solidFill>
                  <a:srgbClr val="454545"/>
                </a:solidFill>
                <a:latin typeface="+mj-lt"/>
              </a:defRPr>
            </a:lvl4pPr>
            <a:lvl5pPr marL="1371498" indent="0">
              <a:buNone/>
              <a:defRPr sz="900">
                <a:solidFill>
                  <a:srgbClr val="454545"/>
                </a:solidFill>
                <a:latin typeface="+mj-lt"/>
              </a:defRPr>
            </a:lvl5pPr>
          </a:lstStyle>
          <a:p>
            <a:pPr lvl="0"/>
            <a:r>
              <a:rPr lang="en-GB" noProof="0" dirty="0" err="1"/>
              <a:t>AmadeusITgroup</a:t>
            </a:r>
            <a:endParaRPr lang="en-GB" noProof="0" dirty="0"/>
          </a:p>
        </p:txBody>
      </p:sp>
      <p:sp>
        <p:nvSpPr>
          <p:cNvPr id="55" name="Text Placeholder 23"/>
          <p:cNvSpPr>
            <a:spLocks noGrp="1"/>
          </p:cNvSpPr>
          <p:nvPr>
            <p:ph type="body" sz="quarter" idx="38" hasCustomPrompt="1"/>
          </p:nvPr>
        </p:nvSpPr>
        <p:spPr>
          <a:xfrm>
            <a:off x="445643" y="6299154"/>
            <a:ext cx="1323213" cy="390246"/>
          </a:xfrm>
        </p:spPr>
        <p:txBody>
          <a:bodyPr>
            <a:noAutofit/>
          </a:bodyPr>
          <a:lstStyle>
            <a:lvl1pPr marL="0" indent="0" algn="l">
              <a:lnSpc>
                <a:spcPct val="100000"/>
              </a:lnSpc>
              <a:buNone/>
              <a:defRPr lang="en-GB" sz="1100" kern="1200" noProof="0" dirty="0" smtClean="0">
                <a:solidFill>
                  <a:schemeClr val="tx1"/>
                </a:solidFill>
                <a:latin typeface="+mj-lt"/>
                <a:ea typeface="+mn-ea"/>
                <a:cs typeface="+mn-cs"/>
              </a:defRPr>
            </a:lvl1pPr>
            <a:lvl2pPr marL="342875" indent="0">
              <a:buNone/>
              <a:defRPr sz="1200">
                <a:solidFill>
                  <a:srgbClr val="454545"/>
                </a:solidFill>
                <a:latin typeface="+mj-lt"/>
              </a:defRPr>
            </a:lvl2pPr>
            <a:lvl3pPr marL="685749" indent="0">
              <a:buNone/>
              <a:defRPr sz="1050">
                <a:solidFill>
                  <a:srgbClr val="454545"/>
                </a:solidFill>
                <a:latin typeface="+mj-lt"/>
              </a:defRPr>
            </a:lvl3pPr>
            <a:lvl4pPr marL="1028624" indent="0">
              <a:buNone/>
              <a:defRPr sz="900">
                <a:solidFill>
                  <a:srgbClr val="454545"/>
                </a:solidFill>
                <a:latin typeface="+mj-lt"/>
              </a:defRPr>
            </a:lvl4pPr>
            <a:lvl5pPr marL="1371498" indent="0">
              <a:buNone/>
              <a:defRPr sz="900">
                <a:solidFill>
                  <a:srgbClr val="454545"/>
                </a:solidFill>
                <a:latin typeface="+mj-lt"/>
              </a:defRPr>
            </a:lvl5pPr>
          </a:lstStyle>
          <a:p>
            <a:pPr lvl="0"/>
            <a:r>
              <a:rPr lang="en-GB" noProof="0" dirty="0"/>
              <a:t>amadeus.com</a:t>
            </a:r>
            <a:br>
              <a:rPr lang="en-GB" noProof="0" dirty="0"/>
            </a:br>
            <a:r>
              <a:rPr lang="en-GB" noProof="0" dirty="0"/>
              <a:t>amadeus.com/blog</a:t>
            </a:r>
          </a:p>
        </p:txBody>
      </p:sp>
      <p:grpSp>
        <p:nvGrpSpPr>
          <p:cNvPr id="24" name="Group 23"/>
          <p:cNvGrpSpPr/>
          <p:nvPr userDrawn="1"/>
        </p:nvGrpSpPr>
        <p:grpSpPr>
          <a:xfrm>
            <a:off x="8676623" y="57243"/>
            <a:ext cx="409580" cy="338886"/>
            <a:chOff x="10987081" y="138792"/>
            <a:chExt cx="409580" cy="338886"/>
          </a:xfrm>
        </p:grpSpPr>
        <p:grpSp>
          <p:nvGrpSpPr>
            <p:cNvPr id="25" name="Group 26"/>
            <p:cNvGrpSpPr/>
            <p:nvPr userDrawn="1"/>
          </p:nvGrpSpPr>
          <p:grpSpPr>
            <a:xfrm>
              <a:off x="11011908" y="146161"/>
              <a:ext cx="384753" cy="331517"/>
              <a:chOff x="9021034" y="119041"/>
              <a:chExt cx="630093" cy="553987"/>
            </a:xfrm>
          </p:grpSpPr>
          <p:sp>
            <p:nvSpPr>
              <p:cNvPr id="27" name="TextBox 29"/>
              <p:cNvSpPr txBox="1"/>
              <p:nvPr userDrawn="1"/>
            </p:nvSpPr>
            <p:spPr>
              <a:xfrm>
                <a:off x="9021034" y="514076"/>
                <a:ext cx="630093" cy="158952"/>
              </a:xfrm>
              <a:prstGeom prst="rect">
                <a:avLst/>
              </a:prstGeom>
              <a:noFill/>
            </p:spPr>
            <p:txBody>
              <a:bodyPr wrap="square" lIns="0" tIns="18000" rIns="0" bIns="0" rtlCol="0">
                <a:spAutoFit/>
              </a:bodyPr>
              <a:lstStyle/>
              <a:p>
                <a:pPr algn="ctr"/>
                <a:r>
                  <a:rPr lang="en-GB" sz="500" b="1" dirty="0">
                    <a:solidFill>
                      <a:srgbClr val="E5A912"/>
                    </a:solidFill>
                  </a:rPr>
                  <a:t>RESTRICTED</a:t>
                </a:r>
              </a:p>
            </p:txBody>
          </p:sp>
          <p:grpSp>
            <p:nvGrpSpPr>
              <p:cNvPr id="28" name="Group 30"/>
              <p:cNvGrpSpPr/>
              <p:nvPr userDrawn="1"/>
            </p:nvGrpSpPr>
            <p:grpSpPr>
              <a:xfrm>
                <a:off x="9094418" y="119041"/>
                <a:ext cx="477460" cy="431416"/>
                <a:chOff x="8532895" y="91935"/>
                <a:chExt cx="504900" cy="444531"/>
              </a:xfrm>
            </p:grpSpPr>
            <p:sp>
              <p:nvSpPr>
                <p:cNvPr id="29" name="Freeform 22"/>
                <p:cNvSpPr>
                  <a:spLocks/>
                </p:cNvSpPr>
                <p:nvPr userDrawn="1"/>
              </p:nvSpPr>
              <p:spPr bwMode="auto">
                <a:xfrm>
                  <a:off x="8746928" y="157791"/>
                  <a:ext cx="87809" cy="107018"/>
                </a:xfrm>
                <a:custGeom>
                  <a:avLst/>
                  <a:gdLst>
                    <a:gd name="T0" fmla="*/ 44 w 64"/>
                    <a:gd name="T1" fmla="*/ 56 h 78"/>
                    <a:gd name="T2" fmla="*/ 44 w 64"/>
                    <a:gd name="T3" fmla="*/ 56 h 78"/>
                    <a:gd name="T4" fmla="*/ 46 w 64"/>
                    <a:gd name="T5" fmla="*/ 46 h 78"/>
                    <a:gd name="T6" fmla="*/ 50 w 64"/>
                    <a:gd name="T7" fmla="*/ 36 h 78"/>
                    <a:gd name="T8" fmla="*/ 56 w 64"/>
                    <a:gd name="T9" fmla="*/ 26 h 78"/>
                    <a:gd name="T10" fmla="*/ 64 w 64"/>
                    <a:gd name="T11" fmla="*/ 20 h 78"/>
                    <a:gd name="T12" fmla="*/ 64 w 64"/>
                    <a:gd name="T13" fmla="*/ 20 h 78"/>
                    <a:gd name="T14" fmla="*/ 58 w 64"/>
                    <a:gd name="T15" fmla="*/ 12 h 78"/>
                    <a:gd name="T16" fmla="*/ 50 w 64"/>
                    <a:gd name="T17" fmla="*/ 6 h 78"/>
                    <a:gd name="T18" fmla="*/ 42 w 64"/>
                    <a:gd name="T19" fmla="*/ 2 h 78"/>
                    <a:gd name="T20" fmla="*/ 30 w 64"/>
                    <a:gd name="T21" fmla="*/ 0 h 78"/>
                    <a:gd name="T22" fmla="*/ 30 w 64"/>
                    <a:gd name="T23" fmla="*/ 0 h 78"/>
                    <a:gd name="T24" fmla="*/ 34 w 64"/>
                    <a:gd name="T25" fmla="*/ 8 h 78"/>
                    <a:gd name="T26" fmla="*/ 34 w 64"/>
                    <a:gd name="T27" fmla="*/ 18 h 78"/>
                    <a:gd name="T28" fmla="*/ 34 w 64"/>
                    <a:gd name="T29" fmla="*/ 18 h 78"/>
                    <a:gd name="T30" fmla="*/ 34 w 64"/>
                    <a:gd name="T31" fmla="*/ 26 h 78"/>
                    <a:gd name="T32" fmla="*/ 32 w 64"/>
                    <a:gd name="T33" fmla="*/ 32 h 78"/>
                    <a:gd name="T34" fmla="*/ 28 w 64"/>
                    <a:gd name="T35" fmla="*/ 40 h 78"/>
                    <a:gd name="T36" fmla="*/ 24 w 64"/>
                    <a:gd name="T37" fmla="*/ 46 h 78"/>
                    <a:gd name="T38" fmla="*/ 14 w 64"/>
                    <a:gd name="T39" fmla="*/ 56 h 78"/>
                    <a:gd name="T40" fmla="*/ 8 w 64"/>
                    <a:gd name="T41" fmla="*/ 60 h 78"/>
                    <a:gd name="T42" fmla="*/ 0 w 64"/>
                    <a:gd name="T43" fmla="*/ 62 h 78"/>
                    <a:gd name="T44" fmla="*/ 0 w 64"/>
                    <a:gd name="T45" fmla="*/ 62 h 78"/>
                    <a:gd name="T46" fmla="*/ 6 w 64"/>
                    <a:gd name="T47" fmla="*/ 68 h 78"/>
                    <a:gd name="T48" fmla="*/ 14 w 64"/>
                    <a:gd name="T49" fmla="*/ 74 h 78"/>
                    <a:gd name="T50" fmla="*/ 22 w 64"/>
                    <a:gd name="T51" fmla="*/ 76 h 78"/>
                    <a:gd name="T52" fmla="*/ 30 w 64"/>
                    <a:gd name="T53" fmla="*/ 78 h 78"/>
                    <a:gd name="T54" fmla="*/ 30 w 64"/>
                    <a:gd name="T55" fmla="*/ 78 h 78"/>
                    <a:gd name="T56" fmla="*/ 40 w 64"/>
                    <a:gd name="T57" fmla="*/ 76 h 78"/>
                    <a:gd name="T58" fmla="*/ 46 w 64"/>
                    <a:gd name="T59" fmla="*/ 72 h 78"/>
                    <a:gd name="T60" fmla="*/ 46 w 64"/>
                    <a:gd name="T61" fmla="*/ 72 h 78"/>
                    <a:gd name="T62" fmla="*/ 44 w 64"/>
                    <a:gd name="T63" fmla="*/ 56 h 78"/>
                    <a:gd name="T64" fmla="*/ 44 w 64"/>
                    <a:gd name="T6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78">
                      <a:moveTo>
                        <a:pt x="44" y="56"/>
                      </a:moveTo>
                      <a:lnTo>
                        <a:pt x="44" y="56"/>
                      </a:lnTo>
                      <a:lnTo>
                        <a:pt x="46" y="46"/>
                      </a:lnTo>
                      <a:lnTo>
                        <a:pt x="50" y="36"/>
                      </a:lnTo>
                      <a:lnTo>
                        <a:pt x="56" y="26"/>
                      </a:lnTo>
                      <a:lnTo>
                        <a:pt x="64" y="20"/>
                      </a:lnTo>
                      <a:lnTo>
                        <a:pt x="64" y="20"/>
                      </a:lnTo>
                      <a:lnTo>
                        <a:pt x="58" y="12"/>
                      </a:lnTo>
                      <a:lnTo>
                        <a:pt x="50" y="6"/>
                      </a:lnTo>
                      <a:lnTo>
                        <a:pt x="42" y="2"/>
                      </a:lnTo>
                      <a:lnTo>
                        <a:pt x="30" y="0"/>
                      </a:lnTo>
                      <a:lnTo>
                        <a:pt x="30" y="0"/>
                      </a:lnTo>
                      <a:lnTo>
                        <a:pt x="34" y="8"/>
                      </a:lnTo>
                      <a:lnTo>
                        <a:pt x="34" y="18"/>
                      </a:lnTo>
                      <a:lnTo>
                        <a:pt x="34" y="18"/>
                      </a:lnTo>
                      <a:lnTo>
                        <a:pt x="34" y="26"/>
                      </a:lnTo>
                      <a:lnTo>
                        <a:pt x="32" y="32"/>
                      </a:lnTo>
                      <a:lnTo>
                        <a:pt x="28" y="40"/>
                      </a:lnTo>
                      <a:lnTo>
                        <a:pt x="24" y="46"/>
                      </a:lnTo>
                      <a:lnTo>
                        <a:pt x="14" y="56"/>
                      </a:lnTo>
                      <a:lnTo>
                        <a:pt x="8" y="60"/>
                      </a:lnTo>
                      <a:lnTo>
                        <a:pt x="0" y="62"/>
                      </a:lnTo>
                      <a:lnTo>
                        <a:pt x="0" y="62"/>
                      </a:lnTo>
                      <a:lnTo>
                        <a:pt x="6" y="68"/>
                      </a:lnTo>
                      <a:lnTo>
                        <a:pt x="14" y="74"/>
                      </a:lnTo>
                      <a:lnTo>
                        <a:pt x="22" y="76"/>
                      </a:lnTo>
                      <a:lnTo>
                        <a:pt x="30" y="78"/>
                      </a:lnTo>
                      <a:lnTo>
                        <a:pt x="30" y="78"/>
                      </a:lnTo>
                      <a:lnTo>
                        <a:pt x="40" y="76"/>
                      </a:lnTo>
                      <a:lnTo>
                        <a:pt x="46" y="72"/>
                      </a:lnTo>
                      <a:lnTo>
                        <a:pt x="46" y="72"/>
                      </a:lnTo>
                      <a:lnTo>
                        <a:pt x="44" y="56"/>
                      </a:lnTo>
                      <a:lnTo>
                        <a:pt x="44" y="56"/>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0" name="Freeform 23"/>
                <p:cNvSpPr>
                  <a:spLocks/>
                </p:cNvSpPr>
                <p:nvPr userDrawn="1"/>
              </p:nvSpPr>
              <p:spPr bwMode="auto">
                <a:xfrm>
                  <a:off x="8664607" y="113887"/>
                  <a:ext cx="123481" cy="126225"/>
                </a:xfrm>
                <a:custGeom>
                  <a:avLst/>
                  <a:gdLst>
                    <a:gd name="T0" fmla="*/ 90 w 90"/>
                    <a:gd name="T1" fmla="*/ 46 h 92"/>
                    <a:gd name="T2" fmla="*/ 90 w 90"/>
                    <a:gd name="T3" fmla="*/ 46 h 92"/>
                    <a:gd name="T4" fmla="*/ 88 w 90"/>
                    <a:gd name="T5" fmla="*/ 56 h 92"/>
                    <a:gd name="T6" fmla="*/ 86 w 90"/>
                    <a:gd name="T7" fmla="*/ 64 h 92"/>
                    <a:gd name="T8" fmla="*/ 82 w 90"/>
                    <a:gd name="T9" fmla="*/ 72 h 92"/>
                    <a:gd name="T10" fmla="*/ 76 w 90"/>
                    <a:gd name="T11" fmla="*/ 80 h 92"/>
                    <a:gd name="T12" fmla="*/ 70 w 90"/>
                    <a:gd name="T13" fmla="*/ 84 h 92"/>
                    <a:gd name="T14" fmla="*/ 62 w 90"/>
                    <a:gd name="T15" fmla="*/ 90 h 92"/>
                    <a:gd name="T16" fmla="*/ 54 w 90"/>
                    <a:gd name="T17" fmla="*/ 92 h 92"/>
                    <a:gd name="T18" fmla="*/ 44 w 90"/>
                    <a:gd name="T19" fmla="*/ 92 h 92"/>
                    <a:gd name="T20" fmla="*/ 44 w 90"/>
                    <a:gd name="T21" fmla="*/ 92 h 92"/>
                    <a:gd name="T22" fmla="*/ 36 w 90"/>
                    <a:gd name="T23" fmla="*/ 92 h 92"/>
                    <a:gd name="T24" fmla="*/ 26 w 90"/>
                    <a:gd name="T25" fmla="*/ 90 h 92"/>
                    <a:gd name="T26" fmla="*/ 18 w 90"/>
                    <a:gd name="T27" fmla="*/ 84 h 92"/>
                    <a:gd name="T28" fmla="*/ 12 w 90"/>
                    <a:gd name="T29" fmla="*/ 80 h 92"/>
                    <a:gd name="T30" fmla="*/ 6 w 90"/>
                    <a:gd name="T31" fmla="*/ 72 h 92"/>
                    <a:gd name="T32" fmla="*/ 2 w 90"/>
                    <a:gd name="T33" fmla="*/ 64 h 92"/>
                    <a:gd name="T34" fmla="*/ 0 w 90"/>
                    <a:gd name="T35" fmla="*/ 56 h 92"/>
                    <a:gd name="T36" fmla="*/ 0 w 90"/>
                    <a:gd name="T37" fmla="*/ 46 h 92"/>
                    <a:gd name="T38" fmla="*/ 0 w 90"/>
                    <a:gd name="T39" fmla="*/ 46 h 92"/>
                    <a:gd name="T40" fmla="*/ 0 w 90"/>
                    <a:gd name="T41" fmla="*/ 38 h 92"/>
                    <a:gd name="T42" fmla="*/ 2 w 90"/>
                    <a:gd name="T43" fmla="*/ 28 h 92"/>
                    <a:gd name="T44" fmla="*/ 6 w 90"/>
                    <a:gd name="T45" fmla="*/ 20 h 92"/>
                    <a:gd name="T46" fmla="*/ 12 w 90"/>
                    <a:gd name="T47" fmla="*/ 14 h 92"/>
                    <a:gd name="T48" fmla="*/ 18 w 90"/>
                    <a:gd name="T49" fmla="*/ 8 h 92"/>
                    <a:gd name="T50" fmla="*/ 26 w 90"/>
                    <a:gd name="T51" fmla="*/ 4 h 92"/>
                    <a:gd name="T52" fmla="*/ 36 w 90"/>
                    <a:gd name="T53" fmla="*/ 0 h 92"/>
                    <a:gd name="T54" fmla="*/ 44 w 90"/>
                    <a:gd name="T55" fmla="*/ 0 h 92"/>
                    <a:gd name="T56" fmla="*/ 44 w 90"/>
                    <a:gd name="T57" fmla="*/ 0 h 92"/>
                    <a:gd name="T58" fmla="*/ 54 w 90"/>
                    <a:gd name="T59" fmla="*/ 0 h 92"/>
                    <a:gd name="T60" fmla="*/ 62 w 90"/>
                    <a:gd name="T61" fmla="*/ 4 h 92"/>
                    <a:gd name="T62" fmla="*/ 70 w 90"/>
                    <a:gd name="T63" fmla="*/ 8 h 92"/>
                    <a:gd name="T64" fmla="*/ 76 w 90"/>
                    <a:gd name="T65" fmla="*/ 14 h 92"/>
                    <a:gd name="T66" fmla="*/ 82 w 90"/>
                    <a:gd name="T67" fmla="*/ 20 h 92"/>
                    <a:gd name="T68" fmla="*/ 86 w 90"/>
                    <a:gd name="T69" fmla="*/ 28 h 92"/>
                    <a:gd name="T70" fmla="*/ 88 w 90"/>
                    <a:gd name="T71" fmla="*/ 38 h 92"/>
                    <a:gd name="T72" fmla="*/ 90 w 90"/>
                    <a:gd name="T73" fmla="*/ 46 h 92"/>
                    <a:gd name="T74" fmla="*/ 90 w 90"/>
                    <a:gd name="T75" fmla="*/ 4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92">
                      <a:moveTo>
                        <a:pt x="90" y="46"/>
                      </a:moveTo>
                      <a:lnTo>
                        <a:pt x="90" y="46"/>
                      </a:lnTo>
                      <a:lnTo>
                        <a:pt x="88" y="56"/>
                      </a:lnTo>
                      <a:lnTo>
                        <a:pt x="86" y="64"/>
                      </a:lnTo>
                      <a:lnTo>
                        <a:pt x="82" y="72"/>
                      </a:lnTo>
                      <a:lnTo>
                        <a:pt x="76" y="80"/>
                      </a:lnTo>
                      <a:lnTo>
                        <a:pt x="70" y="84"/>
                      </a:lnTo>
                      <a:lnTo>
                        <a:pt x="62" y="90"/>
                      </a:lnTo>
                      <a:lnTo>
                        <a:pt x="54" y="92"/>
                      </a:lnTo>
                      <a:lnTo>
                        <a:pt x="44" y="92"/>
                      </a:lnTo>
                      <a:lnTo>
                        <a:pt x="44" y="92"/>
                      </a:lnTo>
                      <a:lnTo>
                        <a:pt x="36" y="92"/>
                      </a:lnTo>
                      <a:lnTo>
                        <a:pt x="26" y="90"/>
                      </a:lnTo>
                      <a:lnTo>
                        <a:pt x="18" y="84"/>
                      </a:lnTo>
                      <a:lnTo>
                        <a:pt x="12" y="80"/>
                      </a:lnTo>
                      <a:lnTo>
                        <a:pt x="6" y="72"/>
                      </a:lnTo>
                      <a:lnTo>
                        <a:pt x="2" y="64"/>
                      </a:lnTo>
                      <a:lnTo>
                        <a:pt x="0" y="56"/>
                      </a:lnTo>
                      <a:lnTo>
                        <a:pt x="0" y="46"/>
                      </a:lnTo>
                      <a:lnTo>
                        <a:pt x="0" y="46"/>
                      </a:lnTo>
                      <a:lnTo>
                        <a:pt x="0" y="38"/>
                      </a:lnTo>
                      <a:lnTo>
                        <a:pt x="2" y="28"/>
                      </a:lnTo>
                      <a:lnTo>
                        <a:pt x="6" y="20"/>
                      </a:lnTo>
                      <a:lnTo>
                        <a:pt x="12" y="14"/>
                      </a:lnTo>
                      <a:lnTo>
                        <a:pt x="18" y="8"/>
                      </a:lnTo>
                      <a:lnTo>
                        <a:pt x="26" y="4"/>
                      </a:lnTo>
                      <a:lnTo>
                        <a:pt x="36" y="0"/>
                      </a:lnTo>
                      <a:lnTo>
                        <a:pt x="44" y="0"/>
                      </a:lnTo>
                      <a:lnTo>
                        <a:pt x="44" y="0"/>
                      </a:lnTo>
                      <a:lnTo>
                        <a:pt x="54" y="0"/>
                      </a:lnTo>
                      <a:lnTo>
                        <a:pt x="62" y="4"/>
                      </a:lnTo>
                      <a:lnTo>
                        <a:pt x="70" y="8"/>
                      </a:lnTo>
                      <a:lnTo>
                        <a:pt x="76" y="14"/>
                      </a:lnTo>
                      <a:lnTo>
                        <a:pt x="82" y="20"/>
                      </a:lnTo>
                      <a:lnTo>
                        <a:pt x="86" y="28"/>
                      </a:lnTo>
                      <a:lnTo>
                        <a:pt x="88" y="38"/>
                      </a:lnTo>
                      <a:lnTo>
                        <a:pt x="90" y="46"/>
                      </a:lnTo>
                      <a:lnTo>
                        <a:pt x="90" y="46"/>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1" name="Freeform 24"/>
                <p:cNvSpPr>
                  <a:spLocks/>
                </p:cNvSpPr>
                <p:nvPr userDrawn="1"/>
              </p:nvSpPr>
              <p:spPr bwMode="auto">
                <a:xfrm>
                  <a:off x="8606985" y="253832"/>
                  <a:ext cx="170129" cy="252449"/>
                </a:xfrm>
                <a:custGeom>
                  <a:avLst/>
                  <a:gdLst>
                    <a:gd name="T0" fmla="*/ 118 w 124"/>
                    <a:gd name="T1" fmla="*/ 184 h 184"/>
                    <a:gd name="T2" fmla="*/ 118 w 124"/>
                    <a:gd name="T3" fmla="*/ 184 h 184"/>
                    <a:gd name="T4" fmla="*/ 124 w 124"/>
                    <a:gd name="T5" fmla="*/ 158 h 184"/>
                    <a:gd name="T6" fmla="*/ 124 w 124"/>
                    <a:gd name="T7" fmla="*/ 128 h 184"/>
                    <a:gd name="T8" fmla="*/ 124 w 124"/>
                    <a:gd name="T9" fmla="*/ 128 h 184"/>
                    <a:gd name="T10" fmla="*/ 124 w 124"/>
                    <a:gd name="T11" fmla="*/ 102 h 184"/>
                    <a:gd name="T12" fmla="*/ 120 w 124"/>
                    <a:gd name="T13" fmla="*/ 78 h 184"/>
                    <a:gd name="T14" fmla="*/ 114 w 124"/>
                    <a:gd name="T15" fmla="*/ 56 h 184"/>
                    <a:gd name="T16" fmla="*/ 106 w 124"/>
                    <a:gd name="T17" fmla="*/ 36 h 184"/>
                    <a:gd name="T18" fmla="*/ 98 w 124"/>
                    <a:gd name="T19" fmla="*/ 22 h 184"/>
                    <a:gd name="T20" fmla="*/ 86 w 124"/>
                    <a:gd name="T21" fmla="*/ 10 h 184"/>
                    <a:gd name="T22" fmla="*/ 74 w 124"/>
                    <a:gd name="T23" fmla="*/ 2 h 184"/>
                    <a:gd name="T24" fmla="*/ 68 w 124"/>
                    <a:gd name="T25" fmla="*/ 0 h 184"/>
                    <a:gd name="T26" fmla="*/ 62 w 124"/>
                    <a:gd name="T27" fmla="*/ 0 h 184"/>
                    <a:gd name="T28" fmla="*/ 62 w 124"/>
                    <a:gd name="T29" fmla="*/ 0 h 184"/>
                    <a:gd name="T30" fmla="*/ 56 w 124"/>
                    <a:gd name="T31" fmla="*/ 0 h 184"/>
                    <a:gd name="T32" fmla="*/ 50 w 124"/>
                    <a:gd name="T33" fmla="*/ 2 h 184"/>
                    <a:gd name="T34" fmla="*/ 38 w 124"/>
                    <a:gd name="T35" fmla="*/ 10 h 184"/>
                    <a:gd name="T36" fmla="*/ 28 w 124"/>
                    <a:gd name="T37" fmla="*/ 22 h 184"/>
                    <a:gd name="T38" fmla="*/ 18 w 124"/>
                    <a:gd name="T39" fmla="*/ 36 h 184"/>
                    <a:gd name="T40" fmla="*/ 10 w 124"/>
                    <a:gd name="T41" fmla="*/ 56 h 184"/>
                    <a:gd name="T42" fmla="*/ 4 w 124"/>
                    <a:gd name="T43" fmla="*/ 78 h 184"/>
                    <a:gd name="T44" fmla="*/ 0 w 124"/>
                    <a:gd name="T45" fmla="*/ 102 h 184"/>
                    <a:gd name="T46" fmla="*/ 0 w 124"/>
                    <a:gd name="T47" fmla="*/ 128 h 184"/>
                    <a:gd name="T48" fmla="*/ 0 w 124"/>
                    <a:gd name="T49" fmla="*/ 128 h 184"/>
                    <a:gd name="T50" fmla="*/ 2 w 124"/>
                    <a:gd name="T51" fmla="*/ 158 h 184"/>
                    <a:gd name="T52" fmla="*/ 6 w 124"/>
                    <a:gd name="T53" fmla="*/ 184 h 184"/>
                    <a:gd name="T54" fmla="*/ 118 w 124"/>
                    <a:gd name="T55"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4" h="184">
                      <a:moveTo>
                        <a:pt x="118" y="184"/>
                      </a:moveTo>
                      <a:lnTo>
                        <a:pt x="118" y="184"/>
                      </a:lnTo>
                      <a:lnTo>
                        <a:pt x="124" y="158"/>
                      </a:lnTo>
                      <a:lnTo>
                        <a:pt x="124" y="128"/>
                      </a:lnTo>
                      <a:lnTo>
                        <a:pt x="124" y="128"/>
                      </a:lnTo>
                      <a:lnTo>
                        <a:pt x="124" y="102"/>
                      </a:lnTo>
                      <a:lnTo>
                        <a:pt x="120" y="78"/>
                      </a:lnTo>
                      <a:lnTo>
                        <a:pt x="114" y="56"/>
                      </a:lnTo>
                      <a:lnTo>
                        <a:pt x="106" y="36"/>
                      </a:lnTo>
                      <a:lnTo>
                        <a:pt x="98" y="22"/>
                      </a:lnTo>
                      <a:lnTo>
                        <a:pt x="86" y="10"/>
                      </a:lnTo>
                      <a:lnTo>
                        <a:pt x="74" y="2"/>
                      </a:lnTo>
                      <a:lnTo>
                        <a:pt x="68" y="0"/>
                      </a:lnTo>
                      <a:lnTo>
                        <a:pt x="62" y="0"/>
                      </a:lnTo>
                      <a:lnTo>
                        <a:pt x="62" y="0"/>
                      </a:lnTo>
                      <a:lnTo>
                        <a:pt x="56" y="0"/>
                      </a:lnTo>
                      <a:lnTo>
                        <a:pt x="50" y="2"/>
                      </a:lnTo>
                      <a:lnTo>
                        <a:pt x="38" y="10"/>
                      </a:lnTo>
                      <a:lnTo>
                        <a:pt x="28" y="22"/>
                      </a:lnTo>
                      <a:lnTo>
                        <a:pt x="18" y="36"/>
                      </a:lnTo>
                      <a:lnTo>
                        <a:pt x="10" y="56"/>
                      </a:lnTo>
                      <a:lnTo>
                        <a:pt x="4" y="78"/>
                      </a:lnTo>
                      <a:lnTo>
                        <a:pt x="0" y="102"/>
                      </a:lnTo>
                      <a:lnTo>
                        <a:pt x="0" y="128"/>
                      </a:lnTo>
                      <a:lnTo>
                        <a:pt x="0" y="128"/>
                      </a:lnTo>
                      <a:lnTo>
                        <a:pt x="2" y="158"/>
                      </a:lnTo>
                      <a:lnTo>
                        <a:pt x="6" y="184"/>
                      </a:lnTo>
                      <a:lnTo>
                        <a:pt x="118" y="184"/>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2" name="Freeform 25"/>
                <p:cNvSpPr>
                  <a:spLocks/>
                </p:cNvSpPr>
                <p:nvPr userDrawn="1"/>
              </p:nvSpPr>
              <p:spPr bwMode="auto">
                <a:xfrm>
                  <a:off x="8815530" y="179744"/>
                  <a:ext cx="109760" cy="112504"/>
                </a:xfrm>
                <a:custGeom>
                  <a:avLst/>
                  <a:gdLst>
                    <a:gd name="T0" fmla="*/ 80 w 80"/>
                    <a:gd name="T1" fmla="*/ 40 h 82"/>
                    <a:gd name="T2" fmla="*/ 80 w 80"/>
                    <a:gd name="T3" fmla="*/ 40 h 82"/>
                    <a:gd name="T4" fmla="*/ 78 w 80"/>
                    <a:gd name="T5" fmla="*/ 50 h 82"/>
                    <a:gd name="T6" fmla="*/ 76 w 80"/>
                    <a:gd name="T7" fmla="*/ 56 h 82"/>
                    <a:gd name="T8" fmla="*/ 72 w 80"/>
                    <a:gd name="T9" fmla="*/ 64 h 82"/>
                    <a:gd name="T10" fmla="*/ 68 w 80"/>
                    <a:gd name="T11" fmla="*/ 70 h 82"/>
                    <a:gd name="T12" fmla="*/ 62 w 80"/>
                    <a:gd name="T13" fmla="*/ 74 h 82"/>
                    <a:gd name="T14" fmla="*/ 56 w 80"/>
                    <a:gd name="T15" fmla="*/ 78 h 82"/>
                    <a:gd name="T16" fmla="*/ 48 w 80"/>
                    <a:gd name="T17" fmla="*/ 82 h 82"/>
                    <a:gd name="T18" fmla="*/ 40 w 80"/>
                    <a:gd name="T19" fmla="*/ 82 h 82"/>
                    <a:gd name="T20" fmla="*/ 40 w 80"/>
                    <a:gd name="T21" fmla="*/ 82 h 82"/>
                    <a:gd name="T22" fmla="*/ 32 w 80"/>
                    <a:gd name="T23" fmla="*/ 82 h 82"/>
                    <a:gd name="T24" fmla="*/ 24 w 80"/>
                    <a:gd name="T25" fmla="*/ 78 h 82"/>
                    <a:gd name="T26" fmla="*/ 18 w 80"/>
                    <a:gd name="T27" fmla="*/ 74 h 82"/>
                    <a:gd name="T28" fmla="*/ 12 w 80"/>
                    <a:gd name="T29" fmla="*/ 70 h 82"/>
                    <a:gd name="T30" fmla="*/ 6 w 80"/>
                    <a:gd name="T31" fmla="*/ 64 h 82"/>
                    <a:gd name="T32" fmla="*/ 4 w 80"/>
                    <a:gd name="T33" fmla="*/ 56 h 82"/>
                    <a:gd name="T34" fmla="*/ 0 w 80"/>
                    <a:gd name="T35" fmla="*/ 50 h 82"/>
                    <a:gd name="T36" fmla="*/ 0 w 80"/>
                    <a:gd name="T37" fmla="*/ 40 h 82"/>
                    <a:gd name="T38" fmla="*/ 0 w 80"/>
                    <a:gd name="T39" fmla="*/ 40 h 82"/>
                    <a:gd name="T40" fmla="*/ 0 w 80"/>
                    <a:gd name="T41" fmla="*/ 32 h 82"/>
                    <a:gd name="T42" fmla="*/ 4 w 80"/>
                    <a:gd name="T43" fmla="*/ 26 h 82"/>
                    <a:gd name="T44" fmla="*/ 6 w 80"/>
                    <a:gd name="T45" fmla="*/ 18 h 82"/>
                    <a:gd name="T46" fmla="*/ 12 w 80"/>
                    <a:gd name="T47" fmla="*/ 12 h 82"/>
                    <a:gd name="T48" fmla="*/ 18 w 80"/>
                    <a:gd name="T49" fmla="*/ 8 h 82"/>
                    <a:gd name="T50" fmla="*/ 24 w 80"/>
                    <a:gd name="T51" fmla="*/ 4 h 82"/>
                    <a:gd name="T52" fmla="*/ 32 w 80"/>
                    <a:gd name="T53" fmla="*/ 0 h 82"/>
                    <a:gd name="T54" fmla="*/ 40 w 80"/>
                    <a:gd name="T55" fmla="*/ 0 h 82"/>
                    <a:gd name="T56" fmla="*/ 40 w 80"/>
                    <a:gd name="T57" fmla="*/ 0 h 82"/>
                    <a:gd name="T58" fmla="*/ 48 w 80"/>
                    <a:gd name="T59" fmla="*/ 0 h 82"/>
                    <a:gd name="T60" fmla="*/ 56 w 80"/>
                    <a:gd name="T61" fmla="*/ 4 h 82"/>
                    <a:gd name="T62" fmla="*/ 62 w 80"/>
                    <a:gd name="T63" fmla="*/ 8 h 82"/>
                    <a:gd name="T64" fmla="*/ 68 w 80"/>
                    <a:gd name="T65" fmla="*/ 12 h 82"/>
                    <a:gd name="T66" fmla="*/ 72 w 80"/>
                    <a:gd name="T67" fmla="*/ 18 h 82"/>
                    <a:gd name="T68" fmla="*/ 76 w 80"/>
                    <a:gd name="T69" fmla="*/ 26 h 82"/>
                    <a:gd name="T70" fmla="*/ 78 w 80"/>
                    <a:gd name="T71" fmla="*/ 32 h 82"/>
                    <a:gd name="T72" fmla="*/ 80 w 80"/>
                    <a:gd name="T73" fmla="*/ 40 h 82"/>
                    <a:gd name="T74" fmla="*/ 80 w 80"/>
                    <a:gd name="T75" fmla="*/ 4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82">
                      <a:moveTo>
                        <a:pt x="80" y="40"/>
                      </a:moveTo>
                      <a:lnTo>
                        <a:pt x="80" y="40"/>
                      </a:lnTo>
                      <a:lnTo>
                        <a:pt x="78" y="50"/>
                      </a:lnTo>
                      <a:lnTo>
                        <a:pt x="76" y="56"/>
                      </a:lnTo>
                      <a:lnTo>
                        <a:pt x="72" y="64"/>
                      </a:lnTo>
                      <a:lnTo>
                        <a:pt x="68" y="70"/>
                      </a:lnTo>
                      <a:lnTo>
                        <a:pt x="62" y="74"/>
                      </a:lnTo>
                      <a:lnTo>
                        <a:pt x="56" y="78"/>
                      </a:lnTo>
                      <a:lnTo>
                        <a:pt x="48" y="82"/>
                      </a:lnTo>
                      <a:lnTo>
                        <a:pt x="40" y="82"/>
                      </a:lnTo>
                      <a:lnTo>
                        <a:pt x="40" y="82"/>
                      </a:lnTo>
                      <a:lnTo>
                        <a:pt x="32" y="82"/>
                      </a:lnTo>
                      <a:lnTo>
                        <a:pt x="24" y="78"/>
                      </a:lnTo>
                      <a:lnTo>
                        <a:pt x="18" y="74"/>
                      </a:lnTo>
                      <a:lnTo>
                        <a:pt x="12" y="70"/>
                      </a:lnTo>
                      <a:lnTo>
                        <a:pt x="6" y="64"/>
                      </a:lnTo>
                      <a:lnTo>
                        <a:pt x="4" y="56"/>
                      </a:lnTo>
                      <a:lnTo>
                        <a:pt x="0" y="50"/>
                      </a:lnTo>
                      <a:lnTo>
                        <a:pt x="0" y="40"/>
                      </a:lnTo>
                      <a:lnTo>
                        <a:pt x="0" y="40"/>
                      </a:lnTo>
                      <a:lnTo>
                        <a:pt x="0" y="32"/>
                      </a:lnTo>
                      <a:lnTo>
                        <a:pt x="4" y="26"/>
                      </a:lnTo>
                      <a:lnTo>
                        <a:pt x="6" y="18"/>
                      </a:lnTo>
                      <a:lnTo>
                        <a:pt x="12" y="12"/>
                      </a:lnTo>
                      <a:lnTo>
                        <a:pt x="18" y="8"/>
                      </a:lnTo>
                      <a:lnTo>
                        <a:pt x="24" y="4"/>
                      </a:lnTo>
                      <a:lnTo>
                        <a:pt x="32" y="0"/>
                      </a:lnTo>
                      <a:lnTo>
                        <a:pt x="40" y="0"/>
                      </a:lnTo>
                      <a:lnTo>
                        <a:pt x="40" y="0"/>
                      </a:lnTo>
                      <a:lnTo>
                        <a:pt x="48" y="0"/>
                      </a:lnTo>
                      <a:lnTo>
                        <a:pt x="56" y="4"/>
                      </a:lnTo>
                      <a:lnTo>
                        <a:pt x="62" y="8"/>
                      </a:lnTo>
                      <a:lnTo>
                        <a:pt x="68" y="12"/>
                      </a:lnTo>
                      <a:lnTo>
                        <a:pt x="72" y="18"/>
                      </a:lnTo>
                      <a:lnTo>
                        <a:pt x="76" y="26"/>
                      </a:lnTo>
                      <a:lnTo>
                        <a:pt x="78" y="32"/>
                      </a:lnTo>
                      <a:lnTo>
                        <a:pt x="80" y="40"/>
                      </a:lnTo>
                      <a:lnTo>
                        <a:pt x="80" y="4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3" name="Freeform 26"/>
                <p:cNvSpPr>
                  <a:spLocks/>
                </p:cNvSpPr>
                <p:nvPr userDrawn="1"/>
              </p:nvSpPr>
              <p:spPr bwMode="auto">
                <a:xfrm>
                  <a:off x="8812785" y="300480"/>
                  <a:ext cx="139945" cy="205801"/>
                </a:xfrm>
                <a:custGeom>
                  <a:avLst/>
                  <a:gdLst>
                    <a:gd name="T0" fmla="*/ 96 w 102"/>
                    <a:gd name="T1" fmla="*/ 150 h 150"/>
                    <a:gd name="T2" fmla="*/ 96 w 102"/>
                    <a:gd name="T3" fmla="*/ 150 h 150"/>
                    <a:gd name="T4" fmla="*/ 100 w 102"/>
                    <a:gd name="T5" fmla="*/ 128 h 150"/>
                    <a:gd name="T6" fmla="*/ 102 w 102"/>
                    <a:gd name="T7" fmla="*/ 104 h 150"/>
                    <a:gd name="T8" fmla="*/ 102 w 102"/>
                    <a:gd name="T9" fmla="*/ 104 h 150"/>
                    <a:gd name="T10" fmla="*/ 102 w 102"/>
                    <a:gd name="T11" fmla="*/ 84 h 150"/>
                    <a:gd name="T12" fmla="*/ 98 w 102"/>
                    <a:gd name="T13" fmla="*/ 64 h 150"/>
                    <a:gd name="T14" fmla="*/ 94 w 102"/>
                    <a:gd name="T15" fmla="*/ 46 h 150"/>
                    <a:gd name="T16" fmla="*/ 86 w 102"/>
                    <a:gd name="T17" fmla="*/ 32 h 150"/>
                    <a:gd name="T18" fmla="*/ 80 w 102"/>
                    <a:gd name="T19" fmla="*/ 18 h 150"/>
                    <a:gd name="T20" fmla="*/ 70 w 102"/>
                    <a:gd name="T21" fmla="*/ 8 h 150"/>
                    <a:gd name="T22" fmla="*/ 60 w 102"/>
                    <a:gd name="T23" fmla="*/ 2 h 150"/>
                    <a:gd name="T24" fmla="*/ 50 w 102"/>
                    <a:gd name="T25" fmla="*/ 0 h 150"/>
                    <a:gd name="T26" fmla="*/ 50 w 102"/>
                    <a:gd name="T27" fmla="*/ 0 h 150"/>
                    <a:gd name="T28" fmla="*/ 40 w 102"/>
                    <a:gd name="T29" fmla="*/ 2 h 150"/>
                    <a:gd name="T30" fmla="*/ 30 w 102"/>
                    <a:gd name="T31" fmla="*/ 8 h 150"/>
                    <a:gd name="T32" fmla="*/ 22 w 102"/>
                    <a:gd name="T33" fmla="*/ 18 h 150"/>
                    <a:gd name="T34" fmla="*/ 14 w 102"/>
                    <a:gd name="T35" fmla="*/ 32 h 150"/>
                    <a:gd name="T36" fmla="*/ 8 w 102"/>
                    <a:gd name="T37" fmla="*/ 46 h 150"/>
                    <a:gd name="T38" fmla="*/ 4 w 102"/>
                    <a:gd name="T39" fmla="*/ 64 h 150"/>
                    <a:gd name="T40" fmla="*/ 0 w 102"/>
                    <a:gd name="T41" fmla="*/ 84 h 150"/>
                    <a:gd name="T42" fmla="*/ 0 w 102"/>
                    <a:gd name="T43" fmla="*/ 104 h 150"/>
                    <a:gd name="T44" fmla="*/ 0 w 102"/>
                    <a:gd name="T45" fmla="*/ 104 h 150"/>
                    <a:gd name="T46" fmla="*/ 0 w 102"/>
                    <a:gd name="T47" fmla="*/ 128 h 150"/>
                    <a:gd name="T48" fmla="*/ 4 w 102"/>
                    <a:gd name="T49" fmla="*/ 150 h 150"/>
                    <a:gd name="T50" fmla="*/ 96 w 102"/>
                    <a:gd name="T51"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2" h="150">
                      <a:moveTo>
                        <a:pt x="96" y="150"/>
                      </a:moveTo>
                      <a:lnTo>
                        <a:pt x="96" y="150"/>
                      </a:lnTo>
                      <a:lnTo>
                        <a:pt x="100" y="128"/>
                      </a:lnTo>
                      <a:lnTo>
                        <a:pt x="102" y="104"/>
                      </a:lnTo>
                      <a:lnTo>
                        <a:pt x="102" y="104"/>
                      </a:lnTo>
                      <a:lnTo>
                        <a:pt x="102" y="84"/>
                      </a:lnTo>
                      <a:lnTo>
                        <a:pt x="98" y="64"/>
                      </a:lnTo>
                      <a:lnTo>
                        <a:pt x="94" y="46"/>
                      </a:lnTo>
                      <a:lnTo>
                        <a:pt x="86" y="32"/>
                      </a:lnTo>
                      <a:lnTo>
                        <a:pt x="80" y="18"/>
                      </a:lnTo>
                      <a:lnTo>
                        <a:pt x="70" y="8"/>
                      </a:lnTo>
                      <a:lnTo>
                        <a:pt x="60" y="2"/>
                      </a:lnTo>
                      <a:lnTo>
                        <a:pt x="50" y="0"/>
                      </a:lnTo>
                      <a:lnTo>
                        <a:pt x="50" y="0"/>
                      </a:lnTo>
                      <a:lnTo>
                        <a:pt x="40" y="2"/>
                      </a:lnTo>
                      <a:lnTo>
                        <a:pt x="30" y="8"/>
                      </a:lnTo>
                      <a:lnTo>
                        <a:pt x="22" y="18"/>
                      </a:lnTo>
                      <a:lnTo>
                        <a:pt x="14" y="32"/>
                      </a:lnTo>
                      <a:lnTo>
                        <a:pt x="8" y="46"/>
                      </a:lnTo>
                      <a:lnTo>
                        <a:pt x="4" y="64"/>
                      </a:lnTo>
                      <a:lnTo>
                        <a:pt x="0" y="84"/>
                      </a:lnTo>
                      <a:lnTo>
                        <a:pt x="0" y="104"/>
                      </a:lnTo>
                      <a:lnTo>
                        <a:pt x="0" y="104"/>
                      </a:lnTo>
                      <a:lnTo>
                        <a:pt x="0" y="128"/>
                      </a:lnTo>
                      <a:lnTo>
                        <a:pt x="4" y="150"/>
                      </a:lnTo>
                      <a:lnTo>
                        <a:pt x="96" y="15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4" name="Freeform 27"/>
                <p:cNvSpPr>
                  <a:spLocks/>
                </p:cNvSpPr>
                <p:nvPr userDrawn="1"/>
              </p:nvSpPr>
              <p:spPr bwMode="auto">
                <a:xfrm>
                  <a:off x="8755160" y="278529"/>
                  <a:ext cx="87809" cy="227754"/>
                </a:xfrm>
                <a:custGeom>
                  <a:avLst/>
                  <a:gdLst>
                    <a:gd name="T0" fmla="*/ 16 w 64"/>
                    <a:gd name="T1" fmla="*/ 166 h 166"/>
                    <a:gd name="T2" fmla="*/ 38 w 64"/>
                    <a:gd name="T3" fmla="*/ 166 h 166"/>
                    <a:gd name="T4" fmla="*/ 38 w 64"/>
                    <a:gd name="T5" fmla="*/ 166 h 166"/>
                    <a:gd name="T6" fmla="*/ 36 w 64"/>
                    <a:gd name="T7" fmla="*/ 144 h 166"/>
                    <a:gd name="T8" fmla="*/ 36 w 64"/>
                    <a:gd name="T9" fmla="*/ 120 h 166"/>
                    <a:gd name="T10" fmla="*/ 36 w 64"/>
                    <a:gd name="T11" fmla="*/ 120 h 166"/>
                    <a:gd name="T12" fmla="*/ 38 w 64"/>
                    <a:gd name="T13" fmla="*/ 92 h 166"/>
                    <a:gd name="T14" fmla="*/ 44 w 64"/>
                    <a:gd name="T15" fmla="*/ 66 h 166"/>
                    <a:gd name="T16" fmla="*/ 52 w 64"/>
                    <a:gd name="T17" fmla="*/ 42 h 166"/>
                    <a:gd name="T18" fmla="*/ 58 w 64"/>
                    <a:gd name="T19" fmla="*/ 34 h 166"/>
                    <a:gd name="T20" fmla="*/ 64 w 64"/>
                    <a:gd name="T21" fmla="*/ 26 h 166"/>
                    <a:gd name="T22" fmla="*/ 64 w 64"/>
                    <a:gd name="T23" fmla="*/ 26 h 166"/>
                    <a:gd name="T24" fmla="*/ 56 w 64"/>
                    <a:gd name="T25" fmla="*/ 14 h 166"/>
                    <a:gd name="T26" fmla="*/ 46 w 64"/>
                    <a:gd name="T27" fmla="*/ 6 h 166"/>
                    <a:gd name="T28" fmla="*/ 36 w 64"/>
                    <a:gd name="T29" fmla="*/ 2 h 166"/>
                    <a:gd name="T30" fmla="*/ 26 w 64"/>
                    <a:gd name="T31" fmla="*/ 0 h 166"/>
                    <a:gd name="T32" fmla="*/ 26 w 64"/>
                    <a:gd name="T33" fmla="*/ 0 h 166"/>
                    <a:gd name="T34" fmla="*/ 18 w 64"/>
                    <a:gd name="T35" fmla="*/ 0 h 166"/>
                    <a:gd name="T36" fmla="*/ 12 w 64"/>
                    <a:gd name="T37" fmla="*/ 2 h 166"/>
                    <a:gd name="T38" fmla="*/ 0 w 64"/>
                    <a:gd name="T39" fmla="*/ 12 h 166"/>
                    <a:gd name="T40" fmla="*/ 0 w 64"/>
                    <a:gd name="T41" fmla="*/ 12 h 166"/>
                    <a:gd name="T42" fmla="*/ 10 w 64"/>
                    <a:gd name="T43" fmla="*/ 30 h 166"/>
                    <a:gd name="T44" fmla="*/ 16 w 64"/>
                    <a:gd name="T45" fmla="*/ 54 h 166"/>
                    <a:gd name="T46" fmla="*/ 22 w 64"/>
                    <a:gd name="T47" fmla="*/ 82 h 166"/>
                    <a:gd name="T48" fmla="*/ 24 w 64"/>
                    <a:gd name="T49" fmla="*/ 110 h 166"/>
                    <a:gd name="T50" fmla="*/ 24 w 64"/>
                    <a:gd name="T51" fmla="*/ 110 h 166"/>
                    <a:gd name="T52" fmla="*/ 22 w 64"/>
                    <a:gd name="T53" fmla="*/ 140 h 166"/>
                    <a:gd name="T54" fmla="*/ 16 w 64"/>
                    <a:gd name="T55" fmla="*/ 166 h 166"/>
                    <a:gd name="T56" fmla="*/ 16 w 64"/>
                    <a:gd name="T57" fmla="*/ 16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166">
                      <a:moveTo>
                        <a:pt x="16" y="166"/>
                      </a:moveTo>
                      <a:lnTo>
                        <a:pt x="38" y="166"/>
                      </a:lnTo>
                      <a:lnTo>
                        <a:pt x="38" y="166"/>
                      </a:lnTo>
                      <a:lnTo>
                        <a:pt x="36" y="144"/>
                      </a:lnTo>
                      <a:lnTo>
                        <a:pt x="36" y="120"/>
                      </a:lnTo>
                      <a:lnTo>
                        <a:pt x="36" y="120"/>
                      </a:lnTo>
                      <a:lnTo>
                        <a:pt x="38" y="92"/>
                      </a:lnTo>
                      <a:lnTo>
                        <a:pt x="44" y="66"/>
                      </a:lnTo>
                      <a:lnTo>
                        <a:pt x="52" y="42"/>
                      </a:lnTo>
                      <a:lnTo>
                        <a:pt x="58" y="34"/>
                      </a:lnTo>
                      <a:lnTo>
                        <a:pt x="64" y="26"/>
                      </a:lnTo>
                      <a:lnTo>
                        <a:pt x="64" y="26"/>
                      </a:lnTo>
                      <a:lnTo>
                        <a:pt x="56" y="14"/>
                      </a:lnTo>
                      <a:lnTo>
                        <a:pt x="46" y="6"/>
                      </a:lnTo>
                      <a:lnTo>
                        <a:pt x="36" y="2"/>
                      </a:lnTo>
                      <a:lnTo>
                        <a:pt x="26" y="0"/>
                      </a:lnTo>
                      <a:lnTo>
                        <a:pt x="26" y="0"/>
                      </a:lnTo>
                      <a:lnTo>
                        <a:pt x="18" y="0"/>
                      </a:lnTo>
                      <a:lnTo>
                        <a:pt x="12" y="2"/>
                      </a:lnTo>
                      <a:lnTo>
                        <a:pt x="0" y="12"/>
                      </a:lnTo>
                      <a:lnTo>
                        <a:pt x="0" y="12"/>
                      </a:lnTo>
                      <a:lnTo>
                        <a:pt x="10" y="30"/>
                      </a:lnTo>
                      <a:lnTo>
                        <a:pt x="16" y="54"/>
                      </a:lnTo>
                      <a:lnTo>
                        <a:pt x="22" y="82"/>
                      </a:lnTo>
                      <a:lnTo>
                        <a:pt x="24" y="110"/>
                      </a:lnTo>
                      <a:lnTo>
                        <a:pt x="24" y="110"/>
                      </a:lnTo>
                      <a:lnTo>
                        <a:pt x="22" y="140"/>
                      </a:lnTo>
                      <a:lnTo>
                        <a:pt x="16" y="166"/>
                      </a:lnTo>
                      <a:lnTo>
                        <a:pt x="16" y="166"/>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5" name="Freeform 28"/>
                <p:cNvSpPr>
                  <a:spLocks/>
                </p:cNvSpPr>
                <p:nvPr userDrawn="1"/>
              </p:nvSpPr>
              <p:spPr bwMode="auto">
                <a:xfrm>
                  <a:off x="8532895" y="91935"/>
                  <a:ext cx="27440" cy="444531"/>
                </a:xfrm>
                <a:custGeom>
                  <a:avLst/>
                  <a:gdLst>
                    <a:gd name="T0" fmla="*/ 0 w 20"/>
                    <a:gd name="T1" fmla="*/ 10 h 324"/>
                    <a:gd name="T2" fmla="*/ 0 w 20"/>
                    <a:gd name="T3" fmla="*/ 10 h 324"/>
                    <a:gd name="T4" fmla="*/ 0 w 20"/>
                    <a:gd name="T5" fmla="*/ 314 h 324"/>
                    <a:gd name="T6" fmla="*/ 0 w 20"/>
                    <a:gd name="T7" fmla="*/ 314 h 324"/>
                    <a:gd name="T8" fmla="*/ 2 w 20"/>
                    <a:gd name="T9" fmla="*/ 318 h 324"/>
                    <a:gd name="T10" fmla="*/ 4 w 20"/>
                    <a:gd name="T11" fmla="*/ 322 h 324"/>
                    <a:gd name="T12" fmla="*/ 8 w 20"/>
                    <a:gd name="T13" fmla="*/ 322 h 324"/>
                    <a:gd name="T14" fmla="*/ 10 w 20"/>
                    <a:gd name="T15" fmla="*/ 324 h 324"/>
                    <a:gd name="T16" fmla="*/ 14 w 20"/>
                    <a:gd name="T17" fmla="*/ 322 h 324"/>
                    <a:gd name="T18" fmla="*/ 18 w 20"/>
                    <a:gd name="T19" fmla="*/ 322 h 324"/>
                    <a:gd name="T20" fmla="*/ 20 w 20"/>
                    <a:gd name="T21" fmla="*/ 318 h 324"/>
                    <a:gd name="T22" fmla="*/ 20 w 20"/>
                    <a:gd name="T23" fmla="*/ 314 h 324"/>
                    <a:gd name="T24" fmla="*/ 20 w 20"/>
                    <a:gd name="T25" fmla="*/ 314 h 324"/>
                    <a:gd name="T26" fmla="*/ 20 w 20"/>
                    <a:gd name="T27" fmla="*/ 10 h 324"/>
                    <a:gd name="T28" fmla="*/ 20 w 20"/>
                    <a:gd name="T29" fmla="*/ 10 h 324"/>
                    <a:gd name="T30" fmla="*/ 20 w 20"/>
                    <a:gd name="T31" fmla="*/ 6 h 324"/>
                    <a:gd name="T32" fmla="*/ 18 w 20"/>
                    <a:gd name="T33" fmla="*/ 2 h 324"/>
                    <a:gd name="T34" fmla="*/ 14 w 20"/>
                    <a:gd name="T35" fmla="*/ 0 h 324"/>
                    <a:gd name="T36" fmla="*/ 10 w 20"/>
                    <a:gd name="T37" fmla="*/ 0 h 324"/>
                    <a:gd name="T38" fmla="*/ 8 w 20"/>
                    <a:gd name="T39" fmla="*/ 0 h 324"/>
                    <a:gd name="T40" fmla="*/ 4 w 20"/>
                    <a:gd name="T41" fmla="*/ 2 h 324"/>
                    <a:gd name="T42" fmla="*/ 2 w 20"/>
                    <a:gd name="T43" fmla="*/ 6 h 324"/>
                    <a:gd name="T44" fmla="*/ 0 w 20"/>
                    <a:gd name="T45" fmla="*/ 10 h 324"/>
                    <a:gd name="T46" fmla="*/ 0 w 20"/>
                    <a:gd name="T47" fmla="*/ 1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4">
                      <a:moveTo>
                        <a:pt x="0" y="10"/>
                      </a:moveTo>
                      <a:lnTo>
                        <a:pt x="0" y="10"/>
                      </a:lnTo>
                      <a:lnTo>
                        <a:pt x="0" y="314"/>
                      </a:lnTo>
                      <a:lnTo>
                        <a:pt x="0" y="314"/>
                      </a:lnTo>
                      <a:lnTo>
                        <a:pt x="2" y="318"/>
                      </a:lnTo>
                      <a:lnTo>
                        <a:pt x="4" y="322"/>
                      </a:lnTo>
                      <a:lnTo>
                        <a:pt x="8" y="322"/>
                      </a:lnTo>
                      <a:lnTo>
                        <a:pt x="10" y="324"/>
                      </a:lnTo>
                      <a:lnTo>
                        <a:pt x="14" y="322"/>
                      </a:lnTo>
                      <a:lnTo>
                        <a:pt x="18" y="322"/>
                      </a:lnTo>
                      <a:lnTo>
                        <a:pt x="20" y="318"/>
                      </a:lnTo>
                      <a:lnTo>
                        <a:pt x="20" y="314"/>
                      </a:lnTo>
                      <a:lnTo>
                        <a:pt x="20" y="314"/>
                      </a:lnTo>
                      <a:lnTo>
                        <a:pt x="20" y="10"/>
                      </a:lnTo>
                      <a:lnTo>
                        <a:pt x="20" y="10"/>
                      </a:lnTo>
                      <a:lnTo>
                        <a:pt x="20" y="6"/>
                      </a:lnTo>
                      <a:lnTo>
                        <a:pt x="18" y="2"/>
                      </a:lnTo>
                      <a:lnTo>
                        <a:pt x="14" y="0"/>
                      </a:lnTo>
                      <a:lnTo>
                        <a:pt x="10" y="0"/>
                      </a:lnTo>
                      <a:lnTo>
                        <a:pt x="8" y="0"/>
                      </a:lnTo>
                      <a:lnTo>
                        <a:pt x="4" y="2"/>
                      </a:lnTo>
                      <a:lnTo>
                        <a:pt x="2" y="6"/>
                      </a:lnTo>
                      <a:lnTo>
                        <a:pt x="0" y="10"/>
                      </a:lnTo>
                      <a:lnTo>
                        <a:pt x="0" y="1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6" name="Freeform 29"/>
                <p:cNvSpPr>
                  <a:spLocks/>
                </p:cNvSpPr>
                <p:nvPr userDrawn="1"/>
              </p:nvSpPr>
              <p:spPr bwMode="auto">
                <a:xfrm>
                  <a:off x="8535640" y="91935"/>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2 h 20"/>
                    <a:gd name="T12" fmla="*/ 0 w 54"/>
                    <a:gd name="T13" fmla="*/ 6 h 20"/>
                    <a:gd name="T14" fmla="*/ 0 w 54"/>
                    <a:gd name="T15" fmla="*/ 10 h 20"/>
                    <a:gd name="T16" fmla="*/ 0 w 54"/>
                    <a:gd name="T17" fmla="*/ 14 h 20"/>
                    <a:gd name="T18" fmla="*/ 2 w 54"/>
                    <a:gd name="T19" fmla="*/ 16 h 20"/>
                    <a:gd name="T20" fmla="*/ 4 w 54"/>
                    <a:gd name="T21" fmla="*/ 18 h 20"/>
                    <a:gd name="T22" fmla="*/ 8 w 54"/>
                    <a:gd name="T23" fmla="*/ 20 h 20"/>
                    <a:gd name="T24" fmla="*/ 8 w 54"/>
                    <a:gd name="T25" fmla="*/ 20 h 20"/>
                    <a:gd name="T26" fmla="*/ 44 w 54"/>
                    <a:gd name="T27" fmla="*/ 20 h 20"/>
                    <a:gd name="T28" fmla="*/ 44 w 54"/>
                    <a:gd name="T29" fmla="*/ 20 h 20"/>
                    <a:gd name="T30" fmla="*/ 48 w 54"/>
                    <a:gd name="T31" fmla="*/ 18 h 20"/>
                    <a:gd name="T32" fmla="*/ 52 w 54"/>
                    <a:gd name="T33" fmla="*/ 16 h 20"/>
                    <a:gd name="T34" fmla="*/ 54 w 54"/>
                    <a:gd name="T35" fmla="*/ 14 h 20"/>
                    <a:gd name="T36" fmla="*/ 54 w 54"/>
                    <a:gd name="T37" fmla="*/ 10 h 20"/>
                    <a:gd name="T38" fmla="*/ 54 w 54"/>
                    <a:gd name="T39" fmla="*/ 6 h 20"/>
                    <a:gd name="T40" fmla="*/ 52 w 54"/>
                    <a:gd name="T41" fmla="*/ 2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2"/>
                      </a:lnTo>
                      <a:lnTo>
                        <a:pt x="0" y="6"/>
                      </a:lnTo>
                      <a:lnTo>
                        <a:pt x="0" y="10"/>
                      </a:lnTo>
                      <a:lnTo>
                        <a:pt x="0" y="14"/>
                      </a:lnTo>
                      <a:lnTo>
                        <a:pt x="2" y="16"/>
                      </a:lnTo>
                      <a:lnTo>
                        <a:pt x="4" y="18"/>
                      </a:lnTo>
                      <a:lnTo>
                        <a:pt x="8" y="20"/>
                      </a:ln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7" name="Freeform 30"/>
                <p:cNvSpPr>
                  <a:spLocks/>
                </p:cNvSpPr>
                <p:nvPr userDrawn="1"/>
              </p:nvSpPr>
              <p:spPr bwMode="auto">
                <a:xfrm>
                  <a:off x="8535638" y="509027"/>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4 h 20"/>
                    <a:gd name="T12" fmla="*/ 0 w 54"/>
                    <a:gd name="T13" fmla="*/ 6 h 20"/>
                    <a:gd name="T14" fmla="*/ 0 w 54"/>
                    <a:gd name="T15" fmla="*/ 10 h 20"/>
                    <a:gd name="T16" fmla="*/ 0 w 54"/>
                    <a:gd name="T17" fmla="*/ 14 h 20"/>
                    <a:gd name="T18" fmla="*/ 2 w 54"/>
                    <a:gd name="T19" fmla="*/ 16 h 20"/>
                    <a:gd name="T20" fmla="*/ 4 w 54"/>
                    <a:gd name="T21" fmla="*/ 20 h 20"/>
                    <a:gd name="T22" fmla="*/ 8 w 54"/>
                    <a:gd name="T23" fmla="*/ 20 h 20"/>
                    <a:gd name="T24" fmla="*/ 8 w 54"/>
                    <a:gd name="T25" fmla="*/ 20 h 20"/>
                    <a:gd name="T26" fmla="*/ 44 w 54"/>
                    <a:gd name="T27" fmla="*/ 20 h 20"/>
                    <a:gd name="T28" fmla="*/ 44 w 54"/>
                    <a:gd name="T29" fmla="*/ 20 h 20"/>
                    <a:gd name="T30" fmla="*/ 48 w 54"/>
                    <a:gd name="T31" fmla="*/ 20 h 20"/>
                    <a:gd name="T32" fmla="*/ 52 w 54"/>
                    <a:gd name="T33" fmla="*/ 16 h 20"/>
                    <a:gd name="T34" fmla="*/ 54 w 54"/>
                    <a:gd name="T35" fmla="*/ 14 h 20"/>
                    <a:gd name="T36" fmla="*/ 54 w 54"/>
                    <a:gd name="T37" fmla="*/ 10 h 20"/>
                    <a:gd name="T38" fmla="*/ 54 w 54"/>
                    <a:gd name="T39" fmla="*/ 6 h 20"/>
                    <a:gd name="T40" fmla="*/ 52 w 54"/>
                    <a:gd name="T41" fmla="*/ 4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4"/>
                      </a:lnTo>
                      <a:lnTo>
                        <a:pt x="0" y="6"/>
                      </a:lnTo>
                      <a:lnTo>
                        <a:pt x="0" y="10"/>
                      </a:lnTo>
                      <a:lnTo>
                        <a:pt x="0" y="14"/>
                      </a:lnTo>
                      <a:lnTo>
                        <a:pt x="2" y="16"/>
                      </a:lnTo>
                      <a:lnTo>
                        <a:pt x="4" y="20"/>
                      </a:lnTo>
                      <a:lnTo>
                        <a:pt x="8" y="20"/>
                      </a:ln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8" name="Freeform 31"/>
                <p:cNvSpPr>
                  <a:spLocks/>
                </p:cNvSpPr>
                <p:nvPr userDrawn="1"/>
              </p:nvSpPr>
              <p:spPr bwMode="auto">
                <a:xfrm>
                  <a:off x="9010354" y="91935"/>
                  <a:ext cx="27440" cy="441787"/>
                </a:xfrm>
                <a:custGeom>
                  <a:avLst/>
                  <a:gdLst>
                    <a:gd name="T0" fmla="*/ 20 w 20"/>
                    <a:gd name="T1" fmla="*/ 312 h 322"/>
                    <a:gd name="T2" fmla="*/ 20 w 20"/>
                    <a:gd name="T3" fmla="*/ 312 h 322"/>
                    <a:gd name="T4" fmla="*/ 20 w 20"/>
                    <a:gd name="T5" fmla="*/ 10 h 322"/>
                    <a:gd name="T6" fmla="*/ 20 w 20"/>
                    <a:gd name="T7" fmla="*/ 10 h 322"/>
                    <a:gd name="T8" fmla="*/ 20 w 20"/>
                    <a:gd name="T9" fmla="*/ 6 h 322"/>
                    <a:gd name="T10" fmla="*/ 16 w 20"/>
                    <a:gd name="T11" fmla="*/ 2 h 322"/>
                    <a:gd name="T12" fmla="*/ 14 w 20"/>
                    <a:gd name="T13" fmla="*/ 0 h 322"/>
                    <a:gd name="T14" fmla="*/ 10 w 20"/>
                    <a:gd name="T15" fmla="*/ 0 h 322"/>
                    <a:gd name="T16" fmla="*/ 6 w 20"/>
                    <a:gd name="T17" fmla="*/ 0 h 322"/>
                    <a:gd name="T18" fmla="*/ 4 w 20"/>
                    <a:gd name="T19" fmla="*/ 2 h 322"/>
                    <a:gd name="T20" fmla="*/ 0 w 20"/>
                    <a:gd name="T21" fmla="*/ 6 h 322"/>
                    <a:gd name="T22" fmla="*/ 0 w 20"/>
                    <a:gd name="T23" fmla="*/ 10 h 322"/>
                    <a:gd name="T24" fmla="*/ 0 w 20"/>
                    <a:gd name="T25" fmla="*/ 10 h 322"/>
                    <a:gd name="T26" fmla="*/ 0 w 20"/>
                    <a:gd name="T27" fmla="*/ 312 h 322"/>
                    <a:gd name="T28" fmla="*/ 0 w 20"/>
                    <a:gd name="T29" fmla="*/ 312 h 322"/>
                    <a:gd name="T30" fmla="*/ 0 w 20"/>
                    <a:gd name="T31" fmla="*/ 316 h 322"/>
                    <a:gd name="T32" fmla="*/ 4 w 20"/>
                    <a:gd name="T33" fmla="*/ 320 h 322"/>
                    <a:gd name="T34" fmla="*/ 6 w 20"/>
                    <a:gd name="T35" fmla="*/ 322 h 322"/>
                    <a:gd name="T36" fmla="*/ 10 w 20"/>
                    <a:gd name="T37" fmla="*/ 322 h 322"/>
                    <a:gd name="T38" fmla="*/ 14 w 20"/>
                    <a:gd name="T39" fmla="*/ 322 h 322"/>
                    <a:gd name="T40" fmla="*/ 16 w 20"/>
                    <a:gd name="T41" fmla="*/ 320 h 322"/>
                    <a:gd name="T42" fmla="*/ 20 w 20"/>
                    <a:gd name="T43" fmla="*/ 316 h 322"/>
                    <a:gd name="T44" fmla="*/ 20 w 20"/>
                    <a:gd name="T45" fmla="*/ 312 h 322"/>
                    <a:gd name="T46" fmla="*/ 20 w 20"/>
                    <a:gd name="T47" fmla="*/ 31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2">
                      <a:moveTo>
                        <a:pt x="20" y="312"/>
                      </a:moveTo>
                      <a:lnTo>
                        <a:pt x="20" y="312"/>
                      </a:lnTo>
                      <a:lnTo>
                        <a:pt x="20" y="10"/>
                      </a:lnTo>
                      <a:lnTo>
                        <a:pt x="20" y="10"/>
                      </a:lnTo>
                      <a:lnTo>
                        <a:pt x="20" y="6"/>
                      </a:lnTo>
                      <a:lnTo>
                        <a:pt x="16" y="2"/>
                      </a:lnTo>
                      <a:lnTo>
                        <a:pt x="14" y="0"/>
                      </a:lnTo>
                      <a:lnTo>
                        <a:pt x="10" y="0"/>
                      </a:lnTo>
                      <a:lnTo>
                        <a:pt x="6" y="0"/>
                      </a:lnTo>
                      <a:lnTo>
                        <a:pt x="4" y="2"/>
                      </a:lnTo>
                      <a:lnTo>
                        <a:pt x="0" y="6"/>
                      </a:lnTo>
                      <a:lnTo>
                        <a:pt x="0" y="10"/>
                      </a:lnTo>
                      <a:lnTo>
                        <a:pt x="0" y="10"/>
                      </a:lnTo>
                      <a:lnTo>
                        <a:pt x="0" y="312"/>
                      </a:lnTo>
                      <a:lnTo>
                        <a:pt x="0" y="312"/>
                      </a:lnTo>
                      <a:lnTo>
                        <a:pt x="0" y="316"/>
                      </a:lnTo>
                      <a:lnTo>
                        <a:pt x="4" y="320"/>
                      </a:lnTo>
                      <a:lnTo>
                        <a:pt x="6" y="322"/>
                      </a:lnTo>
                      <a:lnTo>
                        <a:pt x="10" y="322"/>
                      </a:lnTo>
                      <a:lnTo>
                        <a:pt x="14" y="322"/>
                      </a:lnTo>
                      <a:lnTo>
                        <a:pt x="16" y="320"/>
                      </a:lnTo>
                      <a:lnTo>
                        <a:pt x="20" y="316"/>
                      </a:lnTo>
                      <a:lnTo>
                        <a:pt x="20" y="312"/>
                      </a:lnTo>
                      <a:lnTo>
                        <a:pt x="20" y="312"/>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9" name="Freeform 32"/>
                <p:cNvSpPr>
                  <a:spLocks/>
                </p:cNvSpPr>
                <p:nvPr userDrawn="1"/>
              </p:nvSpPr>
              <p:spPr bwMode="auto">
                <a:xfrm>
                  <a:off x="8963705" y="506283"/>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20 h 20"/>
                    <a:gd name="T10" fmla="*/ 52 w 54"/>
                    <a:gd name="T11" fmla="*/ 16 h 20"/>
                    <a:gd name="T12" fmla="*/ 54 w 54"/>
                    <a:gd name="T13" fmla="*/ 14 h 20"/>
                    <a:gd name="T14" fmla="*/ 54 w 54"/>
                    <a:gd name="T15" fmla="*/ 10 h 20"/>
                    <a:gd name="T16" fmla="*/ 54 w 54"/>
                    <a:gd name="T17" fmla="*/ 6 h 20"/>
                    <a:gd name="T18" fmla="*/ 52 w 54"/>
                    <a:gd name="T19" fmla="*/ 4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4 h 20"/>
                    <a:gd name="T34" fmla="*/ 0 w 54"/>
                    <a:gd name="T35" fmla="*/ 6 h 20"/>
                    <a:gd name="T36" fmla="*/ 0 w 54"/>
                    <a:gd name="T37" fmla="*/ 10 h 20"/>
                    <a:gd name="T38" fmla="*/ 0 w 54"/>
                    <a:gd name="T39" fmla="*/ 14 h 20"/>
                    <a:gd name="T40" fmla="*/ 2 w 54"/>
                    <a:gd name="T41" fmla="*/ 16 h 20"/>
                    <a:gd name="T42" fmla="*/ 4 w 54"/>
                    <a:gd name="T43" fmla="*/ 20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lnTo>
                        <a:pt x="8" y="0"/>
                      </a:lnTo>
                      <a:lnTo>
                        <a:pt x="8" y="0"/>
                      </a:lnTo>
                      <a:lnTo>
                        <a:pt x="4" y="0"/>
                      </a:lnTo>
                      <a:lnTo>
                        <a:pt x="2" y="4"/>
                      </a:lnTo>
                      <a:lnTo>
                        <a:pt x="0" y="6"/>
                      </a:lnTo>
                      <a:lnTo>
                        <a:pt x="0" y="10"/>
                      </a:lnTo>
                      <a:lnTo>
                        <a:pt x="0" y="14"/>
                      </a:lnTo>
                      <a:lnTo>
                        <a:pt x="2" y="16"/>
                      </a:lnTo>
                      <a:lnTo>
                        <a:pt x="4" y="20"/>
                      </a:lnTo>
                      <a:lnTo>
                        <a:pt x="8" y="20"/>
                      </a:lnTo>
                      <a:lnTo>
                        <a:pt x="8" y="2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0" name="Freeform 33"/>
                <p:cNvSpPr>
                  <a:spLocks/>
                </p:cNvSpPr>
                <p:nvPr userDrawn="1"/>
              </p:nvSpPr>
              <p:spPr bwMode="auto">
                <a:xfrm>
                  <a:off x="8963705" y="91935"/>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18 h 20"/>
                    <a:gd name="T10" fmla="*/ 52 w 54"/>
                    <a:gd name="T11" fmla="*/ 16 h 20"/>
                    <a:gd name="T12" fmla="*/ 54 w 54"/>
                    <a:gd name="T13" fmla="*/ 14 h 20"/>
                    <a:gd name="T14" fmla="*/ 54 w 54"/>
                    <a:gd name="T15" fmla="*/ 10 h 20"/>
                    <a:gd name="T16" fmla="*/ 54 w 54"/>
                    <a:gd name="T17" fmla="*/ 6 h 20"/>
                    <a:gd name="T18" fmla="*/ 52 w 54"/>
                    <a:gd name="T19" fmla="*/ 2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2 h 20"/>
                    <a:gd name="T34" fmla="*/ 0 w 54"/>
                    <a:gd name="T35" fmla="*/ 6 h 20"/>
                    <a:gd name="T36" fmla="*/ 0 w 54"/>
                    <a:gd name="T37" fmla="*/ 10 h 20"/>
                    <a:gd name="T38" fmla="*/ 0 w 54"/>
                    <a:gd name="T39" fmla="*/ 14 h 20"/>
                    <a:gd name="T40" fmla="*/ 2 w 54"/>
                    <a:gd name="T41" fmla="*/ 16 h 20"/>
                    <a:gd name="T42" fmla="*/ 4 w 54"/>
                    <a:gd name="T43" fmla="*/ 18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lnTo>
                        <a:pt x="8" y="0"/>
                      </a:lnTo>
                      <a:lnTo>
                        <a:pt x="8" y="0"/>
                      </a:lnTo>
                      <a:lnTo>
                        <a:pt x="4" y="0"/>
                      </a:lnTo>
                      <a:lnTo>
                        <a:pt x="2" y="2"/>
                      </a:lnTo>
                      <a:lnTo>
                        <a:pt x="0" y="6"/>
                      </a:lnTo>
                      <a:lnTo>
                        <a:pt x="0" y="10"/>
                      </a:lnTo>
                      <a:lnTo>
                        <a:pt x="0" y="14"/>
                      </a:lnTo>
                      <a:lnTo>
                        <a:pt x="2" y="16"/>
                      </a:lnTo>
                      <a:lnTo>
                        <a:pt x="4" y="18"/>
                      </a:lnTo>
                      <a:lnTo>
                        <a:pt x="8" y="20"/>
                      </a:lnTo>
                      <a:lnTo>
                        <a:pt x="8" y="20"/>
                      </a:lnTo>
                      <a:close/>
                    </a:path>
                  </a:pathLst>
                </a:custGeom>
                <a:solidFill>
                  <a:srgbClr val="E5A912"/>
                </a:solidFill>
                <a:ln>
                  <a:noFill/>
                </a:ln>
                <a:extLst>
                  <a:ext uri="{91240B29-F687-4f45-9708-019B960494DF}">
                    <a14:hiddenLine xmlns:a14="http://schemas.microsoft.com/office/drawing/2010/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
          <p:nvSpPr>
            <p:cNvPr id="26" name="TextBox 27"/>
            <p:cNvSpPr txBox="1"/>
            <p:nvPr userDrawn="1"/>
          </p:nvSpPr>
          <p:spPr>
            <a:xfrm rot="16200000">
              <a:off x="10888482" y="237391"/>
              <a:ext cx="269659" cy="72461"/>
            </a:xfrm>
            <a:prstGeom prst="rect">
              <a:avLst/>
            </a:prstGeom>
            <a:noFill/>
          </p:spPr>
          <p:txBody>
            <a:bodyPr wrap="square" lIns="0" tIns="0" rIns="0" bIns="10800" rtlCol="0">
              <a:spAutoFit/>
            </a:bodyPr>
            <a:lstStyle/>
            <a:p>
              <a:pPr algn="ctr"/>
              <a:r>
                <a:rPr lang="en-GB" sz="400" dirty="0">
                  <a:solidFill>
                    <a:srgbClr val="7F7F7F"/>
                  </a:solidFill>
                </a:rPr>
                <a:t>Confidential</a:t>
              </a:r>
            </a:p>
          </p:txBody>
        </p:sp>
      </p:grpSp>
    </p:spTree>
    <p:extLst>
      <p:ext uri="{BB962C8B-B14F-4D97-AF65-F5344CB8AC3E}">
        <p14:creationId xmlns:p14="http://schemas.microsoft.com/office/powerpoint/2010/main" val="3505734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_10" preserve="1" userDrawn="1">
  <p:cSld name="Shape 1">
    <p:spTree>
      <p:nvGrpSpPr>
        <p:cNvPr id="1" name=""/>
        <p:cNvGrpSpPr/>
        <p:nvPr/>
      </p:nvGrpSpPr>
      <p:grpSpPr>
        <a:xfrm>
          <a:off x="0" y="0"/>
          <a:ext cx="0" cy="0"/>
          <a:chOff x="0" y="0"/>
          <a:chExt cx="0" cy="0"/>
        </a:xfrm>
      </p:grpSpPr>
      <p:sp>
        <p:nvSpPr>
          <p:cNvPr id="7" name="Marcador de texto 2"/>
          <p:cNvSpPr>
            <a:spLocks noGrp="1"/>
          </p:cNvSpPr>
          <p:nvPr>
            <p:ph type="body" sz="quarter" idx="18" hasCustomPrompt="1"/>
          </p:nvPr>
        </p:nvSpPr>
        <p:spPr>
          <a:xfrm>
            <a:off x="219460" y="1294329"/>
            <a:ext cx="4213151" cy="4828567"/>
          </a:xfrm>
        </p:spPr>
        <p:txBody>
          <a:bodyPr>
            <a:normAutofit/>
          </a:bodyPr>
          <a:lstStyle>
            <a:lvl1pPr marL="98220" indent="-98220">
              <a:lnSpc>
                <a:spcPct val="100000"/>
              </a:lnSpc>
              <a:buClr>
                <a:schemeClr val="accent2"/>
              </a:buClr>
              <a:defRPr sz="1500"/>
            </a:lvl1pPr>
            <a:lvl2pPr>
              <a:lnSpc>
                <a:spcPct val="100000"/>
              </a:lnSpc>
              <a:buClr>
                <a:schemeClr val="accent2"/>
              </a:buClr>
              <a:defRPr sz="1200"/>
            </a:lvl2pPr>
            <a:lvl3pPr>
              <a:lnSpc>
                <a:spcPct val="100000"/>
              </a:lnSpc>
              <a:buClr>
                <a:schemeClr val="accent2"/>
              </a:buClr>
              <a:defRPr sz="1050"/>
            </a:lvl3pPr>
            <a:lvl4pPr>
              <a:lnSpc>
                <a:spcPct val="100000"/>
              </a:lnSpc>
              <a:buClr>
                <a:schemeClr val="accent2"/>
              </a:buClr>
              <a:defRPr sz="1000"/>
            </a:lvl4pPr>
            <a:lvl5pPr>
              <a:lnSpc>
                <a:spcPct val="100000"/>
              </a:lnSpc>
              <a:buClr>
                <a:schemeClr val="accent2"/>
              </a:buClr>
              <a:defRPr sz="900"/>
            </a:lvl5pPr>
          </a:lstStyle>
          <a:p>
            <a:pPr lvl="0"/>
            <a:r>
              <a:rPr lang="en-GB" noProof="0" dirty="0"/>
              <a:t>Bullet level 1</a:t>
            </a:r>
          </a:p>
          <a:p>
            <a:pPr lvl="1"/>
            <a:r>
              <a:rPr lang="en-GB" noProof="0" dirty="0"/>
              <a:t>Bullet level 2</a:t>
            </a:r>
          </a:p>
          <a:p>
            <a:pPr lvl="2"/>
            <a:r>
              <a:rPr lang="en-GB" noProof="0" dirty="0"/>
              <a:t>Bullet level 3	</a:t>
            </a:r>
          </a:p>
          <a:p>
            <a:pPr lvl="3"/>
            <a:r>
              <a:rPr lang="en-GB" noProof="0" dirty="0"/>
              <a:t>Bullet level 4</a:t>
            </a:r>
          </a:p>
          <a:p>
            <a:pPr lvl="4"/>
            <a:r>
              <a:rPr lang="en-GB" noProof="0" dirty="0"/>
              <a:t>Bullet level 5</a:t>
            </a:r>
          </a:p>
        </p:txBody>
      </p:sp>
      <p:sp>
        <p:nvSpPr>
          <p:cNvPr id="14" name="Marcador de número de diapositiva 32"/>
          <p:cNvSpPr>
            <a:spLocks noGrp="1"/>
          </p:cNvSpPr>
          <p:nvPr>
            <p:ph type="sldNum" sz="quarter" idx="4"/>
          </p:nvPr>
        </p:nvSpPr>
        <p:spPr>
          <a:xfrm>
            <a:off x="8832719" y="6535006"/>
            <a:ext cx="186198" cy="92333"/>
          </a:xfrm>
          <a:prstGeom prst="rect">
            <a:avLst/>
          </a:prstGeom>
        </p:spPr>
        <p:txBody>
          <a:bodyPr vert="horz" wrap="square" lIns="0" tIns="0" rIns="0" bIns="0" rtlCol="0" anchor="ctr">
            <a:noAutofit/>
          </a:bodyPr>
          <a:lstStyle>
            <a:lvl1pPr algn="ctr">
              <a:defRPr sz="600">
                <a:solidFill>
                  <a:schemeClr val="bg1">
                    <a:lumMod val="50000"/>
                  </a:schemeClr>
                </a:solidFill>
                <a:latin typeface="+mj-lt"/>
              </a:defRPr>
            </a:lvl1pPr>
          </a:lstStyle>
          <a:p>
            <a:fld id="{E57627FB-D816-4EA7-98E3-793F2D9BC93A}" type="slidenum">
              <a:rPr lang="es-ES" smtClean="0"/>
              <a:pPr/>
              <a:t>‹#›</a:t>
            </a:fld>
            <a:endParaRPr lang="es-ES" dirty="0"/>
          </a:p>
        </p:txBody>
      </p:sp>
      <p:sp>
        <p:nvSpPr>
          <p:cNvPr id="11" name="Title 1"/>
          <p:cNvSpPr>
            <a:spLocks noGrp="1"/>
          </p:cNvSpPr>
          <p:nvPr>
            <p:ph type="title"/>
          </p:nvPr>
        </p:nvSpPr>
        <p:spPr>
          <a:xfrm>
            <a:off x="201168" y="296870"/>
            <a:ext cx="8439912" cy="482549"/>
          </a:xfrm>
        </p:spPr>
        <p:txBody>
          <a:bodyPr anchor="t">
            <a:noAutofit/>
          </a:bodyPr>
          <a:lstStyle>
            <a:lvl1pPr>
              <a:defRPr sz="3200">
                <a:solidFill>
                  <a:schemeClr val="tx2"/>
                </a:solidFill>
                <a:latin typeface="+mj-lt"/>
              </a:defRPr>
            </a:lvl1pPr>
          </a:lstStyle>
          <a:p>
            <a:r>
              <a:rPr lang="en-US" noProof="0"/>
              <a:t>Click to edit Master title style</a:t>
            </a:r>
            <a:endParaRPr lang="en-GB" noProof="0" dirty="0"/>
          </a:p>
        </p:txBody>
      </p:sp>
      <p:sp>
        <p:nvSpPr>
          <p:cNvPr id="15" name="Text Placeholder 19"/>
          <p:cNvSpPr>
            <a:spLocks noGrp="1"/>
          </p:cNvSpPr>
          <p:nvPr>
            <p:ph type="body" sz="quarter" idx="13"/>
          </p:nvPr>
        </p:nvSpPr>
        <p:spPr>
          <a:xfrm>
            <a:off x="219456" y="779416"/>
            <a:ext cx="8421460" cy="300087"/>
          </a:xfrm>
        </p:spPr>
        <p:txBody>
          <a:bodyPr>
            <a:noAutofit/>
          </a:bodyPr>
          <a:lstStyle>
            <a:lvl1pPr marL="0" indent="0">
              <a:lnSpc>
                <a:spcPct val="100000"/>
              </a:lnSpc>
              <a:buNone/>
              <a:defRPr sz="1800">
                <a:solidFill>
                  <a:schemeClr val="accent2"/>
                </a:solidFill>
                <a:latin typeface="+mj-lt"/>
              </a:defRPr>
            </a:lvl1pPr>
            <a:lvl2pPr marL="257156" indent="0">
              <a:buNone/>
              <a:defRPr sz="900">
                <a:solidFill>
                  <a:schemeClr val="accent2"/>
                </a:solidFill>
                <a:latin typeface="+mj-lt"/>
              </a:defRPr>
            </a:lvl2pPr>
            <a:lvl3pPr marL="514312" indent="0">
              <a:buNone/>
              <a:defRPr sz="788">
                <a:solidFill>
                  <a:schemeClr val="accent2"/>
                </a:solidFill>
                <a:latin typeface="+mj-lt"/>
              </a:defRPr>
            </a:lvl3pPr>
            <a:lvl4pPr marL="771468" indent="0">
              <a:buNone/>
              <a:defRPr sz="675">
                <a:solidFill>
                  <a:schemeClr val="accent2"/>
                </a:solidFill>
                <a:latin typeface="+mj-lt"/>
              </a:defRPr>
            </a:lvl4pPr>
            <a:lvl5pPr marL="1028624" indent="0">
              <a:buNone/>
              <a:defRPr sz="675">
                <a:solidFill>
                  <a:schemeClr val="accent2"/>
                </a:solidFill>
                <a:latin typeface="+mj-lt"/>
              </a:defRPr>
            </a:lvl5pPr>
          </a:lstStyle>
          <a:p>
            <a:pPr lvl="0"/>
            <a:r>
              <a:rPr lang="en-US" noProof="0"/>
              <a:t>Click to edit Master text styles</a:t>
            </a:r>
          </a:p>
        </p:txBody>
      </p:sp>
      <p:sp>
        <p:nvSpPr>
          <p:cNvPr id="19" name="Picture Placeholder 18"/>
          <p:cNvSpPr>
            <a:spLocks noGrp="1"/>
          </p:cNvSpPr>
          <p:nvPr>
            <p:ph type="pic" sz="quarter" idx="19" hasCustomPrompt="1"/>
          </p:nvPr>
        </p:nvSpPr>
        <p:spPr>
          <a:xfrm>
            <a:off x="4694254" y="2965456"/>
            <a:ext cx="3919608" cy="3343275"/>
          </a:xfrm>
          <a:custGeom>
            <a:avLst/>
            <a:gdLst>
              <a:gd name="connsiteX0" fmla="*/ 3764756 w 4556125"/>
              <a:gd name="connsiteY0" fmla="*/ 0 h 3886200"/>
              <a:gd name="connsiteX1" fmla="*/ 3778647 w 4556125"/>
              <a:gd name="connsiteY1" fmla="*/ 0 h 3886200"/>
              <a:gd name="connsiteX2" fmla="*/ 3792538 w 4556125"/>
              <a:gd name="connsiteY2" fmla="*/ 397 h 3886200"/>
              <a:gd name="connsiteX3" fmla="*/ 3806031 w 4556125"/>
              <a:gd name="connsiteY3" fmla="*/ 1191 h 3886200"/>
              <a:gd name="connsiteX4" fmla="*/ 3819922 w 4556125"/>
              <a:gd name="connsiteY4" fmla="*/ 2381 h 3886200"/>
              <a:gd name="connsiteX5" fmla="*/ 3833019 w 4556125"/>
              <a:gd name="connsiteY5" fmla="*/ 3969 h 3886200"/>
              <a:gd name="connsiteX6" fmla="*/ 3846512 w 4556125"/>
              <a:gd name="connsiteY6" fmla="*/ 5953 h 3886200"/>
              <a:gd name="connsiteX7" fmla="*/ 3859610 w 4556125"/>
              <a:gd name="connsiteY7" fmla="*/ 8731 h 3886200"/>
              <a:gd name="connsiteX8" fmla="*/ 3871912 w 4556125"/>
              <a:gd name="connsiteY8" fmla="*/ 11510 h 3886200"/>
              <a:gd name="connsiteX9" fmla="*/ 3885010 w 4556125"/>
              <a:gd name="connsiteY9" fmla="*/ 14685 h 3886200"/>
              <a:gd name="connsiteX10" fmla="*/ 3897710 w 4556125"/>
              <a:gd name="connsiteY10" fmla="*/ 18256 h 3886200"/>
              <a:gd name="connsiteX11" fmla="*/ 3910410 w 4556125"/>
              <a:gd name="connsiteY11" fmla="*/ 22622 h 3886200"/>
              <a:gd name="connsiteX12" fmla="*/ 3923110 w 4556125"/>
              <a:gd name="connsiteY12" fmla="*/ 26591 h 3886200"/>
              <a:gd name="connsiteX13" fmla="*/ 3935016 w 4556125"/>
              <a:gd name="connsiteY13" fmla="*/ 31750 h 3886200"/>
              <a:gd name="connsiteX14" fmla="*/ 3947716 w 4556125"/>
              <a:gd name="connsiteY14" fmla="*/ 36910 h 3886200"/>
              <a:gd name="connsiteX15" fmla="*/ 3959622 w 4556125"/>
              <a:gd name="connsiteY15" fmla="*/ 42863 h 3886200"/>
              <a:gd name="connsiteX16" fmla="*/ 3971131 w 4556125"/>
              <a:gd name="connsiteY16" fmla="*/ 48419 h 3886200"/>
              <a:gd name="connsiteX17" fmla="*/ 3983434 w 4556125"/>
              <a:gd name="connsiteY17" fmla="*/ 54769 h 3886200"/>
              <a:gd name="connsiteX18" fmla="*/ 3994944 w 4556125"/>
              <a:gd name="connsiteY18" fmla="*/ 61516 h 3886200"/>
              <a:gd name="connsiteX19" fmla="*/ 4006453 w 4556125"/>
              <a:gd name="connsiteY19" fmla="*/ 68660 h 3886200"/>
              <a:gd name="connsiteX20" fmla="*/ 4017962 w 4556125"/>
              <a:gd name="connsiteY20" fmla="*/ 76200 h 3886200"/>
              <a:gd name="connsiteX21" fmla="*/ 4029075 w 4556125"/>
              <a:gd name="connsiteY21" fmla="*/ 83741 h 3886200"/>
              <a:gd name="connsiteX22" fmla="*/ 4040188 w 4556125"/>
              <a:gd name="connsiteY22" fmla="*/ 91678 h 3886200"/>
              <a:gd name="connsiteX23" fmla="*/ 4051300 w 4556125"/>
              <a:gd name="connsiteY23" fmla="*/ 100013 h 3886200"/>
              <a:gd name="connsiteX24" fmla="*/ 4062412 w 4556125"/>
              <a:gd name="connsiteY24" fmla="*/ 108744 h 3886200"/>
              <a:gd name="connsiteX25" fmla="*/ 4073128 w 4556125"/>
              <a:gd name="connsiteY25" fmla="*/ 117872 h 3886200"/>
              <a:gd name="connsiteX26" fmla="*/ 4083844 w 4556125"/>
              <a:gd name="connsiteY26" fmla="*/ 127000 h 3886200"/>
              <a:gd name="connsiteX27" fmla="*/ 4094560 w 4556125"/>
              <a:gd name="connsiteY27" fmla="*/ 136525 h 3886200"/>
              <a:gd name="connsiteX28" fmla="*/ 4104481 w 4556125"/>
              <a:gd name="connsiteY28" fmla="*/ 146447 h 3886200"/>
              <a:gd name="connsiteX29" fmla="*/ 4125119 w 4556125"/>
              <a:gd name="connsiteY29" fmla="*/ 167084 h 3886200"/>
              <a:gd name="connsiteX30" fmla="*/ 4145360 w 4556125"/>
              <a:gd name="connsiteY30" fmla="*/ 188913 h 3886200"/>
              <a:gd name="connsiteX31" fmla="*/ 4164410 w 4556125"/>
              <a:gd name="connsiteY31" fmla="*/ 211931 h 3886200"/>
              <a:gd name="connsiteX32" fmla="*/ 4183856 w 4556125"/>
              <a:gd name="connsiteY32" fmla="*/ 235744 h 3886200"/>
              <a:gd name="connsiteX33" fmla="*/ 4202112 w 4556125"/>
              <a:gd name="connsiteY33" fmla="*/ 260350 h 3886200"/>
              <a:gd name="connsiteX34" fmla="*/ 4219972 w 4556125"/>
              <a:gd name="connsiteY34" fmla="*/ 286544 h 3886200"/>
              <a:gd name="connsiteX35" fmla="*/ 4237434 w 4556125"/>
              <a:gd name="connsiteY35" fmla="*/ 313135 h 3886200"/>
              <a:gd name="connsiteX36" fmla="*/ 4254500 w 4556125"/>
              <a:gd name="connsiteY36" fmla="*/ 340519 h 3886200"/>
              <a:gd name="connsiteX37" fmla="*/ 4271169 w 4556125"/>
              <a:gd name="connsiteY37" fmla="*/ 369094 h 3886200"/>
              <a:gd name="connsiteX38" fmla="*/ 4286647 w 4556125"/>
              <a:gd name="connsiteY38" fmla="*/ 398463 h 3886200"/>
              <a:gd name="connsiteX39" fmla="*/ 4302522 w 4556125"/>
              <a:gd name="connsiteY39" fmla="*/ 427831 h 3886200"/>
              <a:gd name="connsiteX40" fmla="*/ 4317603 w 4556125"/>
              <a:gd name="connsiteY40" fmla="*/ 458391 h 3886200"/>
              <a:gd name="connsiteX41" fmla="*/ 4332288 w 4556125"/>
              <a:gd name="connsiteY41" fmla="*/ 489347 h 3886200"/>
              <a:gd name="connsiteX42" fmla="*/ 4346178 w 4556125"/>
              <a:gd name="connsiteY42" fmla="*/ 521097 h 3886200"/>
              <a:gd name="connsiteX43" fmla="*/ 4359672 w 4556125"/>
              <a:gd name="connsiteY43" fmla="*/ 553244 h 3886200"/>
              <a:gd name="connsiteX44" fmla="*/ 4372769 w 4556125"/>
              <a:gd name="connsiteY44" fmla="*/ 586185 h 3886200"/>
              <a:gd name="connsiteX45" fmla="*/ 4385469 w 4556125"/>
              <a:gd name="connsiteY45" fmla="*/ 619522 h 3886200"/>
              <a:gd name="connsiteX46" fmla="*/ 4398169 w 4556125"/>
              <a:gd name="connsiteY46" fmla="*/ 652463 h 3886200"/>
              <a:gd name="connsiteX47" fmla="*/ 4409678 w 4556125"/>
              <a:gd name="connsiteY47" fmla="*/ 686991 h 3886200"/>
              <a:gd name="connsiteX48" fmla="*/ 4420790 w 4556125"/>
              <a:gd name="connsiteY48" fmla="*/ 721122 h 3886200"/>
              <a:gd name="connsiteX49" fmla="*/ 4431903 w 4556125"/>
              <a:gd name="connsiteY49" fmla="*/ 755253 h 3886200"/>
              <a:gd name="connsiteX50" fmla="*/ 4441825 w 4556125"/>
              <a:gd name="connsiteY50" fmla="*/ 790178 h 3886200"/>
              <a:gd name="connsiteX51" fmla="*/ 4451747 w 4556125"/>
              <a:gd name="connsiteY51" fmla="*/ 824706 h 3886200"/>
              <a:gd name="connsiteX52" fmla="*/ 4461669 w 4556125"/>
              <a:gd name="connsiteY52" fmla="*/ 859631 h 3886200"/>
              <a:gd name="connsiteX53" fmla="*/ 4470003 w 4556125"/>
              <a:gd name="connsiteY53" fmla="*/ 894953 h 3886200"/>
              <a:gd name="connsiteX54" fmla="*/ 4478734 w 4556125"/>
              <a:gd name="connsiteY54" fmla="*/ 929878 h 3886200"/>
              <a:gd name="connsiteX55" fmla="*/ 4486672 w 4556125"/>
              <a:gd name="connsiteY55" fmla="*/ 964803 h 3886200"/>
              <a:gd name="connsiteX56" fmla="*/ 4494212 w 4556125"/>
              <a:gd name="connsiteY56" fmla="*/ 1000125 h 3886200"/>
              <a:gd name="connsiteX57" fmla="*/ 4501753 w 4556125"/>
              <a:gd name="connsiteY57" fmla="*/ 1034653 h 3886200"/>
              <a:gd name="connsiteX58" fmla="*/ 4508500 w 4556125"/>
              <a:gd name="connsiteY58" fmla="*/ 1069578 h 3886200"/>
              <a:gd name="connsiteX59" fmla="*/ 4514453 w 4556125"/>
              <a:gd name="connsiteY59" fmla="*/ 1104106 h 3886200"/>
              <a:gd name="connsiteX60" fmla="*/ 4520406 w 4556125"/>
              <a:gd name="connsiteY60" fmla="*/ 1138635 h 3886200"/>
              <a:gd name="connsiteX61" fmla="*/ 4525566 w 4556125"/>
              <a:gd name="connsiteY61" fmla="*/ 1172369 h 3886200"/>
              <a:gd name="connsiteX62" fmla="*/ 4530328 w 4556125"/>
              <a:gd name="connsiteY62" fmla="*/ 1206103 h 3886200"/>
              <a:gd name="connsiteX63" fmla="*/ 4535090 w 4556125"/>
              <a:gd name="connsiteY63" fmla="*/ 1239044 h 3886200"/>
              <a:gd name="connsiteX64" fmla="*/ 4539060 w 4556125"/>
              <a:gd name="connsiteY64" fmla="*/ 1271985 h 3886200"/>
              <a:gd name="connsiteX65" fmla="*/ 4542631 w 4556125"/>
              <a:gd name="connsiteY65" fmla="*/ 1304528 h 3886200"/>
              <a:gd name="connsiteX66" fmla="*/ 4546203 w 4556125"/>
              <a:gd name="connsiteY66" fmla="*/ 1336278 h 3886200"/>
              <a:gd name="connsiteX67" fmla="*/ 4548584 w 4556125"/>
              <a:gd name="connsiteY67" fmla="*/ 1367631 h 3886200"/>
              <a:gd name="connsiteX68" fmla="*/ 4550966 w 4556125"/>
              <a:gd name="connsiteY68" fmla="*/ 1398191 h 3886200"/>
              <a:gd name="connsiteX69" fmla="*/ 4552950 w 4556125"/>
              <a:gd name="connsiteY69" fmla="*/ 1428353 h 3886200"/>
              <a:gd name="connsiteX70" fmla="*/ 4554538 w 4556125"/>
              <a:gd name="connsiteY70" fmla="*/ 1458119 h 3886200"/>
              <a:gd name="connsiteX71" fmla="*/ 4555728 w 4556125"/>
              <a:gd name="connsiteY71" fmla="*/ 1486297 h 3886200"/>
              <a:gd name="connsiteX72" fmla="*/ 4556125 w 4556125"/>
              <a:gd name="connsiteY72" fmla="*/ 1514475 h 3886200"/>
              <a:gd name="connsiteX73" fmla="*/ 4556125 w 4556125"/>
              <a:gd name="connsiteY73" fmla="*/ 1541463 h 3886200"/>
              <a:gd name="connsiteX74" fmla="*/ 4556125 w 4556125"/>
              <a:gd name="connsiteY74" fmla="*/ 1572022 h 3886200"/>
              <a:gd name="connsiteX75" fmla="*/ 4555728 w 4556125"/>
              <a:gd name="connsiteY75" fmla="*/ 1602185 h 3886200"/>
              <a:gd name="connsiteX76" fmla="*/ 4554538 w 4556125"/>
              <a:gd name="connsiteY76" fmla="*/ 1631950 h 3886200"/>
              <a:gd name="connsiteX77" fmla="*/ 4552950 w 4556125"/>
              <a:gd name="connsiteY77" fmla="*/ 1662113 h 3886200"/>
              <a:gd name="connsiteX78" fmla="*/ 4551760 w 4556125"/>
              <a:gd name="connsiteY78" fmla="*/ 1692275 h 3886200"/>
              <a:gd name="connsiteX79" fmla="*/ 4549775 w 4556125"/>
              <a:gd name="connsiteY79" fmla="*/ 1722041 h 3886200"/>
              <a:gd name="connsiteX80" fmla="*/ 4546997 w 4556125"/>
              <a:gd name="connsiteY80" fmla="*/ 1751806 h 3886200"/>
              <a:gd name="connsiteX81" fmla="*/ 4544219 w 4556125"/>
              <a:gd name="connsiteY81" fmla="*/ 1781572 h 3886200"/>
              <a:gd name="connsiteX82" fmla="*/ 4541044 w 4556125"/>
              <a:gd name="connsiteY82" fmla="*/ 1810544 h 3886200"/>
              <a:gd name="connsiteX83" fmla="*/ 4537472 w 4556125"/>
              <a:gd name="connsiteY83" fmla="*/ 1840310 h 3886200"/>
              <a:gd name="connsiteX84" fmla="*/ 4533503 w 4556125"/>
              <a:gd name="connsiteY84" fmla="*/ 1869678 h 3886200"/>
              <a:gd name="connsiteX85" fmla="*/ 4529534 w 4556125"/>
              <a:gd name="connsiteY85" fmla="*/ 1898650 h 3886200"/>
              <a:gd name="connsiteX86" fmla="*/ 4524375 w 4556125"/>
              <a:gd name="connsiteY86" fmla="*/ 1927622 h 3886200"/>
              <a:gd name="connsiteX87" fmla="*/ 4520010 w 4556125"/>
              <a:gd name="connsiteY87" fmla="*/ 1956594 h 3886200"/>
              <a:gd name="connsiteX88" fmla="*/ 4514453 w 4556125"/>
              <a:gd name="connsiteY88" fmla="*/ 1985566 h 3886200"/>
              <a:gd name="connsiteX89" fmla="*/ 4508897 w 4556125"/>
              <a:gd name="connsiteY89" fmla="*/ 2014141 h 3886200"/>
              <a:gd name="connsiteX90" fmla="*/ 4502944 w 4556125"/>
              <a:gd name="connsiteY90" fmla="*/ 2042716 h 3886200"/>
              <a:gd name="connsiteX91" fmla="*/ 4496197 w 4556125"/>
              <a:gd name="connsiteY91" fmla="*/ 2070894 h 3886200"/>
              <a:gd name="connsiteX92" fmla="*/ 4489847 w 4556125"/>
              <a:gd name="connsiteY92" fmla="*/ 2099072 h 3886200"/>
              <a:gd name="connsiteX93" fmla="*/ 4482703 w 4556125"/>
              <a:gd name="connsiteY93" fmla="*/ 2127250 h 3886200"/>
              <a:gd name="connsiteX94" fmla="*/ 4475162 w 4556125"/>
              <a:gd name="connsiteY94" fmla="*/ 2155428 h 3886200"/>
              <a:gd name="connsiteX95" fmla="*/ 4467622 w 4556125"/>
              <a:gd name="connsiteY95" fmla="*/ 2183210 h 3886200"/>
              <a:gd name="connsiteX96" fmla="*/ 4459684 w 4556125"/>
              <a:gd name="connsiteY96" fmla="*/ 2210991 h 3886200"/>
              <a:gd name="connsiteX97" fmla="*/ 4450953 w 4556125"/>
              <a:gd name="connsiteY97" fmla="*/ 2238772 h 3886200"/>
              <a:gd name="connsiteX98" fmla="*/ 4442222 w 4556125"/>
              <a:gd name="connsiteY98" fmla="*/ 2266553 h 3886200"/>
              <a:gd name="connsiteX99" fmla="*/ 4433490 w 4556125"/>
              <a:gd name="connsiteY99" fmla="*/ 2293541 h 3886200"/>
              <a:gd name="connsiteX100" fmla="*/ 4423569 w 4556125"/>
              <a:gd name="connsiteY100" fmla="*/ 2320925 h 3886200"/>
              <a:gd name="connsiteX101" fmla="*/ 4414044 w 4556125"/>
              <a:gd name="connsiteY101" fmla="*/ 2347913 h 3886200"/>
              <a:gd name="connsiteX102" fmla="*/ 4404122 w 4556125"/>
              <a:gd name="connsiteY102" fmla="*/ 2374503 h 3886200"/>
              <a:gd name="connsiteX103" fmla="*/ 4393406 w 4556125"/>
              <a:gd name="connsiteY103" fmla="*/ 2401491 h 3886200"/>
              <a:gd name="connsiteX104" fmla="*/ 4383088 w 4556125"/>
              <a:gd name="connsiteY104" fmla="*/ 2428081 h 3886200"/>
              <a:gd name="connsiteX105" fmla="*/ 4371975 w 4556125"/>
              <a:gd name="connsiteY105" fmla="*/ 2454275 h 3886200"/>
              <a:gd name="connsiteX106" fmla="*/ 4360862 w 4556125"/>
              <a:gd name="connsiteY106" fmla="*/ 2480469 h 3886200"/>
              <a:gd name="connsiteX107" fmla="*/ 4349353 w 4556125"/>
              <a:gd name="connsiteY107" fmla="*/ 2506663 h 3886200"/>
              <a:gd name="connsiteX108" fmla="*/ 4337050 w 4556125"/>
              <a:gd name="connsiteY108" fmla="*/ 2532063 h 3886200"/>
              <a:gd name="connsiteX109" fmla="*/ 4325144 w 4556125"/>
              <a:gd name="connsiteY109" fmla="*/ 2557860 h 3886200"/>
              <a:gd name="connsiteX110" fmla="*/ 4312444 w 4556125"/>
              <a:gd name="connsiteY110" fmla="*/ 2583656 h 3886200"/>
              <a:gd name="connsiteX111" fmla="*/ 4299744 w 4556125"/>
              <a:gd name="connsiteY111" fmla="*/ 2608660 h 3886200"/>
              <a:gd name="connsiteX112" fmla="*/ 4286647 w 4556125"/>
              <a:gd name="connsiteY112" fmla="*/ 2634060 h 3886200"/>
              <a:gd name="connsiteX113" fmla="*/ 4273153 w 4556125"/>
              <a:gd name="connsiteY113" fmla="*/ 2659063 h 3886200"/>
              <a:gd name="connsiteX114" fmla="*/ 4259660 w 4556125"/>
              <a:gd name="connsiteY114" fmla="*/ 2683669 h 3886200"/>
              <a:gd name="connsiteX115" fmla="*/ 4245769 w 4556125"/>
              <a:gd name="connsiteY115" fmla="*/ 2708275 h 3886200"/>
              <a:gd name="connsiteX116" fmla="*/ 4231481 w 4556125"/>
              <a:gd name="connsiteY116" fmla="*/ 2733278 h 3886200"/>
              <a:gd name="connsiteX117" fmla="*/ 4216797 w 4556125"/>
              <a:gd name="connsiteY117" fmla="*/ 2757488 h 3886200"/>
              <a:gd name="connsiteX118" fmla="*/ 4202112 w 4556125"/>
              <a:gd name="connsiteY118" fmla="*/ 2781300 h 3886200"/>
              <a:gd name="connsiteX119" fmla="*/ 4187031 w 4556125"/>
              <a:gd name="connsiteY119" fmla="*/ 2805113 h 3886200"/>
              <a:gd name="connsiteX120" fmla="*/ 4171553 w 4556125"/>
              <a:gd name="connsiteY120" fmla="*/ 2828925 h 3886200"/>
              <a:gd name="connsiteX121" fmla="*/ 4156075 w 4556125"/>
              <a:gd name="connsiteY121" fmla="*/ 2852341 h 3886200"/>
              <a:gd name="connsiteX122" fmla="*/ 4139803 w 4556125"/>
              <a:gd name="connsiteY122" fmla="*/ 2875756 h 3886200"/>
              <a:gd name="connsiteX123" fmla="*/ 4123928 w 4556125"/>
              <a:gd name="connsiteY123" fmla="*/ 2898775 h 3886200"/>
              <a:gd name="connsiteX124" fmla="*/ 4107260 w 4556125"/>
              <a:gd name="connsiteY124" fmla="*/ 2921794 h 3886200"/>
              <a:gd name="connsiteX125" fmla="*/ 4090590 w 4556125"/>
              <a:gd name="connsiteY125" fmla="*/ 2944416 h 3886200"/>
              <a:gd name="connsiteX126" fmla="*/ 4073525 w 4556125"/>
              <a:gd name="connsiteY126" fmla="*/ 2966641 h 3886200"/>
              <a:gd name="connsiteX127" fmla="*/ 4056460 w 4556125"/>
              <a:gd name="connsiteY127" fmla="*/ 2988866 h 3886200"/>
              <a:gd name="connsiteX128" fmla="*/ 4038600 w 4556125"/>
              <a:gd name="connsiteY128" fmla="*/ 3011091 h 3886200"/>
              <a:gd name="connsiteX129" fmla="*/ 4021138 w 4556125"/>
              <a:gd name="connsiteY129" fmla="*/ 3033316 h 3886200"/>
              <a:gd name="connsiteX130" fmla="*/ 4002881 w 4556125"/>
              <a:gd name="connsiteY130" fmla="*/ 3054350 h 3886200"/>
              <a:gd name="connsiteX131" fmla="*/ 3985022 w 4556125"/>
              <a:gd name="connsiteY131" fmla="*/ 3076178 h 3886200"/>
              <a:gd name="connsiteX132" fmla="*/ 3966369 w 4556125"/>
              <a:gd name="connsiteY132" fmla="*/ 3097213 h 3886200"/>
              <a:gd name="connsiteX133" fmla="*/ 3947716 w 4556125"/>
              <a:gd name="connsiteY133" fmla="*/ 3117850 h 3886200"/>
              <a:gd name="connsiteX134" fmla="*/ 3928666 w 4556125"/>
              <a:gd name="connsiteY134" fmla="*/ 3138885 h 3886200"/>
              <a:gd name="connsiteX135" fmla="*/ 3908822 w 4556125"/>
              <a:gd name="connsiteY135" fmla="*/ 3159125 h 3886200"/>
              <a:gd name="connsiteX136" fmla="*/ 3889772 w 4556125"/>
              <a:gd name="connsiteY136" fmla="*/ 3179366 h 3886200"/>
              <a:gd name="connsiteX137" fmla="*/ 3869531 w 4556125"/>
              <a:gd name="connsiteY137" fmla="*/ 3199210 h 3886200"/>
              <a:gd name="connsiteX138" fmla="*/ 3850084 w 4556125"/>
              <a:gd name="connsiteY138" fmla="*/ 3219053 h 3886200"/>
              <a:gd name="connsiteX139" fmla="*/ 3829447 w 4556125"/>
              <a:gd name="connsiteY139" fmla="*/ 3238500 h 3886200"/>
              <a:gd name="connsiteX140" fmla="*/ 3809206 w 4556125"/>
              <a:gd name="connsiteY140" fmla="*/ 3258344 h 3886200"/>
              <a:gd name="connsiteX141" fmla="*/ 3788569 w 4556125"/>
              <a:gd name="connsiteY141" fmla="*/ 3276997 h 3886200"/>
              <a:gd name="connsiteX142" fmla="*/ 3767534 w 4556125"/>
              <a:gd name="connsiteY142" fmla="*/ 3296047 h 3886200"/>
              <a:gd name="connsiteX143" fmla="*/ 3746103 w 4556125"/>
              <a:gd name="connsiteY143" fmla="*/ 3314700 h 3886200"/>
              <a:gd name="connsiteX144" fmla="*/ 3725069 w 4556125"/>
              <a:gd name="connsiteY144" fmla="*/ 3332956 h 3886200"/>
              <a:gd name="connsiteX145" fmla="*/ 3703638 w 4556125"/>
              <a:gd name="connsiteY145" fmla="*/ 3350816 h 3886200"/>
              <a:gd name="connsiteX146" fmla="*/ 3681412 w 4556125"/>
              <a:gd name="connsiteY146" fmla="*/ 3368675 h 3886200"/>
              <a:gd name="connsiteX147" fmla="*/ 3659584 w 4556125"/>
              <a:gd name="connsiteY147" fmla="*/ 3386138 h 3886200"/>
              <a:gd name="connsiteX148" fmla="*/ 3636962 w 4556125"/>
              <a:gd name="connsiteY148" fmla="*/ 3403203 h 3886200"/>
              <a:gd name="connsiteX149" fmla="*/ 3614738 w 4556125"/>
              <a:gd name="connsiteY149" fmla="*/ 3420269 h 3886200"/>
              <a:gd name="connsiteX150" fmla="*/ 3592116 w 4556125"/>
              <a:gd name="connsiteY150" fmla="*/ 3436938 h 3886200"/>
              <a:gd name="connsiteX151" fmla="*/ 3569097 w 4556125"/>
              <a:gd name="connsiteY151" fmla="*/ 3453606 h 3886200"/>
              <a:gd name="connsiteX152" fmla="*/ 3546078 w 4556125"/>
              <a:gd name="connsiteY152" fmla="*/ 3469878 h 3886200"/>
              <a:gd name="connsiteX153" fmla="*/ 3522662 w 4556125"/>
              <a:gd name="connsiteY153" fmla="*/ 3485753 h 3886200"/>
              <a:gd name="connsiteX154" fmla="*/ 3499644 w 4556125"/>
              <a:gd name="connsiteY154" fmla="*/ 3501628 h 3886200"/>
              <a:gd name="connsiteX155" fmla="*/ 3475831 w 4556125"/>
              <a:gd name="connsiteY155" fmla="*/ 3517106 h 3886200"/>
              <a:gd name="connsiteX156" fmla="*/ 3452019 w 4556125"/>
              <a:gd name="connsiteY156" fmla="*/ 3532188 h 3886200"/>
              <a:gd name="connsiteX157" fmla="*/ 3427810 w 4556125"/>
              <a:gd name="connsiteY157" fmla="*/ 3546872 h 3886200"/>
              <a:gd name="connsiteX158" fmla="*/ 3403600 w 4556125"/>
              <a:gd name="connsiteY158" fmla="*/ 3561556 h 3886200"/>
              <a:gd name="connsiteX159" fmla="*/ 3379390 w 4556125"/>
              <a:gd name="connsiteY159" fmla="*/ 3575447 h 3886200"/>
              <a:gd name="connsiteX160" fmla="*/ 3354784 w 4556125"/>
              <a:gd name="connsiteY160" fmla="*/ 3589735 h 3886200"/>
              <a:gd name="connsiteX161" fmla="*/ 3329384 w 4556125"/>
              <a:gd name="connsiteY161" fmla="*/ 3603228 h 3886200"/>
              <a:gd name="connsiteX162" fmla="*/ 3304778 w 4556125"/>
              <a:gd name="connsiteY162" fmla="*/ 3616722 h 3886200"/>
              <a:gd name="connsiteX163" fmla="*/ 3279775 w 4556125"/>
              <a:gd name="connsiteY163" fmla="*/ 3629819 h 3886200"/>
              <a:gd name="connsiteX164" fmla="*/ 3253978 w 4556125"/>
              <a:gd name="connsiteY164" fmla="*/ 3642519 h 3886200"/>
              <a:gd name="connsiteX165" fmla="*/ 3228975 w 4556125"/>
              <a:gd name="connsiteY165" fmla="*/ 3655219 h 3886200"/>
              <a:gd name="connsiteX166" fmla="*/ 3202781 w 4556125"/>
              <a:gd name="connsiteY166" fmla="*/ 3667125 h 3886200"/>
              <a:gd name="connsiteX167" fmla="*/ 3176984 w 4556125"/>
              <a:gd name="connsiteY167" fmla="*/ 3679428 h 3886200"/>
              <a:gd name="connsiteX168" fmla="*/ 3150790 w 4556125"/>
              <a:gd name="connsiteY168" fmla="*/ 3690938 h 3886200"/>
              <a:gd name="connsiteX169" fmla="*/ 3124597 w 4556125"/>
              <a:gd name="connsiteY169" fmla="*/ 3702050 h 3886200"/>
              <a:gd name="connsiteX170" fmla="*/ 3098403 w 4556125"/>
              <a:gd name="connsiteY170" fmla="*/ 3713163 h 3886200"/>
              <a:gd name="connsiteX171" fmla="*/ 3071812 w 4556125"/>
              <a:gd name="connsiteY171" fmla="*/ 3723481 h 3886200"/>
              <a:gd name="connsiteX172" fmla="*/ 3045222 w 4556125"/>
              <a:gd name="connsiteY172" fmla="*/ 3734197 h 3886200"/>
              <a:gd name="connsiteX173" fmla="*/ 3018631 w 4556125"/>
              <a:gd name="connsiteY173" fmla="*/ 3744119 h 3886200"/>
              <a:gd name="connsiteX174" fmla="*/ 2991247 w 4556125"/>
              <a:gd name="connsiteY174" fmla="*/ 3753644 h 3886200"/>
              <a:gd name="connsiteX175" fmla="*/ 2964260 w 4556125"/>
              <a:gd name="connsiteY175" fmla="*/ 3763169 h 3886200"/>
              <a:gd name="connsiteX176" fmla="*/ 2936875 w 4556125"/>
              <a:gd name="connsiteY176" fmla="*/ 3771900 h 3886200"/>
              <a:gd name="connsiteX177" fmla="*/ 2909094 w 4556125"/>
              <a:gd name="connsiteY177" fmla="*/ 3781028 h 3886200"/>
              <a:gd name="connsiteX178" fmla="*/ 2882106 w 4556125"/>
              <a:gd name="connsiteY178" fmla="*/ 3789363 h 3886200"/>
              <a:gd name="connsiteX179" fmla="*/ 2853928 w 4556125"/>
              <a:gd name="connsiteY179" fmla="*/ 3797697 h 3886200"/>
              <a:gd name="connsiteX180" fmla="*/ 2826147 w 4556125"/>
              <a:gd name="connsiteY180" fmla="*/ 3805238 h 3886200"/>
              <a:gd name="connsiteX181" fmla="*/ 2797969 w 4556125"/>
              <a:gd name="connsiteY181" fmla="*/ 3812778 h 3886200"/>
              <a:gd name="connsiteX182" fmla="*/ 2770188 w 4556125"/>
              <a:gd name="connsiteY182" fmla="*/ 3819922 h 3886200"/>
              <a:gd name="connsiteX183" fmla="*/ 2741612 w 4556125"/>
              <a:gd name="connsiteY183" fmla="*/ 3826272 h 3886200"/>
              <a:gd name="connsiteX184" fmla="*/ 2713434 w 4556125"/>
              <a:gd name="connsiteY184" fmla="*/ 3833019 h 3886200"/>
              <a:gd name="connsiteX185" fmla="*/ 2684860 w 4556125"/>
              <a:gd name="connsiteY185" fmla="*/ 3838972 h 3886200"/>
              <a:gd name="connsiteX186" fmla="*/ 2655888 w 4556125"/>
              <a:gd name="connsiteY186" fmla="*/ 3844528 h 3886200"/>
              <a:gd name="connsiteX187" fmla="*/ 2627312 w 4556125"/>
              <a:gd name="connsiteY187" fmla="*/ 3849291 h 3886200"/>
              <a:gd name="connsiteX188" fmla="*/ 2598738 w 4556125"/>
              <a:gd name="connsiteY188" fmla="*/ 3854450 h 3886200"/>
              <a:gd name="connsiteX189" fmla="*/ 2569369 w 4556125"/>
              <a:gd name="connsiteY189" fmla="*/ 3859610 h 3886200"/>
              <a:gd name="connsiteX190" fmla="*/ 2540397 w 4556125"/>
              <a:gd name="connsiteY190" fmla="*/ 3863578 h 3886200"/>
              <a:gd name="connsiteX191" fmla="*/ 2511028 w 4556125"/>
              <a:gd name="connsiteY191" fmla="*/ 3867547 h 3886200"/>
              <a:gd name="connsiteX192" fmla="*/ 2481262 w 4556125"/>
              <a:gd name="connsiteY192" fmla="*/ 3871119 h 3886200"/>
              <a:gd name="connsiteX193" fmla="*/ 2452290 w 4556125"/>
              <a:gd name="connsiteY193" fmla="*/ 3874294 h 3886200"/>
              <a:gd name="connsiteX194" fmla="*/ 2422525 w 4556125"/>
              <a:gd name="connsiteY194" fmla="*/ 3877072 h 3886200"/>
              <a:gd name="connsiteX195" fmla="*/ 2392760 w 4556125"/>
              <a:gd name="connsiteY195" fmla="*/ 3879850 h 3886200"/>
              <a:gd name="connsiteX196" fmla="*/ 2362994 w 4556125"/>
              <a:gd name="connsiteY196" fmla="*/ 3881835 h 3886200"/>
              <a:gd name="connsiteX197" fmla="*/ 2332831 w 4556125"/>
              <a:gd name="connsiteY197" fmla="*/ 3883025 h 3886200"/>
              <a:gd name="connsiteX198" fmla="*/ 2303066 w 4556125"/>
              <a:gd name="connsiteY198" fmla="*/ 3884613 h 3886200"/>
              <a:gd name="connsiteX199" fmla="*/ 2272903 w 4556125"/>
              <a:gd name="connsiteY199" fmla="*/ 3885803 h 3886200"/>
              <a:gd name="connsiteX200" fmla="*/ 2242740 w 4556125"/>
              <a:gd name="connsiteY200" fmla="*/ 3886200 h 3886200"/>
              <a:gd name="connsiteX201" fmla="*/ 2212578 w 4556125"/>
              <a:gd name="connsiteY201" fmla="*/ 3886200 h 3886200"/>
              <a:gd name="connsiteX202" fmla="*/ 2169716 w 4556125"/>
              <a:gd name="connsiteY202" fmla="*/ 3885803 h 3886200"/>
              <a:gd name="connsiteX203" fmla="*/ 2127647 w 4556125"/>
              <a:gd name="connsiteY203" fmla="*/ 3884613 h 3886200"/>
              <a:gd name="connsiteX204" fmla="*/ 2085975 w 4556125"/>
              <a:gd name="connsiteY204" fmla="*/ 3883025 h 3886200"/>
              <a:gd name="connsiteX205" fmla="*/ 2043906 w 4556125"/>
              <a:gd name="connsiteY205" fmla="*/ 3880247 h 3886200"/>
              <a:gd name="connsiteX206" fmla="*/ 2002234 w 4556125"/>
              <a:gd name="connsiteY206" fmla="*/ 3877072 h 3886200"/>
              <a:gd name="connsiteX207" fmla="*/ 1960960 w 4556125"/>
              <a:gd name="connsiteY207" fmla="*/ 3873103 h 3886200"/>
              <a:gd name="connsiteX208" fmla="*/ 1919685 w 4556125"/>
              <a:gd name="connsiteY208" fmla="*/ 3867944 h 3886200"/>
              <a:gd name="connsiteX209" fmla="*/ 1878410 w 4556125"/>
              <a:gd name="connsiteY209" fmla="*/ 3862388 h 3886200"/>
              <a:gd name="connsiteX210" fmla="*/ 1837531 w 4556125"/>
              <a:gd name="connsiteY210" fmla="*/ 3856435 h 3886200"/>
              <a:gd name="connsiteX211" fmla="*/ 1797050 w 4556125"/>
              <a:gd name="connsiteY211" fmla="*/ 3849291 h 3886200"/>
              <a:gd name="connsiteX212" fmla="*/ 1756569 w 4556125"/>
              <a:gd name="connsiteY212" fmla="*/ 3841750 h 3886200"/>
              <a:gd name="connsiteX213" fmla="*/ 1716881 w 4556125"/>
              <a:gd name="connsiteY213" fmla="*/ 3833813 h 3886200"/>
              <a:gd name="connsiteX214" fmla="*/ 1677194 w 4556125"/>
              <a:gd name="connsiteY214" fmla="*/ 3824685 h 3886200"/>
              <a:gd name="connsiteX215" fmla="*/ 1637506 w 4556125"/>
              <a:gd name="connsiteY215" fmla="*/ 3815160 h 3886200"/>
              <a:gd name="connsiteX216" fmla="*/ 1598216 w 4556125"/>
              <a:gd name="connsiteY216" fmla="*/ 3804444 h 3886200"/>
              <a:gd name="connsiteX217" fmla="*/ 1558925 w 4556125"/>
              <a:gd name="connsiteY217" fmla="*/ 3794125 h 3886200"/>
              <a:gd name="connsiteX218" fmla="*/ 1520031 w 4556125"/>
              <a:gd name="connsiteY218" fmla="*/ 3782616 h 3886200"/>
              <a:gd name="connsiteX219" fmla="*/ 1481931 w 4556125"/>
              <a:gd name="connsiteY219" fmla="*/ 3769916 h 3886200"/>
              <a:gd name="connsiteX220" fmla="*/ 1443435 w 4556125"/>
              <a:gd name="connsiteY220" fmla="*/ 3757216 h 3886200"/>
              <a:gd name="connsiteX221" fmla="*/ 1405731 w 4556125"/>
              <a:gd name="connsiteY221" fmla="*/ 3743722 h 3886200"/>
              <a:gd name="connsiteX222" fmla="*/ 1368028 w 4556125"/>
              <a:gd name="connsiteY222" fmla="*/ 3729435 h 3886200"/>
              <a:gd name="connsiteX223" fmla="*/ 1330722 w 4556125"/>
              <a:gd name="connsiteY223" fmla="*/ 3714353 h 3886200"/>
              <a:gd name="connsiteX224" fmla="*/ 1294210 w 4556125"/>
              <a:gd name="connsiteY224" fmla="*/ 3699272 h 3886200"/>
              <a:gd name="connsiteX225" fmla="*/ 1257300 w 4556125"/>
              <a:gd name="connsiteY225" fmla="*/ 3683397 h 3886200"/>
              <a:gd name="connsiteX226" fmla="*/ 1221185 w 4556125"/>
              <a:gd name="connsiteY226" fmla="*/ 3666728 h 3886200"/>
              <a:gd name="connsiteX227" fmla="*/ 1184672 w 4556125"/>
              <a:gd name="connsiteY227" fmla="*/ 3649663 h 3886200"/>
              <a:gd name="connsiteX228" fmla="*/ 1148953 w 4556125"/>
              <a:gd name="connsiteY228" fmla="*/ 3631803 h 3886200"/>
              <a:gd name="connsiteX229" fmla="*/ 1114028 w 4556125"/>
              <a:gd name="connsiteY229" fmla="*/ 3613150 h 3886200"/>
              <a:gd name="connsiteX230" fmla="*/ 1079103 w 4556125"/>
              <a:gd name="connsiteY230" fmla="*/ 3594100 h 3886200"/>
              <a:gd name="connsiteX231" fmla="*/ 1044575 w 4556125"/>
              <a:gd name="connsiteY231" fmla="*/ 3575050 h 3886200"/>
              <a:gd name="connsiteX232" fmla="*/ 1010047 w 4556125"/>
              <a:gd name="connsiteY232" fmla="*/ 3554810 h 3886200"/>
              <a:gd name="connsiteX233" fmla="*/ 976313 w 4556125"/>
              <a:gd name="connsiteY233" fmla="*/ 3534172 h 3886200"/>
              <a:gd name="connsiteX234" fmla="*/ 943372 w 4556125"/>
              <a:gd name="connsiteY234" fmla="*/ 3513138 h 3886200"/>
              <a:gd name="connsiteX235" fmla="*/ 910035 w 4556125"/>
              <a:gd name="connsiteY235" fmla="*/ 3490913 h 3886200"/>
              <a:gd name="connsiteX236" fmla="*/ 877491 w 4556125"/>
              <a:gd name="connsiteY236" fmla="*/ 3468688 h 3886200"/>
              <a:gd name="connsiteX237" fmla="*/ 844947 w 4556125"/>
              <a:gd name="connsiteY237" fmla="*/ 3446066 h 3886200"/>
              <a:gd name="connsiteX238" fmla="*/ 813197 w 4556125"/>
              <a:gd name="connsiteY238" fmla="*/ 3422650 h 3886200"/>
              <a:gd name="connsiteX239" fmla="*/ 781844 w 4556125"/>
              <a:gd name="connsiteY239" fmla="*/ 3398838 h 3886200"/>
              <a:gd name="connsiteX240" fmla="*/ 750888 w 4556125"/>
              <a:gd name="connsiteY240" fmla="*/ 3374231 h 3886200"/>
              <a:gd name="connsiteX241" fmla="*/ 720328 w 4556125"/>
              <a:gd name="connsiteY241" fmla="*/ 3349625 h 3886200"/>
              <a:gd name="connsiteX242" fmla="*/ 690166 w 4556125"/>
              <a:gd name="connsiteY242" fmla="*/ 3324225 h 3886200"/>
              <a:gd name="connsiteX243" fmla="*/ 660400 w 4556125"/>
              <a:gd name="connsiteY243" fmla="*/ 3298031 h 3886200"/>
              <a:gd name="connsiteX244" fmla="*/ 630635 w 4556125"/>
              <a:gd name="connsiteY244" fmla="*/ 3271838 h 3886200"/>
              <a:gd name="connsiteX245" fmla="*/ 602060 w 4556125"/>
              <a:gd name="connsiteY245" fmla="*/ 3244850 h 3886200"/>
              <a:gd name="connsiteX246" fmla="*/ 573881 w 4556125"/>
              <a:gd name="connsiteY246" fmla="*/ 3217466 h 3886200"/>
              <a:gd name="connsiteX247" fmla="*/ 545703 w 4556125"/>
              <a:gd name="connsiteY247" fmla="*/ 3189685 h 3886200"/>
              <a:gd name="connsiteX248" fmla="*/ 518319 w 4556125"/>
              <a:gd name="connsiteY248" fmla="*/ 3161506 h 3886200"/>
              <a:gd name="connsiteX249" fmla="*/ 491331 w 4556125"/>
              <a:gd name="connsiteY249" fmla="*/ 3132931 h 3886200"/>
              <a:gd name="connsiteX250" fmla="*/ 464741 w 4556125"/>
              <a:gd name="connsiteY250" fmla="*/ 3103563 h 3886200"/>
              <a:gd name="connsiteX251" fmla="*/ 438944 w 4556125"/>
              <a:gd name="connsiteY251" fmla="*/ 3074194 h 3886200"/>
              <a:gd name="connsiteX252" fmla="*/ 413147 w 4556125"/>
              <a:gd name="connsiteY252" fmla="*/ 3043635 h 3886200"/>
              <a:gd name="connsiteX253" fmla="*/ 388144 w 4556125"/>
              <a:gd name="connsiteY253" fmla="*/ 3013472 h 3886200"/>
              <a:gd name="connsiteX254" fmla="*/ 363538 w 4556125"/>
              <a:gd name="connsiteY254" fmla="*/ 2982516 h 3886200"/>
              <a:gd name="connsiteX255" fmla="*/ 339725 w 4556125"/>
              <a:gd name="connsiteY255" fmla="*/ 2951163 h 3886200"/>
              <a:gd name="connsiteX256" fmla="*/ 315913 w 4556125"/>
              <a:gd name="connsiteY256" fmla="*/ 2919413 h 3886200"/>
              <a:gd name="connsiteX257" fmla="*/ 292894 w 4556125"/>
              <a:gd name="connsiteY257" fmla="*/ 2887266 h 3886200"/>
              <a:gd name="connsiteX258" fmla="*/ 270669 w 4556125"/>
              <a:gd name="connsiteY258" fmla="*/ 2854325 h 3886200"/>
              <a:gd name="connsiteX259" fmla="*/ 248841 w 4556125"/>
              <a:gd name="connsiteY259" fmla="*/ 2821781 h 3886200"/>
              <a:gd name="connsiteX260" fmla="*/ 227410 w 4556125"/>
              <a:gd name="connsiteY260" fmla="*/ 2788444 h 3886200"/>
              <a:gd name="connsiteX261" fmla="*/ 206375 w 4556125"/>
              <a:gd name="connsiteY261" fmla="*/ 2754710 h 3886200"/>
              <a:gd name="connsiteX262" fmla="*/ 186135 w 4556125"/>
              <a:gd name="connsiteY262" fmla="*/ 2720578 h 3886200"/>
              <a:gd name="connsiteX263" fmla="*/ 166688 w 4556125"/>
              <a:gd name="connsiteY263" fmla="*/ 2685653 h 3886200"/>
              <a:gd name="connsiteX264" fmla="*/ 147638 w 4556125"/>
              <a:gd name="connsiteY264" fmla="*/ 2651125 h 3886200"/>
              <a:gd name="connsiteX265" fmla="*/ 128985 w 4556125"/>
              <a:gd name="connsiteY265" fmla="*/ 2615803 h 3886200"/>
              <a:gd name="connsiteX266" fmla="*/ 114697 w 4556125"/>
              <a:gd name="connsiteY266" fmla="*/ 2589213 h 3886200"/>
              <a:gd name="connsiteX267" fmla="*/ 101600 w 4556125"/>
              <a:gd name="connsiteY267" fmla="*/ 2561828 h 3886200"/>
              <a:gd name="connsiteX268" fmla="*/ 89694 w 4556125"/>
              <a:gd name="connsiteY268" fmla="*/ 2534841 h 3886200"/>
              <a:gd name="connsiteX269" fmla="*/ 78185 w 4556125"/>
              <a:gd name="connsiteY269" fmla="*/ 2507060 h 3886200"/>
              <a:gd name="connsiteX270" fmla="*/ 67072 w 4556125"/>
              <a:gd name="connsiteY270" fmla="*/ 2479278 h 3886200"/>
              <a:gd name="connsiteX271" fmla="*/ 57547 w 4556125"/>
              <a:gd name="connsiteY271" fmla="*/ 2451100 h 3886200"/>
              <a:gd name="connsiteX272" fmla="*/ 47625 w 4556125"/>
              <a:gd name="connsiteY272" fmla="*/ 2422922 h 3886200"/>
              <a:gd name="connsiteX273" fmla="*/ 39688 w 4556125"/>
              <a:gd name="connsiteY273" fmla="*/ 2394347 h 3886200"/>
              <a:gd name="connsiteX274" fmla="*/ 32147 w 4556125"/>
              <a:gd name="connsiteY274" fmla="*/ 2365375 h 3886200"/>
              <a:gd name="connsiteX275" fmla="*/ 25797 w 4556125"/>
              <a:gd name="connsiteY275" fmla="*/ 2336800 h 3886200"/>
              <a:gd name="connsiteX276" fmla="*/ 19447 w 4556125"/>
              <a:gd name="connsiteY276" fmla="*/ 2308225 h 3886200"/>
              <a:gd name="connsiteX277" fmla="*/ 14685 w 4556125"/>
              <a:gd name="connsiteY277" fmla="*/ 2278856 h 3886200"/>
              <a:gd name="connsiteX278" fmla="*/ 9922 w 4556125"/>
              <a:gd name="connsiteY278" fmla="*/ 2250281 h 3886200"/>
              <a:gd name="connsiteX279" fmla="*/ 6350 w 4556125"/>
              <a:gd name="connsiteY279" fmla="*/ 2220913 h 3886200"/>
              <a:gd name="connsiteX280" fmla="*/ 3572 w 4556125"/>
              <a:gd name="connsiteY280" fmla="*/ 2191941 h 3886200"/>
              <a:gd name="connsiteX281" fmla="*/ 1588 w 4556125"/>
              <a:gd name="connsiteY281" fmla="*/ 2162175 h 3886200"/>
              <a:gd name="connsiteX282" fmla="*/ 397 w 4556125"/>
              <a:gd name="connsiteY282" fmla="*/ 2132806 h 3886200"/>
              <a:gd name="connsiteX283" fmla="*/ 0 w 4556125"/>
              <a:gd name="connsiteY283" fmla="*/ 2103835 h 3886200"/>
              <a:gd name="connsiteX284" fmla="*/ 0 w 4556125"/>
              <a:gd name="connsiteY284" fmla="*/ 2074466 h 3886200"/>
              <a:gd name="connsiteX285" fmla="*/ 1588 w 4556125"/>
              <a:gd name="connsiteY285" fmla="*/ 2044700 h 3886200"/>
              <a:gd name="connsiteX286" fmla="*/ 3175 w 4556125"/>
              <a:gd name="connsiteY286" fmla="*/ 2015728 h 3886200"/>
              <a:gd name="connsiteX287" fmla="*/ 5556 w 4556125"/>
              <a:gd name="connsiteY287" fmla="*/ 1986360 h 3886200"/>
              <a:gd name="connsiteX288" fmla="*/ 9128 w 4556125"/>
              <a:gd name="connsiteY288" fmla="*/ 1957388 h 3886200"/>
              <a:gd name="connsiteX289" fmla="*/ 13097 w 4556125"/>
              <a:gd name="connsiteY289" fmla="*/ 1928019 h 3886200"/>
              <a:gd name="connsiteX290" fmla="*/ 18256 w 4556125"/>
              <a:gd name="connsiteY290" fmla="*/ 1898650 h 3886200"/>
              <a:gd name="connsiteX291" fmla="*/ 23813 w 4556125"/>
              <a:gd name="connsiteY291" fmla="*/ 1870075 h 3886200"/>
              <a:gd name="connsiteX292" fmla="*/ 29766 w 4556125"/>
              <a:gd name="connsiteY292" fmla="*/ 1841500 h 3886200"/>
              <a:gd name="connsiteX293" fmla="*/ 36910 w 4556125"/>
              <a:gd name="connsiteY293" fmla="*/ 1812528 h 3886200"/>
              <a:gd name="connsiteX294" fmla="*/ 44847 w 4556125"/>
              <a:gd name="connsiteY294" fmla="*/ 1783953 h 3886200"/>
              <a:gd name="connsiteX295" fmla="*/ 53181 w 4556125"/>
              <a:gd name="connsiteY295" fmla="*/ 1755775 h 3886200"/>
              <a:gd name="connsiteX296" fmla="*/ 62310 w 4556125"/>
              <a:gd name="connsiteY296" fmla="*/ 1727597 h 3886200"/>
              <a:gd name="connsiteX297" fmla="*/ 72628 w 4556125"/>
              <a:gd name="connsiteY297" fmla="*/ 1699419 h 3886200"/>
              <a:gd name="connsiteX298" fmla="*/ 83741 w 4556125"/>
              <a:gd name="connsiteY298" fmla="*/ 1671638 h 3886200"/>
              <a:gd name="connsiteX299" fmla="*/ 94456 w 4556125"/>
              <a:gd name="connsiteY299" fmla="*/ 1644650 h 3886200"/>
              <a:gd name="connsiteX300" fmla="*/ 106760 w 4556125"/>
              <a:gd name="connsiteY300" fmla="*/ 1617266 h 3886200"/>
              <a:gd name="connsiteX301" fmla="*/ 119856 w 4556125"/>
              <a:gd name="connsiteY301" fmla="*/ 1590278 h 3886200"/>
              <a:gd name="connsiteX302" fmla="*/ 133350 w 4556125"/>
              <a:gd name="connsiteY302" fmla="*/ 1563291 h 3886200"/>
              <a:gd name="connsiteX303" fmla="*/ 148035 w 4556125"/>
              <a:gd name="connsiteY303" fmla="*/ 1537097 h 3886200"/>
              <a:gd name="connsiteX304" fmla="*/ 162719 w 4556125"/>
              <a:gd name="connsiteY304" fmla="*/ 1510903 h 3886200"/>
              <a:gd name="connsiteX305" fmla="*/ 178594 w 4556125"/>
              <a:gd name="connsiteY305" fmla="*/ 1485503 h 3886200"/>
              <a:gd name="connsiteX306" fmla="*/ 194866 w 4556125"/>
              <a:gd name="connsiteY306" fmla="*/ 1460103 h 3886200"/>
              <a:gd name="connsiteX307" fmla="*/ 211931 w 4556125"/>
              <a:gd name="connsiteY307" fmla="*/ 1435100 h 3886200"/>
              <a:gd name="connsiteX308" fmla="*/ 230188 w 4556125"/>
              <a:gd name="connsiteY308" fmla="*/ 1410494 h 3886200"/>
              <a:gd name="connsiteX309" fmla="*/ 248047 w 4556125"/>
              <a:gd name="connsiteY309" fmla="*/ 1386285 h 3886200"/>
              <a:gd name="connsiteX310" fmla="*/ 267891 w 4556125"/>
              <a:gd name="connsiteY310" fmla="*/ 1362472 h 3886200"/>
              <a:gd name="connsiteX311" fmla="*/ 287338 w 4556125"/>
              <a:gd name="connsiteY311" fmla="*/ 1339056 h 3886200"/>
              <a:gd name="connsiteX312" fmla="*/ 307975 w 4556125"/>
              <a:gd name="connsiteY312" fmla="*/ 1316038 h 3886200"/>
              <a:gd name="connsiteX313" fmla="*/ 329010 w 4556125"/>
              <a:gd name="connsiteY313" fmla="*/ 1293416 h 3886200"/>
              <a:gd name="connsiteX314" fmla="*/ 351235 w 4556125"/>
              <a:gd name="connsiteY314" fmla="*/ 1271588 h 3886200"/>
              <a:gd name="connsiteX315" fmla="*/ 373856 w 4556125"/>
              <a:gd name="connsiteY315" fmla="*/ 1249760 h 3886200"/>
              <a:gd name="connsiteX316" fmla="*/ 397272 w 4556125"/>
              <a:gd name="connsiteY316" fmla="*/ 1229122 h 3886200"/>
              <a:gd name="connsiteX317" fmla="*/ 421481 w 4556125"/>
              <a:gd name="connsiteY317" fmla="*/ 1208485 h 3886200"/>
              <a:gd name="connsiteX318" fmla="*/ 445294 w 4556125"/>
              <a:gd name="connsiteY318" fmla="*/ 1188641 h 3886200"/>
              <a:gd name="connsiteX319" fmla="*/ 471091 w 4556125"/>
              <a:gd name="connsiteY319" fmla="*/ 1169194 h 3886200"/>
              <a:gd name="connsiteX320" fmla="*/ 496888 w 4556125"/>
              <a:gd name="connsiteY320" fmla="*/ 1150541 h 3886200"/>
              <a:gd name="connsiteX321" fmla="*/ 523478 w 4556125"/>
              <a:gd name="connsiteY321" fmla="*/ 1132285 h 3886200"/>
              <a:gd name="connsiteX322" fmla="*/ 550466 w 4556125"/>
              <a:gd name="connsiteY322" fmla="*/ 1114822 h 3886200"/>
              <a:gd name="connsiteX323" fmla="*/ 578644 w 4556125"/>
              <a:gd name="connsiteY323" fmla="*/ 1097756 h 3886200"/>
              <a:gd name="connsiteX324" fmla="*/ 606822 w 4556125"/>
              <a:gd name="connsiteY324" fmla="*/ 1081088 h 3886200"/>
              <a:gd name="connsiteX325" fmla="*/ 636191 w 4556125"/>
              <a:gd name="connsiteY325" fmla="*/ 1065610 h 3886200"/>
              <a:gd name="connsiteX326" fmla="*/ 666353 w 4556125"/>
              <a:gd name="connsiteY326" fmla="*/ 1050528 h 3886200"/>
              <a:gd name="connsiteX327" fmla="*/ 696516 w 4556125"/>
              <a:gd name="connsiteY327" fmla="*/ 1036241 h 3886200"/>
              <a:gd name="connsiteX328" fmla="*/ 727869 w 4556125"/>
              <a:gd name="connsiteY328" fmla="*/ 1022747 h 3886200"/>
              <a:gd name="connsiteX329" fmla="*/ 759619 w 4556125"/>
              <a:gd name="connsiteY329" fmla="*/ 1009650 h 3886200"/>
              <a:gd name="connsiteX330" fmla="*/ 3618310 w 4556125"/>
              <a:gd name="connsiteY330" fmla="*/ 26591 h 3886200"/>
              <a:gd name="connsiteX331" fmla="*/ 3633390 w 4556125"/>
              <a:gd name="connsiteY331" fmla="*/ 22225 h 3886200"/>
              <a:gd name="connsiteX332" fmla="*/ 3648472 w 4556125"/>
              <a:gd name="connsiteY332" fmla="*/ 17463 h 3886200"/>
              <a:gd name="connsiteX333" fmla="*/ 3663553 w 4556125"/>
              <a:gd name="connsiteY333" fmla="*/ 13494 h 3886200"/>
              <a:gd name="connsiteX334" fmla="*/ 3678634 w 4556125"/>
              <a:gd name="connsiteY334" fmla="*/ 10716 h 3886200"/>
              <a:gd name="connsiteX335" fmla="*/ 3693319 w 4556125"/>
              <a:gd name="connsiteY335" fmla="*/ 7541 h 3886200"/>
              <a:gd name="connsiteX336" fmla="*/ 3708003 w 4556125"/>
              <a:gd name="connsiteY336" fmla="*/ 5159 h 3886200"/>
              <a:gd name="connsiteX337" fmla="*/ 3722290 w 4556125"/>
              <a:gd name="connsiteY337" fmla="*/ 3175 h 3886200"/>
              <a:gd name="connsiteX338" fmla="*/ 3736578 w 4556125"/>
              <a:gd name="connsiteY338" fmla="*/ 1588 h 3886200"/>
              <a:gd name="connsiteX339" fmla="*/ 3750866 w 4556125"/>
              <a:gd name="connsiteY339" fmla="*/ 397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Lst>
            <a:rect l="l" t="t" r="r" b="b"/>
            <a:pathLst>
              <a:path w="4556125" h="3886200">
                <a:moveTo>
                  <a:pt x="3764756" y="0"/>
                </a:moveTo>
                <a:lnTo>
                  <a:pt x="3778647" y="0"/>
                </a:lnTo>
                <a:lnTo>
                  <a:pt x="3792538" y="397"/>
                </a:lnTo>
                <a:lnTo>
                  <a:pt x="3806031" y="1191"/>
                </a:lnTo>
                <a:lnTo>
                  <a:pt x="3819922" y="2381"/>
                </a:lnTo>
                <a:lnTo>
                  <a:pt x="3833019" y="3969"/>
                </a:lnTo>
                <a:lnTo>
                  <a:pt x="3846512" y="5953"/>
                </a:lnTo>
                <a:lnTo>
                  <a:pt x="3859610" y="8731"/>
                </a:lnTo>
                <a:lnTo>
                  <a:pt x="3871912" y="11510"/>
                </a:lnTo>
                <a:lnTo>
                  <a:pt x="3885010" y="14685"/>
                </a:lnTo>
                <a:lnTo>
                  <a:pt x="3897710" y="18256"/>
                </a:lnTo>
                <a:lnTo>
                  <a:pt x="3910410" y="22622"/>
                </a:lnTo>
                <a:lnTo>
                  <a:pt x="3923110" y="26591"/>
                </a:lnTo>
                <a:lnTo>
                  <a:pt x="3935016" y="31750"/>
                </a:lnTo>
                <a:lnTo>
                  <a:pt x="3947716" y="36910"/>
                </a:lnTo>
                <a:lnTo>
                  <a:pt x="3959622" y="42863"/>
                </a:lnTo>
                <a:lnTo>
                  <a:pt x="3971131" y="48419"/>
                </a:lnTo>
                <a:lnTo>
                  <a:pt x="3983434" y="54769"/>
                </a:lnTo>
                <a:lnTo>
                  <a:pt x="3994944" y="61516"/>
                </a:lnTo>
                <a:lnTo>
                  <a:pt x="4006453" y="68660"/>
                </a:lnTo>
                <a:lnTo>
                  <a:pt x="4017962" y="76200"/>
                </a:lnTo>
                <a:lnTo>
                  <a:pt x="4029075" y="83741"/>
                </a:lnTo>
                <a:lnTo>
                  <a:pt x="4040188" y="91678"/>
                </a:lnTo>
                <a:lnTo>
                  <a:pt x="4051300" y="100013"/>
                </a:lnTo>
                <a:lnTo>
                  <a:pt x="4062412" y="108744"/>
                </a:lnTo>
                <a:lnTo>
                  <a:pt x="4073128" y="117872"/>
                </a:lnTo>
                <a:lnTo>
                  <a:pt x="4083844" y="127000"/>
                </a:lnTo>
                <a:lnTo>
                  <a:pt x="4094560" y="136525"/>
                </a:lnTo>
                <a:lnTo>
                  <a:pt x="4104481" y="146447"/>
                </a:lnTo>
                <a:lnTo>
                  <a:pt x="4125119" y="167084"/>
                </a:lnTo>
                <a:lnTo>
                  <a:pt x="4145360" y="188913"/>
                </a:lnTo>
                <a:lnTo>
                  <a:pt x="4164410" y="211931"/>
                </a:lnTo>
                <a:lnTo>
                  <a:pt x="4183856" y="235744"/>
                </a:lnTo>
                <a:lnTo>
                  <a:pt x="4202112" y="260350"/>
                </a:lnTo>
                <a:lnTo>
                  <a:pt x="4219972" y="286544"/>
                </a:lnTo>
                <a:lnTo>
                  <a:pt x="4237434" y="313135"/>
                </a:lnTo>
                <a:lnTo>
                  <a:pt x="4254500" y="340519"/>
                </a:lnTo>
                <a:lnTo>
                  <a:pt x="4271169" y="369094"/>
                </a:lnTo>
                <a:lnTo>
                  <a:pt x="4286647" y="398463"/>
                </a:lnTo>
                <a:lnTo>
                  <a:pt x="4302522" y="427831"/>
                </a:lnTo>
                <a:lnTo>
                  <a:pt x="4317603" y="458391"/>
                </a:lnTo>
                <a:lnTo>
                  <a:pt x="4332288" y="489347"/>
                </a:lnTo>
                <a:lnTo>
                  <a:pt x="4346178" y="521097"/>
                </a:lnTo>
                <a:lnTo>
                  <a:pt x="4359672" y="553244"/>
                </a:lnTo>
                <a:lnTo>
                  <a:pt x="4372769" y="586185"/>
                </a:lnTo>
                <a:lnTo>
                  <a:pt x="4385469" y="619522"/>
                </a:lnTo>
                <a:lnTo>
                  <a:pt x="4398169" y="652463"/>
                </a:lnTo>
                <a:lnTo>
                  <a:pt x="4409678" y="686991"/>
                </a:lnTo>
                <a:lnTo>
                  <a:pt x="4420790" y="721122"/>
                </a:lnTo>
                <a:lnTo>
                  <a:pt x="4431903" y="755253"/>
                </a:lnTo>
                <a:lnTo>
                  <a:pt x="4441825" y="790178"/>
                </a:lnTo>
                <a:lnTo>
                  <a:pt x="4451747" y="824706"/>
                </a:lnTo>
                <a:lnTo>
                  <a:pt x="4461669" y="859631"/>
                </a:lnTo>
                <a:lnTo>
                  <a:pt x="4470003" y="894953"/>
                </a:lnTo>
                <a:lnTo>
                  <a:pt x="4478734" y="929878"/>
                </a:lnTo>
                <a:lnTo>
                  <a:pt x="4486672" y="964803"/>
                </a:lnTo>
                <a:lnTo>
                  <a:pt x="4494212" y="1000125"/>
                </a:lnTo>
                <a:lnTo>
                  <a:pt x="4501753" y="1034653"/>
                </a:lnTo>
                <a:lnTo>
                  <a:pt x="4508500" y="1069578"/>
                </a:lnTo>
                <a:lnTo>
                  <a:pt x="4514453" y="1104106"/>
                </a:lnTo>
                <a:lnTo>
                  <a:pt x="4520406" y="1138635"/>
                </a:lnTo>
                <a:lnTo>
                  <a:pt x="4525566" y="1172369"/>
                </a:lnTo>
                <a:lnTo>
                  <a:pt x="4530328" y="1206103"/>
                </a:lnTo>
                <a:lnTo>
                  <a:pt x="4535090" y="1239044"/>
                </a:lnTo>
                <a:lnTo>
                  <a:pt x="4539060" y="1271985"/>
                </a:lnTo>
                <a:lnTo>
                  <a:pt x="4542631" y="1304528"/>
                </a:lnTo>
                <a:lnTo>
                  <a:pt x="4546203" y="1336278"/>
                </a:lnTo>
                <a:lnTo>
                  <a:pt x="4548584" y="1367631"/>
                </a:lnTo>
                <a:lnTo>
                  <a:pt x="4550966" y="1398191"/>
                </a:lnTo>
                <a:lnTo>
                  <a:pt x="4552950" y="1428353"/>
                </a:lnTo>
                <a:lnTo>
                  <a:pt x="4554538" y="1458119"/>
                </a:lnTo>
                <a:lnTo>
                  <a:pt x="4555728" y="1486297"/>
                </a:lnTo>
                <a:lnTo>
                  <a:pt x="4556125" y="1514475"/>
                </a:lnTo>
                <a:lnTo>
                  <a:pt x="4556125" y="1541463"/>
                </a:lnTo>
                <a:lnTo>
                  <a:pt x="4556125" y="1572022"/>
                </a:lnTo>
                <a:lnTo>
                  <a:pt x="4555728" y="1602185"/>
                </a:lnTo>
                <a:lnTo>
                  <a:pt x="4554538" y="1631950"/>
                </a:lnTo>
                <a:lnTo>
                  <a:pt x="4552950" y="1662113"/>
                </a:lnTo>
                <a:lnTo>
                  <a:pt x="4551760" y="1692275"/>
                </a:lnTo>
                <a:lnTo>
                  <a:pt x="4549775" y="1722041"/>
                </a:lnTo>
                <a:lnTo>
                  <a:pt x="4546997" y="1751806"/>
                </a:lnTo>
                <a:lnTo>
                  <a:pt x="4544219" y="1781572"/>
                </a:lnTo>
                <a:lnTo>
                  <a:pt x="4541044" y="1810544"/>
                </a:lnTo>
                <a:lnTo>
                  <a:pt x="4537472" y="1840310"/>
                </a:lnTo>
                <a:lnTo>
                  <a:pt x="4533503" y="1869678"/>
                </a:lnTo>
                <a:lnTo>
                  <a:pt x="4529534" y="1898650"/>
                </a:lnTo>
                <a:lnTo>
                  <a:pt x="4524375" y="1927622"/>
                </a:lnTo>
                <a:lnTo>
                  <a:pt x="4520010" y="1956594"/>
                </a:lnTo>
                <a:lnTo>
                  <a:pt x="4514453" y="1985566"/>
                </a:lnTo>
                <a:lnTo>
                  <a:pt x="4508897" y="2014141"/>
                </a:lnTo>
                <a:lnTo>
                  <a:pt x="4502944" y="2042716"/>
                </a:lnTo>
                <a:lnTo>
                  <a:pt x="4496197" y="2070894"/>
                </a:lnTo>
                <a:lnTo>
                  <a:pt x="4489847" y="2099072"/>
                </a:lnTo>
                <a:lnTo>
                  <a:pt x="4482703" y="2127250"/>
                </a:lnTo>
                <a:lnTo>
                  <a:pt x="4475162" y="2155428"/>
                </a:lnTo>
                <a:lnTo>
                  <a:pt x="4467622" y="2183210"/>
                </a:lnTo>
                <a:lnTo>
                  <a:pt x="4459684" y="2210991"/>
                </a:lnTo>
                <a:lnTo>
                  <a:pt x="4450953" y="2238772"/>
                </a:lnTo>
                <a:lnTo>
                  <a:pt x="4442222" y="2266553"/>
                </a:lnTo>
                <a:lnTo>
                  <a:pt x="4433490" y="2293541"/>
                </a:lnTo>
                <a:lnTo>
                  <a:pt x="4423569" y="2320925"/>
                </a:lnTo>
                <a:lnTo>
                  <a:pt x="4414044" y="2347913"/>
                </a:lnTo>
                <a:lnTo>
                  <a:pt x="4404122" y="2374503"/>
                </a:lnTo>
                <a:lnTo>
                  <a:pt x="4393406" y="2401491"/>
                </a:lnTo>
                <a:lnTo>
                  <a:pt x="4383088" y="2428081"/>
                </a:lnTo>
                <a:lnTo>
                  <a:pt x="4371975" y="2454275"/>
                </a:lnTo>
                <a:lnTo>
                  <a:pt x="4360862" y="2480469"/>
                </a:lnTo>
                <a:lnTo>
                  <a:pt x="4349353" y="2506663"/>
                </a:lnTo>
                <a:lnTo>
                  <a:pt x="4337050" y="2532063"/>
                </a:lnTo>
                <a:lnTo>
                  <a:pt x="4325144" y="2557860"/>
                </a:lnTo>
                <a:lnTo>
                  <a:pt x="4312444" y="2583656"/>
                </a:lnTo>
                <a:lnTo>
                  <a:pt x="4299744" y="2608660"/>
                </a:lnTo>
                <a:lnTo>
                  <a:pt x="4286647" y="2634060"/>
                </a:lnTo>
                <a:lnTo>
                  <a:pt x="4273153" y="2659063"/>
                </a:lnTo>
                <a:lnTo>
                  <a:pt x="4259660" y="2683669"/>
                </a:lnTo>
                <a:lnTo>
                  <a:pt x="4245769" y="2708275"/>
                </a:lnTo>
                <a:lnTo>
                  <a:pt x="4231481" y="2733278"/>
                </a:lnTo>
                <a:lnTo>
                  <a:pt x="4216797" y="2757488"/>
                </a:lnTo>
                <a:lnTo>
                  <a:pt x="4202112" y="2781300"/>
                </a:lnTo>
                <a:lnTo>
                  <a:pt x="4187031" y="2805113"/>
                </a:lnTo>
                <a:lnTo>
                  <a:pt x="4171553" y="2828925"/>
                </a:lnTo>
                <a:lnTo>
                  <a:pt x="4156075" y="2852341"/>
                </a:lnTo>
                <a:lnTo>
                  <a:pt x="4139803" y="2875756"/>
                </a:lnTo>
                <a:lnTo>
                  <a:pt x="4123928" y="2898775"/>
                </a:lnTo>
                <a:lnTo>
                  <a:pt x="4107260" y="2921794"/>
                </a:lnTo>
                <a:lnTo>
                  <a:pt x="4090590" y="2944416"/>
                </a:lnTo>
                <a:lnTo>
                  <a:pt x="4073525" y="2966641"/>
                </a:lnTo>
                <a:lnTo>
                  <a:pt x="4056460" y="2988866"/>
                </a:lnTo>
                <a:lnTo>
                  <a:pt x="4038600" y="3011091"/>
                </a:lnTo>
                <a:lnTo>
                  <a:pt x="4021138" y="3033316"/>
                </a:lnTo>
                <a:lnTo>
                  <a:pt x="4002881" y="3054350"/>
                </a:lnTo>
                <a:lnTo>
                  <a:pt x="3985022" y="3076178"/>
                </a:lnTo>
                <a:lnTo>
                  <a:pt x="3966369" y="3097213"/>
                </a:lnTo>
                <a:lnTo>
                  <a:pt x="3947716" y="3117850"/>
                </a:lnTo>
                <a:lnTo>
                  <a:pt x="3928666" y="3138885"/>
                </a:lnTo>
                <a:lnTo>
                  <a:pt x="3908822" y="3159125"/>
                </a:lnTo>
                <a:lnTo>
                  <a:pt x="3889772" y="3179366"/>
                </a:lnTo>
                <a:lnTo>
                  <a:pt x="3869531" y="3199210"/>
                </a:lnTo>
                <a:lnTo>
                  <a:pt x="3850084" y="3219053"/>
                </a:lnTo>
                <a:lnTo>
                  <a:pt x="3829447" y="3238500"/>
                </a:lnTo>
                <a:lnTo>
                  <a:pt x="3809206" y="3258344"/>
                </a:lnTo>
                <a:lnTo>
                  <a:pt x="3788569" y="3276997"/>
                </a:lnTo>
                <a:lnTo>
                  <a:pt x="3767534" y="3296047"/>
                </a:lnTo>
                <a:lnTo>
                  <a:pt x="3746103" y="3314700"/>
                </a:lnTo>
                <a:lnTo>
                  <a:pt x="3725069" y="3332956"/>
                </a:lnTo>
                <a:lnTo>
                  <a:pt x="3703638" y="3350816"/>
                </a:lnTo>
                <a:lnTo>
                  <a:pt x="3681412" y="3368675"/>
                </a:lnTo>
                <a:lnTo>
                  <a:pt x="3659584" y="3386138"/>
                </a:lnTo>
                <a:lnTo>
                  <a:pt x="3636962" y="3403203"/>
                </a:lnTo>
                <a:lnTo>
                  <a:pt x="3614738" y="3420269"/>
                </a:lnTo>
                <a:lnTo>
                  <a:pt x="3592116" y="3436938"/>
                </a:lnTo>
                <a:lnTo>
                  <a:pt x="3569097" y="3453606"/>
                </a:lnTo>
                <a:lnTo>
                  <a:pt x="3546078" y="3469878"/>
                </a:lnTo>
                <a:lnTo>
                  <a:pt x="3522662" y="3485753"/>
                </a:lnTo>
                <a:lnTo>
                  <a:pt x="3499644" y="3501628"/>
                </a:lnTo>
                <a:lnTo>
                  <a:pt x="3475831" y="3517106"/>
                </a:lnTo>
                <a:lnTo>
                  <a:pt x="3452019" y="3532188"/>
                </a:lnTo>
                <a:lnTo>
                  <a:pt x="3427810" y="3546872"/>
                </a:lnTo>
                <a:lnTo>
                  <a:pt x="3403600" y="3561556"/>
                </a:lnTo>
                <a:lnTo>
                  <a:pt x="3379390" y="3575447"/>
                </a:lnTo>
                <a:lnTo>
                  <a:pt x="3354784" y="3589735"/>
                </a:lnTo>
                <a:lnTo>
                  <a:pt x="3329384" y="3603228"/>
                </a:lnTo>
                <a:lnTo>
                  <a:pt x="3304778" y="3616722"/>
                </a:lnTo>
                <a:lnTo>
                  <a:pt x="3279775" y="3629819"/>
                </a:lnTo>
                <a:lnTo>
                  <a:pt x="3253978" y="3642519"/>
                </a:lnTo>
                <a:lnTo>
                  <a:pt x="3228975" y="3655219"/>
                </a:lnTo>
                <a:lnTo>
                  <a:pt x="3202781" y="3667125"/>
                </a:lnTo>
                <a:lnTo>
                  <a:pt x="3176984" y="3679428"/>
                </a:lnTo>
                <a:lnTo>
                  <a:pt x="3150790" y="3690938"/>
                </a:lnTo>
                <a:lnTo>
                  <a:pt x="3124597" y="3702050"/>
                </a:lnTo>
                <a:lnTo>
                  <a:pt x="3098403" y="3713163"/>
                </a:lnTo>
                <a:lnTo>
                  <a:pt x="3071812" y="3723481"/>
                </a:lnTo>
                <a:lnTo>
                  <a:pt x="3045222" y="3734197"/>
                </a:lnTo>
                <a:lnTo>
                  <a:pt x="3018631" y="3744119"/>
                </a:lnTo>
                <a:lnTo>
                  <a:pt x="2991247" y="3753644"/>
                </a:lnTo>
                <a:lnTo>
                  <a:pt x="2964260" y="3763169"/>
                </a:lnTo>
                <a:lnTo>
                  <a:pt x="2936875" y="3771900"/>
                </a:lnTo>
                <a:lnTo>
                  <a:pt x="2909094" y="3781028"/>
                </a:lnTo>
                <a:lnTo>
                  <a:pt x="2882106" y="3789363"/>
                </a:lnTo>
                <a:lnTo>
                  <a:pt x="2853928" y="3797697"/>
                </a:lnTo>
                <a:lnTo>
                  <a:pt x="2826147" y="3805238"/>
                </a:lnTo>
                <a:lnTo>
                  <a:pt x="2797969" y="3812778"/>
                </a:lnTo>
                <a:lnTo>
                  <a:pt x="2770188" y="3819922"/>
                </a:lnTo>
                <a:lnTo>
                  <a:pt x="2741612" y="3826272"/>
                </a:lnTo>
                <a:lnTo>
                  <a:pt x="2713434" y="3833019"/>
                </a:lnTo>
                <a:lnTo>
                  <a:pt x="2684860" y="3838972"/>
                </a:lnTo>
                <a:lnTo>
                  <a:pt x="2655888" y="3844528"/>
                </a:lnTo>
                <a:lnTo>
                  <a:pt x="2627312" y="3849291"/>
                </a:lnTo>
                <a:lnTo>
                  <a:pt x="2598738" y="3854450"/>
                </a:lnTo>
                <a:lnTo>
                  <a:pt x="2569369" y="3859610"/>
                </a:lnTo>
                <a:lnTo>
                  <a:pt x="2540397" y="3863578"/>
                </a:lnTo>
                <a:lnTo>
                  <a:pt x="2511028" y="3867547"/>
                </a:lnTo>
                <a:lnTo>
                  <a:pt x="2481262" y="3871119"/>
                </a:lnTo>
                <a:lnTo>
                  <a:pt x="2452290" y="3874294"/>
                </a:lnTo>
                <a:lnTo>
                  <a:pt x="2422525" y="3877072"/>
                </a:lnTo>
                <a:lnTo>
                  <a:pt x="2392760" y="3879850"/>
                </a:lnTo>
                <a:lnTo>
                  <a:pt x="2362994" y="3881835"/>
                </a:lnTo>
                <a:lnTo>
                  <a:pt x="2332831" y="3883025"/>
                </a:lnTo>
                <a:lnTo>
                  <a:pt x="2303066" y="3884613"/>
                </a:lnTo>
                <a:lnTo>
                  <a:pt x="2272903" y="3885803"/>
                </a:lnTo>
                <a:lnTo>
                  <a:pt x="2242740" y="3886200"/>
                </a:lnTo>
                <a:lnTo>
                  <a:pt x="2212578" y="3886200"/>
                </a:lnTo>
                <a:lnTo>
                  <a:pt x="2169716" y="3885803"/>
                </a:lnTo>
                <a:lnTo>
                  <a:pt x="2127647" y="3884613"/>
                </a:lnTo>
                <a:lnTo>
                  <a:pt x="2085975" y="3883025"/>
                </a:lnTo>
                <a:lnTo>
                  <a:pt x="2043906" y="3880247"/>
                </a:lnTo>
                <a:lnTo>
                  <a:pt x="2002234" y="3877072"/>
                </a:lnTo>
                <a:lnTo>
                  <a:pt x="1960960" y="3873103"/>
                </a:lnTo>
                <a:lnTo>
                  <a:pt x="1919685" y="3867944"/>
                </a:lnTo>
                <a:lnTo>
                  <a:pt x="1878410" y="3862388"/>
                </a:lnTo>
                <a:lnTo>
                  <a:pt x="1837531" y="3856435"/>
                </a:lnTo>
                <a:lnTo>
                  <a:pt x="1797050" y="3849291"/>
                </a:lnTo>
                <a:lnTo>
                  <a:pt x="1756569" y="3841750"/>
                </a:lnTo>
                <a:lnTo>
                  <a:pt x="1716881" y="3833813"/>
                </a:lnTo>
                <a:lnTo>
                  <a:pt x="1677194" y="3824685"/>
                </a:lnTo>
                <a:lnTo>
                  <a:pt x="1637506" y="3815160"/>
                </a:lnTo>
                <a:lnTo>
                  <a:pt x="1598216" y="3804444"/>
                </a:lnTo>
                <a:lnTo>
                  <a:pt x="1558925" y="3794125"/>
                </a:lnTo>
                <a:lnTo>
                  <a:pt x="1520031" y="3782616"/>
                </a:lnTo>
                <a:lnTo>
                  <a:pt x="1481931" y="3769916"/>
                </a:lnTo>
                <a:lnTo>
                  <a:pt x="1443435" y="3757216"/>
                </a:lnTo>
                <a:lnTo>
                  <a:pt x="1405731" y="3743722"/>
                </a:lnTo>
                <a:lnTo>
                  <a:pt x="1368028" y="3729435"/>
                </a:lnTo>
                <a:lnTo>
                  <a:pt x="1330722" y="3714353"/>
                </a:lnTo>
                <a:lnTo>
                  <a:pt x="1294210" y="3699272"/>
                </a:lnTo>
                <a:lnTo>
                  <a:pt x="1257300" y="3683397"/>
                </a:lnTo>
                <a:lnTo>
                  <a:pt x="1221185" y="3666728"/>
                </a:lnTo>
                <a:lnTo>
                  <a:pt x="1184672" y="3649663"/>
                </a:lnTo>
                <a:lnTo>
                  <a:pt x="1148953" y="3631803"/>
                </a:lnTo>
                <a:lnTo>
                  <a:pt x="1114028" y="3613150"/>
                </a:lnTo>
                <a:lnTo>
                  <a:pt x="1079103" y="3594100"/>
                </a:lnTo>
                <a:lnTo>
                  <a:pt x="1044575" y="3575050"/>
                </a:lnTo>
                <a:lnTo>
                  <a:pt x="1010047" y="3554810"/>
                </a:lnTo>
                <a:lnTo>
                  <a:pt x="976313" y="3534172"/>
                </a:lnTo>
                <a:lnTo>
                  <a:pt x="943372" y="3513138"/>
                </a:lnTo>
                <a:lnTo>
                  <a:pt x="910035" y="3490913"/>
                </a:lnTo>
                <a:lnTo>
                  <a:pt x="877491" y="3468688"/>
                </a:lnTo>
                <a:lnTo>
                  <a:pt x="844947" y="3446066"/>
                </a:lnTo>
                <a:lnTo>
                  <a:pt x="813197" y="3422650"/>
                </a:lnTo>
                <a:lnTo>
                  <a:pt x="781844" y="3398838"/>
                </a:lnTo>
                <a:lnTo>
                  <a:pt x="750888" y="3374231"/>
                </a:lnTo>
                <a:lnTo>
                  <a:pt x="720328" y="3349625"/>
                </a:lnTo>
                <a:lnTo>
                  <a:pt x="690166" y="3324225"/>
                </a:lnTo>
                <a:lnTo>
                  <a:pt x="660400" y="3298031"/>
                </a:lnTo>
                <a:lnTo>
                  <a:pt x="630635" y="3271838"/>
                </a:lnTo>
                <a:lnTo>
                  <a:pt x="602060" y="3244850"/>
                </a:lnTo>
                <a:lnTo>
                  <a:pt x="573881" y="3217466"/>
                </a:lnTo>
                <a:lnTo>
                  <a:pt x="545703" y="3189685"/>
                </a:lnTo>
                <a:lnTo>
                  <a:pt x="518319" y="3161506"/>
                </a:lnTo>
                <a:lnTo>
                  <a:pt x="491331" y="3132931"/>
                </a:lnTo>
                <a:lnTo>
                  <a:pt x="464741" y="3103563"/>
                </a:lnTo>
                <a:lnTo>
                  <a:pt x="438944" y="3074194"/>
                </a:lnTo>
                <a:lnTo>
                  <a:pt x="413147" y="3043635"/>
                </a:lnTo>
                <a:lnTo>
                  <a:pt x="388144" y="3013472"/>
                </a:lnTo>
                <a:lnTo>
                  <a:pt x="363538" y="2982516"/>
                </a:lnTo>
                <a:lnTo>
                  <a:pt x="339725" y="2951163"/>
                </a:lnTo>
                <a:lnTo>
                  <a:pt x="315913" y="2919413"/>
                </a:lnTo>
                <a:lnTo>
                  <a:pt x="292894" y="2887266"/>
                </a:lnTo>
                <a:lnTo>
                  <a:pt x="270669" y="2854325"/>
                </a:lnTo>
                <a:lnTo>
                  <a:pt x="248841" y="2821781"/>
                </a:lnTo>
                <a:lnTo>
                  <a:pt x="227410" y="2788444"/>
                </a:lnTo>
                <a:lnTo>
                  <a:pt x="206375" y="2754710"/>
                </a:lnTo>
                <a:lnTo>
                  <a:pt x="186135" y="2720578"/>
                </a:lnTo>
                <a:lnTo>
                  <a:pt x="166688" y="2685653"/>
                </a:lnTo>
                <a:lnTo>
                  <a:pt x="147638" y="2651125"/>
                </a:lnTo>
                <a:lnTo>
                  <a:pt x="128985" y="2615803"/>
                </a:lnTo>
                <a:lnTo>
                  <a:pt x="114697" y="2589213"/>
                </a:lnTo>
                <a:lnTo>
                  <a:pt x="101600" y="2561828"/>
                </a:lnTo>
                <a:lnTo>
                  <a:pt x="89694" y="2534841"/>
                </a:lnTo>
                <a:lnTo>
                  <a:pt x="78185" y="2507060"/>
                </a:lnTo>
                <a:lnTo>
                  <a:pt x="67072" y="2479278"/>
                </a:lnTo>
                <a:lnTo>
                  <a:pt x="57547" y="2451100"/>
                </a:lnTo>
                <a:lnTo>
                  <a:pt x="47625" y="2422922"/>
                </a:lnTo>
                <a:lnTo>
                  <a:pt x="39688" y="2394347"/>
                </a:lnTo>
                <a:lnTo>
                  <a:pt x="32147" y="2365375"/>
                </a:lnTo>
                <a:lnTo>
                  <a:pt x="25797" y="2336800"/>
                </a:lnTo>
                <a:lnTo>
                  <a:pt x="19447" y="2308225"/>
                </a:lnTo>
                <a:lnTo>
                  <a:pt x="14685" y="2278856"/>
                </a:lnTo>
                <a:lnTo>
                  <a:pt x="9922" y="2250281"/>
                </a:lnTo>
                <a:lnTo>
                  <a:pt x="6350" y="2220913"/>
                </a:lnTo>
                <a:lnTo>
                  <a:pt x="3572" y="2191941"/>
                </a:lnTo>
                <a:lnTo>
                  <a:pt x="1588" y="2162175"/>
                </a:lnTo>
                <a:lnTo>
                  <a:pt x="397" y="2132806"/>
                </a:lnTo>
                <a:lnTo>
                  <a:pt x="0" y="2103835"/>
                </a:lnTo>
                <a:lnTo>
                  <a:pt x="0" y="2074466"/>
                </a:lnTo>
                <a:lnTo>
                  <a:pt x="1588" y="2044700"/>
                </a:lnTo>
                <a:lnTo>
                  <a:pt x="3175" y="2015728"/>
                </a:lnTo>
                <a:lnTo>
                  <a:pt x="5556" y="1986360"/>
                </a:lnTo>
                <a:lnTo>
                  <a:pt x="9128" y="1957388"/>
                </a:lnTo>
                <a:lnTo>
                  <a:pt x="13097" y="1928019"/>
                </a:lnTo>
                <a:lnTo>
                  <a:pt x="18256" y="1898650"/>
                </a:lnTo>
                <a:lnTo>
                  <a:pt x="23813" y="1870075"/>
                </a:lnTo>
                <a:lnTo>
                  <a:pt x="29766" y="1841500"/>
                </a:lnTo>
                <a:lnTo>
                  <a:pt x="36910" y="1812528"/>
                </a:lnTo>
                <a:lnTo>
                  <a:pt x="44847" y="1783953"/>
                </a:lnTo>
                <a:lnTo>
                  <a:pt x="53181" y="1755775"/>
                </a:lnTo>
                <a:lnTo>
                  <a:pt x="62310" y="1727597"/>
                </a:lnTo>
                <a:lnTo>
                  <a:pt x="72628" y="1699419"/>
                </a:lnTo>
                <a:lnTo>
                  <a:pt x="83741" y="1671638"/>
                </a:lnTo>
                <a:lnTo>
                  <a:pt x="94456" y="1644650"/>
                </a:lnTo>
                <a:lnTo>
                  <a:pt x="106760" y="1617266"/>
                </a:lnTo>
                <a:lnTo>
                  <a:pt x="119856" y="1590278"/>
                </a:lnTo>
                <a:lnTo>
                  <a:pt x="133350" y="1563291"/>
                </a:lnTo>
                <a:lnTo>
                  <a:pt x="148035" y="1537097"/>
                </a:lnTo>
                <a:lnTo>
                  <a:pt x="162719" y="1510903"/>
                </a:lnTo>
                <a:lnTo>
                  <a:pt x="178594" y="1485503"/>
                </a:lnTo>
                <a:lnTo>
                  <a:pt x="194866" y="1460103"/>
                </a:lnTo>
                <a:lnTo>
                  <a:pt x="211931" y="1435100"/>
                </a:lnTo>
                <a:lnTo>
                  <a:pt x="230188" y="1410494"/>
                </a:lnTo>
                <a:lnTo>
                  <a:pt x="248047" y="1386285"/>
                </a:lnTo>
                <a:lnTo>
                  <a:pt x="267891" y="1362472"/>
                </a:lnTo>
                <a:lnTo>
                  <a:pt x="287338" y="1339056"/>
                </a:lnTo>
                <a:lnTo>
                  <a:pt x="307975" y="1316038"/>
                </a:lnTo>
                <a:lnTo>
                  <a:pt x="329010" y="1293416"/>
                </a:lnTo>
                <a:lnTo>
                  <a:pt x="351235" y="1271588"/>
                </a:lnTo>
                <a:lnTo>
                  <a:pt x="373856" y="1249760"/>
                </a:lnTo>
                <a:lnTo>
                  <a:pt x="397272" y="1229122"/>
                </a:lnTo>
                <a:lnTo>
                  <a:pt x="421481" y="1208485"/>
                </a:lnTo>
                <a:lnTo>
                  <a:pt x="445294" y="1188641"/>
                </a:lnTo>
                <a:lnTo>
                  <a:pt x="471091" y="1169194"/>
                </a:lnTo>
                <a:lnTo>
                  <a:pt x="496888" y="1150541"/>
                </a:lnTo>
                <a:lnTo>
                  <a:pt x="523478" y="1132285"/>
                </a:lnTo>
                <a:lnTo>
                  <a:pt x="550466" y="1114822"/>
                </a:lnTo>
                <a:lnTo>
                  <a:pt x="578644" y="1097756"/>
                </a:lnTo>
                <a:lnTo>
                  <a:pt x="606822" y="1081088"/>
                </a:lnTo>
                <a:lnTo>
                  <a:pt x="636191" y="1065610"/>
                </a:lnTo>
                <a:lnTo>
                  <a:pt x="666353" y="1050528"/>
                </a:lnTo>
                <a:lnTo>
                  <a:pt x="696516" y="1036241"/>
                </a:lnTo>
                <a:lnTo>
                  <a:pt x="727869" y="1022747"/>
                </a:lnTo>
                <a:lnTo>
                  <a:pt x="759619" y="1009650"/>
                </a:lnTo>
                <a:lnTo>
                  <a:pt x="3618310" y="26591"/>
                </a:lnTo>
                <a:lnTo>
                  <a:pt x="3633390" y="22225"/>
                </a:lnTo>
                <a:lnTo>
                  <a:pt x="3648472" y="17463"/>
                </a:lnTo>
                <a:lnTo>
                  <a:pt x="3663553" y="13494"/>
                </a:lnTo>
                <a:lnTo>
                  <a:pt x="3678634" y="10716"/>
                </a:lnTo>
                <a:lnTo>
                  <a:pt x="3693319" y="7541"/>
                </a:lnTo>
                <a:lnTo>
                  <a:pt x="3708003" y="5159"/>
                </a:lnTo>
                <a:lnTo>
                  <a:pt x="3722290" y="3175"/>
                </a:lnTo>
                <a:lnTo>
                  <a:pt x="3736578" y="1588"/>
                </a:lnTo>
                <a:lnTo>
                  <a:pt x="3750866" y="397"/>
                </a:lnTo>
                <a:close/>
              </a:path>
            </a:pathLst>
          </a:custGeom>
          <a:solidFill>
            <a:schemeClr val="accent2"/>
          </a:solidFill>
        </p:spPr>
        <p:txBody>
          <a:bodyPr wrap="square" anchor="ctr">
            <a:noAutofit/>
          </a:bodyPr>
          <a:lstStyle>
            <a:lvl1pPr marL="0" indent="0" algn="ctr">
              <a:buNone/>
              <a:defRPr/>
            </a:lvl1pPr>
          </a:lstStyle>
          <a:p>
            <a:r>
              <a:rPr lang="en-GB" dirty="0"/>
              <a:t>Insert your photo</a:t>
            </a:r>
          </a:p>
        </p:txBody>
      </p:sp>
      <p:sp>
        <p:nvSpPr>
          <p:cNvPr id="8"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Tree>
    <p:extLst>
      <p:ext uri="{BB962C8B-B14F-4D97-AF65-F5344CB8AC3E}">
        <p14:creationId xmlns:p14="http://schemas.microsoft.com/office/powerpoint/2010/main" val="2749490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_11" preserve="1" userDrawn="1">
  <p:cSld name="Shape 2">
    <p:spTree>
      <p:nvGrpSpPr>
        <p:cNvPr id="1" name=""/>
        <p:cNvGrpSpPr/>
        <p:nvPr/>
      </p:nvGrpSpPr>
      <p:grpSpPr>
        <a:xfrm>
          <a:off x="0" y="0"/>
          <a:ext cx="0" cy="0"/>
          <a:chOff x="0" y="0"/>
          <a:chExt cx="0" cy="0"/>
        </a:xfrm>
      </p:grpSpPr>
      <p:sp>
        <p:nvSpPr>
          <p:cNvPr id="7" name="Marcador de texto 2"/>
          <p:cNvSpPr>
            <a:spLocks noGrp="1"/>
          </p:cNvSpPr>
          <p:nvPr>
            <p:ph type="body" sz="quarter" idx="18" hasCustomPrompt="1"/>
          </p:nvPr>
        </p:nvSpPr>
        <p:spPr>
          <a:xfrm>
            <a:off x="219460" y="1294329"/>
            <a:ext cx="4213151" cy="4828567"/>
          </a:xfrm>
        </p:spPr>
        <p:txBody>
          <a:bodyPr>
            <a:normAutofit/>
          </a:bodyPr>
          <a:lstStyle>
            <a:lvl1pPr marL="98220" indent="-98220">
              <a:lnSpc>
                <a:spcPct val="100000"/>
              </a:lnSpc>
              <a:buClr>
                <a:schemeClr val="accent2"/>
              </a:buClr>
              <a:defRPr sz="1500"/>
            </a:lvl1pPr>
            <a:lvl2pPr>
              <a:lnSpc>
                <a:spcPct val="100000"/>
              </a:lnSpc>
              <a:buClr>
                <a:schemeClr val="accent2"/>
              </a:buClr>
              <a:defRPr sz="1200"/>
            </a:lvl2pPr>
            <a:lvl3pPr>
              <a:lnSpc>
                <a:spcPct val="100000"/>
              </a:lnSpc>
              <a:buClr>
                <a:schemeClr val="accent2"/>
              </a:buClr>
              <a:defRPr sz="1050"/>
            </a:lvl3pPr>
            <a:lvl4pPr>
              <a:lnSpc>
                <a:spcPct val="100000"/>
              </a:lnSpc>
              <a:buClr>
                <a:schemeClr val="accent2"/>
              </a:buClr>
              <a:defRPr sz="1000"/>
            </a:lvl4pPr>
            <a:lvl5pPr>
              <a:lnSpc>
                <a:spcPct val="100000"/>
              </a:lnSpc>
              <a:buClr>
                <a:schemeClr val="accent2"/>
              </a:buClr>
              <a:defRPr sz="900"/>
            </a:lvl5pPr>
          </a:lstStyle>
          <a:p>
            <a:pPr lvl="0"/>
            <a:r>
              <a:rPr lang="en-GB" noProof="0" dirty="0"/>
              <a:t>Bullet level 1</a:t>
            </a:r>
          </a:p>
          <a:p>
            <a:pPr lvl="1"/>
            <a:r>
              <a:rPr lang="en-GB" noProof="0" dirty="0"/>
              <a:t>Bullet level 2</a:t>
            </a:r>
          </a:p>
          <a:p>
            <a:pPr lvl="2"/>
            <a:r>
              <a:rPr lang="en-GB" noProof="0" dirty="0"/>
              <a:t>Bullet level 3	</a:t>
            </a:r>
          </a:p>
          <a:p>
            <a:pPr lvl="3"/>
            <a:r>
              <a:rPr lang="en-GB" noProof="0" dirty="0"/>
              <a:t>Bullet level 4</a:t>
            </a:r>
          </a:p>
          <a:p>
            <a:pPr lvl="4"/>
            <a:r>
              <a:rPr lang="en-GB" noProof="0" dirty="0"/>
              <a:t>Bullet level 5</a:t>
            </a:r>
          </a:p>
        </p:txBody>
      </p:sp>
      <p:sp>
        <p:nvSpPr>
          <p:cNvPr id="14" name="Marcador de número de diapositiva 32"/>
          <p:cNvSpPr>
            <a:spLocks noGrp="1"/>
          </p:cNvSpPr>
          <p:nvPr>
            <p:ph type="sldNum" sz="quarter" idx="4"/>
          </p:nvPr>
        </p:nvSpPr>
        <p:spPr>
          <a:xfrm>
            <a:off x="8832719" y="6535006"/>
            <a:ext cx="186198" cy="92333"/>
          </a:xfrm>
          <a:prstGeom prst="rect">
            <a:avLst/>
          </a:prstGeom>
        </p:spPr>
        <p:txBody>
          <a:bodyPr vert="horz" wrap="square" lIns="0" tIns="0" rIns="0" bIns="0" rtlCol="0" anchor="ctr">
            <a:noAutofit/>
          </a:bodyPr>
          <a:lstStyle>
            <a:lvl1pPr algn="ctr">
              <a:defRPr sz="600">
                <a:solidFill>
                  <a:schemeClr val="bg1">
                    <a:lumMod val="50000"/>
                  </a:schemeClr>
                </a:solidFill>
                <a:latin typeface="+mj-lt"/>
              </a:defRPr>
            </a:lvl1pPr>
          </a:lstStyle>
          <a:p>
            <a:fld id="{E57627FB-D816-4EA7-98E3-793F2D9BC93A}" type="slidenum">
              <a:rPr lang="es-ES" smtClean="0"/>
              <a:pPr/>
              <a:t>‹#›</a:t>
            </a:fld>
            <a:endParaRPr lang="es-ES" dirty="0"/>
          </a:p>
        </p:txBody>
      </p:sp>
      <p:sp>
        <p:nvSpPr>
          <p:cNvPr id="11" name="Title 1"/>
          <p:cNvSpPr>
            <a:spLocks noGrp="1"/>
          </p:cNvSpPr>
          <p:nvPr>
            <p:ph type="title"/>
          </p:nvPr>
        </p:nvSpPr>
        <p:spPr>
          <a:xfrm>
            <a:off x="201168" y="296870"/>
            <a:ext cx="8439912" cy="482549"/>
          </a:xfrm>
        </p:spPr>
        <p:txBody>
          <a:bodyPr anchor="t">
            <a:noAutofit/>
          </a:bodyPr>
          <a:lstStyle>
            <a:lvl1pPr>
              <a:defRPr sz="3200">
                <a:solidFill>
                  <a:schemeClr val="tx2"/>
                </a:solidFill>
                <a:latin typeface="+mj-lt"/>
              </a:defRPr>
            </a:lvl1pPr>
          </a:lstStyle>
          <a:p>
            <a:r>
              <a:rPr lang="en-US" noProof="0"/>
              <a:t>Click to edit Master title style</a:t>
            </a:r>
            <a:endParaRPr lang="en-GB" noProof="0" dirty="0"/>
          </a:p>
        </p:txBody>
      </p:sp>
      <p:sp>
        <p:nvSpPr>
          <p:cNvPr id="15" name="Text Placeholder 19"/>
          <p:cNvSpPr>
            <a:spLocks noGrp="1"/>
          </p:cNvSpPr>
          <p:nvPr>
            <p:ph type="body" sz="quarter" idx="13"/>
          </p:nvPr>
        </p:nvSpPr>
        <p:spPr>
          <a:xfrm>
            <a:off x="219456" y="779416"/>
            <a:ext cx="8421460" cy="300087"/>
          </a:xfrm>
        </p:spPr>
        <p:txBody>
          <a:bodyPr>
            <a:noAutofit/>
          </a:bodyPr>
          <a:lstStyle>
            <a:lvl1pPr marL="0" indent="0">
              <a:lnSpc>
                <a:spcPct val="100000"/>
              </a:lnSpc>
              <a:buNone/>
              <a:defRPr sz="1800">
                <a:solidFill>
                  <a:schemeClr val="accent2"/>
                </a:solidFill>
                <a:latin typeface="+mj-lt"/>
              </a:defRPr>
            </a:lvl1pPr>
            <a:lvl2pPr marL="257156" indent="0">
              <a:buNone/>
              <a:defRPr sz="900">
                <a:solidFill>
                  <a:schemeClr val="accent2"/>
                </a:solidFill>
                <a:latin typeface="+mj-lt"/>
              </a:defRPr>
            </a:lvl2pPr>
            <a:lvl3pPr marL="514312" indent="0">
              <a:buNone/>
              <a:defRPr sz="788">
                <a:solidFill>
                  <a:schemeClr val="accent2"/>
                </a:solidFill>
                <a:latin typeface="+mj-lt"/>
              </a:defRPr>
            </a:lvl3pPr>
            <a:lvl4pPr marL="771468" indent="0">
              <a:buNone/>
              <a:defRPr sz="675">
                <a:solidFill>
                  <a:schemeClr val="accent2"/>
                </a:solidFill>
                <a:latin typeface="+mj-lt"/>
              </a:defRPr>
            </a:lvl4pPr>
            <a:lvl5pPr marL="1028624" indent="0">
              <a:buNone/>
              <a:defRPr sz="675">
                <a:solidFill>
                  <a:schemeClr val="accent2"/>
                </a:solidFill>
                <a:latin typeface="+mj-lt"/>
              </a:defRPr>
            </a:lvl5pPr>
          </a:lstStyle>
          <a:p>
            <a:pPr lvl="0"/>
            <a:r>
              <a:rPr lang="en-US" noProof="0"/>
              <a:t>Click to edit Master text styles</a:t>
            </a:r>
          </a:p>
        </p:txBody>
      </p:sp>
      <p:sp>
        <p:nvSpPr>
          <p:cNvPr id="8" name="Marcador de posición de imagen 28"/>
          <p:cNvSpPr>
            <a:spLocks noGrp="1"/>
          </p:cNvSpPr>
          <p:nvPr>
            <p:ph type="pic" sz="quarter" idx="16" hasCustomPrompt="1"/>
          </p:nvPr>
        </p:nvSpPr>
        <p:spPr>
          <a:xfrm>
            <a:off x="4625163" y="2767012"/>
            <a:ext cx="4015600" cy="3541719"/>
          </a:xfrm>
          <a:custGeom>
            <a:avLst/>
            <a:gdLst>
              <a:gd name="connsiteX0" fmla="*/ 1708960 w 6589713"/>
              <a:gd name="connsiteY0" fmla="*/ 853 h 5805701"/>
              <a:gd name="connsiteX1" fmla="*/ 2304022 w 6589713"/>
              <a:gd name="connsiteY1" fmla="*/ 142353 h 5805701"/>
              <a:gd name="connsiteX2" fmla="*/ 3133681 w 6589713"/>
              <a:gd name="connsiteY2" fmla="*/ 876002 h 5805701"/>
              <a:gd name="connsiteX3" fmla="*/ 6410042 w 6589713"/>
              <a:gd name="connsiteY3" fmla="*/ 4771203 h 5805701"/>
              <a:gd name="connsiteX4" fmla="*/ 6589713 w 6589713"/>
              <a:gd name="connsiteY4" fmla="*/ 5198725 h 5805701"/>
              <a:gd name="connsiteX5" fmla="*/ 5982001 w 6589713"/>
              <a:gd name="connsiteY5" fmla="*/ 5805701 h 5805701"/>
              <a:gd name="connsiteX6" fmla="*/ 935348 w 6589713"/>
              <a:gd name="connsiteY6" fmla="*/ 5805701 h 5805701"/>
              <a:gd name="connsiteX7" fmla="*/ 0 w 6589713"/>
              <a:gd name="connsiteY7" fmla="*/ 4866208 h 5805701"/>
              <a:gd name="connsiteX8" fmla="*/ 0 w 6589713"/>
              <a:gd name="connsiteY8" fmla="*/ 1641319 h 5805701"/>
              <a:gd name="connsiteX9" fmla="*/ 480885 w 6589713"/>
              <a:gd name="connsiteY9" fmla="*/ 480148 h 5805701"/>
              <a:gd name="connsiteX10" fmla="*/ 1708960 w 6589713"/>
              <a:gd name="connsiteY10" fmla="*/ 853 h 5805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9713" h="5805701">
                <a:moveTo>
                  <a:pt x="1708960" y="853"/>
                </a:moveTo>
                <a:cubicBezTo>
                  <a:pt x="1913055" y="7515"/>
                  <a:pt x="2115763" y="53286"/>
                  <a:pt x="2304022" y="142353"/>
                </a:cubicBezTo>
                <a:cubicBezTo>
                  <a:pt x="2663364" y="311250"/>
                  <a:pt x="2890596" y="596265"/>
                  <a:pt x="3133681" y="876002"/>
                </a:cubicBezTo>
                <a:cubicBezTo>
                  <a:pt x="3133681" y="876002"/>
                  <a:pt x="3133681" y="876002"/>
                  <a:pt x="6410042" y="4771203"/>
                </a:cubicBezTo>
                <a:cubicBezTo>
                  <a:pt x="6505162" y="4887320"/>
                  <a:pt x="6589713" y="5035106"/>
                  <a:pt x="6589713" y="5198725"/>
                </a:cubicBezTo>
                <a:cubicBezTo>
                  <a:pt x="6589713" y="5531243"/>
                  <a:pt x="6320206" y="5805701"/>
                  <a:pt x="5982001" y="5805701"/>
                </a:cubicBezTo>
                <a:lnTo>
                  <a:pt x="935348" y="5805701"/>
                </a:lnTo>
                <a:cubicBezTo>
                  <a:pt x="417472" y="5805701"/>
                  <a:pt x="0" y="5383457"/>
                  <a:pt x="0" y="4866208"/>
                </a:cubicBezTo>
                <a:cubicBezTo>
                  <a:pt x="0" y="4628696"/>
                  <a:pt x="0" y="1641319"/>
                  <a:pt x="0" y="1641319"/>
                </a:cubicBezTo>
                <a:cubicBezTo>
                  <a:pt x="0" y="1219075"/>
                  <a:pt x="158534" y="802109"/>
                  <a:pt x="480885" y="480148"/>
                </a:cubicBezTo>
                <a:cubicBezTo>
                  <a:pt x="804228" y="160826"/>
                  <a:pt x="1259950" y="-13803"/>
                  <a:pt x="1708960" y="853"/>
                </a:cubicBezTo>
                <a:close/>
              </a:path>
            </a:pathLst>
          </a:custGeom>
          <a:solidFill>
            <a:schemeClr val="tx1"/>
          </a:solidFill>
        </p:spPr>
        <p:txBody>
          <a:bodyPr wrap="square" anchor="ctr">
            <a:noAutofit/>
          </a:bodyPr>
          <a:lstStyle>
            <a:lvl1pPr marL="0" indent="0" algn="ctr">
              <a:buNone/>
              <a:defRPr/>
            </a:lvl1pPr>
          </a:lstStyle>
          <a:p>
            <a:r>
              <a:rPr lang="en-GB" noProof="0" dirty="0"/>
              <a:t>     </a:t>
            </a:r>
            <a:br>
              <a:rPr lang="en-GB" noProof="0" dirty="0"/>
            </a:br>
            <a:br>
              <a:rPr lang="en-GB" noProof="0" dirty="0"/>
            </a:br>
            <a:r>
              <a:rPr lang="en-GB" noProof="0" dirty="0"/>
              <a:t> Insert your picture here</a:t>
            </a:r>
          </a:p>
        </p:txBody>
      </p:sp>
      <p:sp>
        <p:nvSpPr>
          <p:cNvPr id="10"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Tree>
    <p:extLst>
      <p:ext uri="{BB962C8B-B14F-4D97-AF65-F5344CB8AC3E}">
        <p14:creationId xmlns:p14="http://schemas.microsoft.com/office/powerpoint/2010/main" val="863232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_12" preserve="1" userDrawn="1">
  <p:cSld name="Shape 3">
    <p:spTree>
      <p:nvGrpSpPr>
        <p:cNvPr id="1" name=""/>
        <p:cNvGrpSpPr/>
        <p:nvPr/>
      </p:nvGrpSpPr>
      <p:grpSpPr>
        <a:xfrm>
          <a:off x="0" y="0"/>
          <a:ext cx="0" cy="0"/>
          <a:chOff x="0" y="0"/>
          <a:chExt cx="0" cy="0"/>
        </a:xfrm>
      </p:grpSpPr>
      <p:sp>
        <p:nvSpPr>
          <p:cNvPr id="12" name="Picture Placeholder 11"/>
          <p:cNvSpPr>
            <a:spLocks noGrp="1"/>
          </p:cNvSpPr>
          <p:nvPr>
            <p:ph type="pic" sz="quarter" idx="19" hasCustomPrompt="1"/>
          </p:nvPr>
        </p:nvSpPr>
        <p:spPr>
          <a:xfrm>
            <a:off x="4757415" y="2819400"/>
            <a:ext cx="3883348" cy="3489331"/>
          </a:xfrm>
          <a:custGeom>
            <a:avLst/>
            <a:gdLst>
              <a:gd name="connsiteX0" fmla="*/ 3649988 w 4443412"/>
              <a:gd name="connsiteY0" fmla="*/ 0 h 3992562"/>
              <a:gd name="connsiteX1" fmla="*/ 3667849 w 4443412"/>
              <a:gd name="connsiteY1" fmla="*/ 0 h 3992562"/>
              <a:gd name="connsiteX2" fmla="*/ 3685710 w 4443412"/>
              <a:gd name="connsiteY2" fmla="*/ 397 h 3992562"/>
              <a:gd name="connsiteX3" fmla="*/ 3703174 w 4443412"/>
              <a:gd name="connsiteY3" fmla="*/ 1588 h 3992562"/>
              <a:gd name="connsiteX4" fmla="*/ 3720638 w 4443412"/>
              <a:gd name="connsiteY4" fmla="*/ 2381 h 3992562"/>
              <a:gd name="connsiteX5" fmla="*/ 3737705 w 4443412"/>
              <a:gd name="connsiteY5" fmla="*/ 4366 h 3992562"/>
              <a:gd name="connsiteX6" fmla="*/ 3755169 w 4443412"/>
              <a:gd name="connsiteY6" fmla="*/ 7144 h 3992562"/>
              <a:gd name="connsiteX7" fmla="*/ 3771839 w 4443412"/>
              <a:gd name="connsiteY7" fmla="*/ 9525 h 3992562"/>
              <a:gd name="connsiteX8" fmla="*/ 3788510 w 4443412"/>
              <a:gd name="connsiteY8" fmla="*/ 12303 h 3992562"/>
              <a:gd name="connsiteX9" fmla="*/ 3805180 w 4443412"/>
              <a:gd name="connsiteY9" fmla="*/ 16669 h 3992562"/>
              <a:gd name="connsiteX10" fmla="*/ 3821057 w 4443412"/>
              <a:gd name="connsiteY10" fmla="*/ 20638 h 3992562"/>
              <a:gd name="connsiteX11" fmla="*/ 3836933 w 4443412"/>
              <a:gd name="connsiteY11" fmla="*/ 25003 h 3992562"/>
              <a:gd name="connsiteX12" fmla="*/ 3853206 w 4443412"/>
              <a:gd name="connsiteY12" fmla="*/ 29369 h 3992562"/>
              <a:gd name="connsiteX13" fmla="*/ 3869083 w 4443412"/>
              <a:gd name="connsiteY13" fmla="*/ 34925 h 3992562"/>
              <a:gd name="connsiteX14" fmla="*/ 3884165 w 4443412"/>
              <a:gd name="connsiteY14" fmla="*/ 40481 h 3992562"/>
              <a:gd name="connsiteX15" fmla="*/ 3899645 w 4443412"/>
              <a:gd name="connsiteY15" fmla="*/ 46434 h 3992562"/>
              <a:gd name="connsiteX16" fmla="*/ 3914331 w 4443412"/>
              <a:gd name="connsiteY16" fmla="*/ 52784 h 3992562"/>
              <a:gd name="connsiteX17" fmla="*/ 3929016 w 4443412"/>
              <a:gd name="connsiteY17" fmla="*/ 59928 h 3992562"/>
              <a:gd name="connsiteX18" fmla="*/ 3943305 w 4443412"/>
              <a:gd name="connsiteY18" fmla="*/ 67072 h 3992562"/>
              <a:gd name="connsiteX19" fmla="*/ 3957991 w 4443412"/>
              <a:gd name="connsiteY19" fmla="*/ 74613 h 3992562"/>
              <a:gd name="connsiteX20" fmla="*/ 3971883 w 4443412"/>
              <a:gd name="connsiteY20" fmla="*/ 82550 h 3992562"/>
              <a:gd name="connsiteX21" fmla="*/ 3985774 w 4443412"/>
              <a:gd name="connsiteY21" fmla="*/ 90885 h 3992562"/>
              <a:gd name="connsiteX22" fmla="*/ 3999269 w 4443412"/>
              <a:gd name="connsiteY22" fmla="*/ 100013 h 3992562"/>
              <a:gd name="connsiteX23" fmla="*/ 4012764 w 4443412"/>
              <a:gd name="connsiteY23" fmla="*/ 108744 h 3992562"/>
              <a:gd name="connsiteX24" fmla="*/ 4025862 w 4443412"/>
              <a:gd name="connsiteY24" fmla="*/ 118269 h 3992562"/>
              <a:gd name="connsiteX25" fmla="*/ 4038167 w 4443412"/>
              <a:gd name="connsiteY25" fmla="*/ 127794 h 3992562"/>
              <a:gd name="connsiteX26" fmla="*/ 4050867 w 4443412"/>
              <a:gd name="connsiteY26" fmla="*/ 137716 h 3992562"/>
              <a:gd name="connsiteX27" fmla="*/ 4063172 w 4443412"/>
              <a:gd name="connsiteY27" fmla="*/ 148431 h 3992562"/>
              <a:gd name="connsiteX28" fmla="*/ 4075476 w 4443412"/>
              <a:gd name="connsiteY28" fmla="*/ 159147 h 3992562"/>
              <a:gd name="connsiteX29" fmla="*/ 4087383 w 4443412"/>
              <a:gd name="connsiteY29" fmla="*/ 170259 h 3992562"/>
              <a:gd name="connsiteX30" fmla="*/ 4098894 w 4443412"/>
              <a:gd name="connsiteY30" fmla="*/ 181769 h 3992562"/>
              <a:gd name="connsiteX31" fmla="*/ 4109610 w 4443412"/>
              <a:gd name="connsiteY31" fmla="*/ 193278 h 3992562"/>
              <a:gd name="connsiteX32" fmla="*/ 4120724 w 4443412"/>
              <a:gd name="connsiteY32" fmla="*/ 205184 h 3992562"/>
              <a:gd name="connsiteX33" fmla="*/ 4131043 w 4443412"/>
              <a:gd name="connsiteY33" fmla="*/ 217884 h 3992562"/>
              <a:gd name="connsiteX34" fmla="*/ 4141760 w 4443412"/>
              <a:gd name="connsiteY34" fmla="*/ 230188 h 3992562"/>
              <a:gd name="connsiteX35" fmla="*/ 4151683 w 4443412"/>
              <a:gd name="connsiteY35" fmla="*/ 243284 h 3992562"/>
              <a:gd name="connsiteX36" fmla="*/ 4161605 w 4443412"/>
              <a:gd name="connsiteY36" fmla="*/ 256381 h 3992562"/>
              <a:gd name="connsiteX37" fmla="*/ 4171131 w 4443412"/>
              <a:gd name="connsiteY37" fmla="*/ 269875 h 3992562"/>
              <a:gd name="connsiteX38" fmla="*/ 4180261 w 4443412"/>
              <a:gd name="connsiteY38" fmla="*/ 283766 h 3992562"/>
              <a:gd name="connsiteX39" fmla="*/ 4188993 w 4443412"/>
              <a:gd name="connsiteY39" fmla="*/ 297656 h 3992562"/>
              <a:gd name="connsiteX40" fmla="*/ 4197725 w 4443412"/>
              <a:gd name="connsiteY40" fmla="*/ 312341 h 3992562"/>
              <a:gd name="connsiteX41" fmla="*/ 4206059 w 4443412"/>
              <a:gd name="connsiteY41" fmla="*/ 326628 h 3992562"/>
              <a:gd name="connsiteX42" fmla="*/ 4213998 w 4443412"/>
              <a:gd name="connsiteY42" fmla="*/ 341313 h 3992562"/>
              <a:gd name="connsiteX43" fmla="*/ 4221539 w 4443412"/>
              <a:gd name="connsiteY43" fmla="*/ 355997 h 3992562"/>
              <a:gd name="connsiteX44" fmla="*/ 4229081 w 4443412"/>
              <a:gd name="connsiteY44" fmla="*/ 371475 h 3992562"/>
              <a:gd name="connsiteX45" fmla="*/ 4236225 w 4443412"/>
              <a:gd name="connsiteY45" fmla="*/ 386953 h 3992562"/>
              <a:gd name="connsiteX46" fmla="*/ 4242575 w 4443412"/>
              <a:gd name="connsiteY46" fmla="*/ 403225 h 3992562"/>
              <a:gd name="connsiteX47" fmla="*/ 4248926 w 4443412"/>
              <a:gd name="connsiteY47" fmla="*/ 419100 h 3992562"/>
              <a:gd name="connsiteX48" fmla="*/ 4254879 w 4443412"/>
              <a:gd name="connsiteY48" fmla="*/ 434975 h 3992562"/>
              <a:gd name="connsiteX49" fmla="*/ 4260437 w 4443412"/>
              <a:gd name="connsiteY49" fmla="*/ 451644 h 3992562"/>
              <a:gd name="connsiteX50" fmla="*/ 4265993 w 4443412"/>
              <a:gd name="connsiteY50" fmla="*/ 468709 h 3992562"/>
              <a:gd name="connsiteX51" fmla="*/ 4271153 w 4443412"/>
              <a:gd name="connsiteY51" fmla="*/ 484981 h 3992562"/>
              <a:gd name="connsiteX52" fmla="*/ 4275916 w 4443412"/>
              <a:gd name="connsiteY52" fmla="*/ 502444 h 3992562"/>
              <a:gd name="connsiteX53" fmla="*/ 4279885 w 4443412"/>
              <a:gd name="connsiteY53" fmla="*/ 519509 h 3992562"/>
              <a:gd name="connsiteX54" fmla="*/ 4283854 w 4443412"/>
              <a:gd name="connsiteY54" fmla="*/ 536972 h 3992562"/>
              <a:gd name="connsiteX55" fmla="*/ 4287823 w 4443412"/>
              <a:gd name="connsiteY55" fmla="*/ 554434 h 3992562"/>
              <a:gd name="connsiteX56" fmla="*/ 4290999 w 4443412"/>
              <a:gd name="connsiteY56" fmla="*/ 572294 h 3992562"/>
              <a:gd name="connsiteX57" fmla="*/ 4294173 w 4443412"/>
              <a:gd name="connsiteY57" fmla="*/ 590550 h 3992562"/>
              <a:gd name="connsiteX58" fmla="*/ 4296555 w 4443412"/>
              <a:gd name="connsiteY58" fmla="*/ 608806 h 3992562"/>
              <a:gd name="connsiteX59" fmla="*/ 4298539 w 4443412"/>
              <a:gd name="connsiteY59" fmla="*/ 627063 h 3992562"/>
              <a:gd name="connsiteX60" fmla="*/ 4300525 w 4443412"/>
              <a:gd name="connsiteY60" fmla="*/ 645319 h 3992562"/>
              <a:gd name="connsiteX61" fmla="*/ 4439840 w 4443412"/>
              <a:gd name="connsiteY61" fmla="*/ 2872581 h 3992562"/>
              <a:gd name="connsiteX62" fmla="*/ 4441825 w 4443412"/>
              <a:gd name="connsiteY62" fmla="*/ 2916634 h 3992562"/>
              <a:gd name="connsiteX63" fmla="*/ 4442618 w 4443412"/>
              <a:gd name="connsiteY63" fmla="*/ 2959100 h 3992562"/>
              <a:gd name="connsiteX64" fmla="*/ 4443412 w 4443412"/>
              <a:gd name="connsiteY64" fmla="*/ 3000375 h 3992562"/>
              <a:gd name="connsiteX65" fmla="*/ 4443412 w 4443412"/>
              <a:gd name="connsiteY65" fmla="*/ 3041650 h 3992562"/>
              <a:gd name="connsiteX66" fmla="*/ 4442618 w 4443412"/>
              <a:gd name="connsiteY66" fmla="*/ 3081337 h 3992562"/>
              <a:gd name="connsiteX67" fmla="*/ 4440633 w 4443412"/>
              <a:gd name="connsiteY67" fmla="*/ 3121025 h 3992562"/>
              <a:gd name="connsiteX68" fmla="*/ 4439443 w 4443412"/>
              <a:gd name="connsiteY68" fmla="*/ 3140472 h 3992562"/>
              <a:gd name="connsiteX69" fmla="*/ 4437855 w 4443412"/>
              <a:gd name="connsiteY69" fmla="*/ 3159918 h 3992562"/>
              <a:gd name="connsiteX70" fmla="*/ 4435871 w 4443412"/>
              <a:gd name="connsiteY70" fmla="*/ 3179365 h 3992562"/>
              <a:gd name="connsiteX71" fmla="*/ 4433489 w 4443412"/>
              <a:gd name="connsiteY71" fmla="*/ 3198812 h 3992562"/>
              <a:gd name="connsiteX72" fmla="*/ 4430711 w 4443412"/>
              <a:gd name="connsiteY72" fmla="*/ 3218259 h 3992562"/>
              <a:gd name="connsiteX73" fmla="*/ 4427933 w 4443412"/>
              <a:gd name="connsiteY73" fmla="*/ 3237309 h 3992562"/>
              <a:gd name="connsiteX74" fmla="*/ 4424757 w 4443412"/>
              <a:gd name="connsiteY74" fmla="*/ 3256756 h 3992562"/>
              <a:gd name="connsiteX75" fmla="*/ 4420788 w 4443412"/>
              <a:gd name="connsiteY75" fmla="*/ 3276203 h 3992562"/>
              <a:gd name="connsiteX76" fmla="*/ 4416819 w 4443412"/>
              <a:gd name="connsiteY76" fmla="*/ 3295253 h 3992562"/>
              <a:gd name="connsiteX77" fmla="*/ 4412453 w 4443412"/>
              <a:gd name="connsiteY77" fmla="*/ 3314700 h 3992562"/>
              <a:gd name="connsiteX78" fmla="*/ 4407293 w 4443412"/>
              <a:gd name="connsiteY78" fmla="*/ 3334147 h 3992562"/>
              <a:gd name="connsiteX79" fmla="*/ 4401737 w 4443412"/>
              <a:gd name="connsiteY79" fmla="*/ 3353593 h 3992562"/>
              <a:gd name="connsiteX80" fmla="*/ 4395783 w 4443412"/>
              <a:gd name="connsiteY80" fmla="*/ 3373040 h 3992562"/>
              <a:gd name="connsiteX81" fmla="*/ 4389432 w 4443412"/>
              <a:gd name="connsiteY81" fmla="*/ 3392487 h 3992562"/>
              <a:gd name="connsiteX82" fmla="*/ 4382288 w 4443412"/>
              <a:gd name="connsiteY82" fmla="*/ 3412331 h 3992562"/>
              <a:gd name="connsiteX83" fmla="*/ 4374747 w 4443412"/>
              <a:gd name="connsiteY83" fmla="*/ 3432175 h 3992562"/>
              <a:gd name="connsiteX84" fmla="*/ 4366809 w 4443412"/>
              <a:gd name="connsiteY84" fmla="*/ 3452018 h 3992562"/>
              <a:gd name="connsiteX85" fmla="*/ 4358473 w 4443412"/>
              <a:gd name="connsiteY85" fmla="*/ 3472259 h 3992562"/>
              <a:gd name="connsiteX86" fmla="*/ 4349344 w 4443412"/>
              <a:gd name="connsiteY86" fmla="*/ 3492500 h 3992562"/>
              <a:gd name="connsiteX87" fmla="*/ 4339819 w 4443412"/>
              <a:gd name="connsiteY87" fmla="*/ 3513137 h 3992562"/>
              <a:gd name="connsiteX88" fmla="*/ 4329499 w 4443412"/>
              <a:gd name="connsiteY88" fmla="*/ 3534172 h 3992562"/>
              <a:gd name="connsiteX89" fmla="*/ 4318385 w 4443412"/>
              <a:gd name="connsiteY89" fmla="*/ 3554809 h 3992562"/>
              <a:gd name="connsiteX90" fmla="*/ 4306875 w 4443412"/>
              <a:gd name="connsiteY90" fmla="*/ 3575447 h 3992562"/>
              <a:gd name="connsiteX91" fmla="*/ 4294967 w 4443412"/>
              <a:gd name="connsiteY91" fmla="*/ 3595290 h 3992562"/>
              <a:gd name="connsiteX92" fmla="*/ 4283060 w 4443412"/>
              <a:gd name="connsiteY92" fmla="*/ 3615531 h 3992562"/>
              <a:gd name="connsiteX93" fmla="*/ 4269962 w 4443412"/>
              <a:gd name="connsiteY93" fmla="*/ 3634978 h 3992562"/>
              <a:gd name="connsiteX94" fmla="*/ 4256864 w 4443412"/>
              <a:gd name="connsiteY94" fmla="*/ 3654028 h 3992562"/>
              <a:gd name="connsiteX95" fmla="*/ 4242972 w 4443412"/>
              <a:gd name="connsiteY95" fmla="*/ 3672284 h 3992562"/>
              <a:gd name="connsiteX96" fmla="*/ 4229081 w 4443412"/>
              <a:gd name="connsiteY96" fmla="*/ 3690937 h 3992562"/>
              <a:gd name="connsiteX97" fmla="*/ 4214791 w 4443412"/>
              <a:gd name="connsiteY97" fmla="*/ 3708797 h 3992562"/>
              <a:gd name="connsiteX98" fmla="*/ 4199709 w 4443412"/>
              <a:gd name="connsiteY98" fmla="*/ 3726259 h 3992562"/>
              <a:gd name="connsiteX99" fmla="*/ 4184627 w 4443412"/>
              <a:gd name="connsiteY99" fmla="*/ 3743325 h 3992562"/>
              <a:gd name="connsiteX100" fmla="*/ 4168750 w 4443412"/>
              <a:gd name="connsiteY100" fmla="*/ 3760390 h 3992562"/>
              <a:gd name="connsiteX101" fmla="*/ 4152873 w 4443412"/>
              <a:gd name="connsiteY101" fmla="*/ 3776265 h 3992562"/>
              <a:gd name="connsiteX102" fmla="*/ 4136203 w 4443412"/>
              <a:gd name="connsiteY102" fmla="*/ 3792140 h 3992562"/>
              <a:gd name="connsiteX103" fmla="*/ 4119136 w 4443412"/>
              <a:gd name="connsiteY103" fmla="*/ 3807222 h 3992562"/>
              <a:gd name="connsiteX104" fmla="*/ 4101672 w 4443412"/>
              <a:gd name="connsiteY104" fmla="*/ 3822303 h 3992562"/>
              <a:gd name="connsiteX105" fmla="*/ 4083811 w 4443412"/>
              <a:gd name="connsiteY105" fmla="*/ 3836193 h 3992562"/>
              <a:gd name="connsiteX106" fmla="*/ 4065950 w 4443412"/>
              <a:gd name="connsiteY106" fmla="*/ 3850084 h 3992562"/>
              <a:gd name="connsiteX107" fmla="*/ 4047295 w 4443412"/>
              <a:gd name="connsiteY107" fmla="*/ 3863181 h 3992562"/>
              <a:gd name="connsiteX108" fmla="*/ 4028244 w 4443412"/>
              <a:gd name="connsiteY108" fmla="*/ 3875484 h 3992562"/>
              <a:gd name="connsiteX109" fmla="*/ 4008795 w 4443412"/>
              <a:gd name="connsiteY109" fmla="*/ 3888184 h 3992562"/>
              <a:gd name="connsiteX110" fmla="*/ 3989347 w 4443412"/>
              <a:gd name="connsiteY110" fmla="*/ 3899693 h 3992562"/>
              <a:gd name="connsiteX111" fmla="*/ 3969501 w 4443412"/>
              <a:gd name="connsiteY111" fmla="*/ 3910012 h 3992562"/>
              <a:gd name="connsiteX112" fmla="*/ 3948862 w 4443412"/>
              <a:gd name="connsiteY112" fmla="*/ 3920728 h 3992562"/>
              <a:gd name="connsiteX113" fmla="*/ 3927825 w 4443412"/>
              <a:gd name="connsiteY113" fmla="*/ 3930253 h 3992562"/>
              <a:gd name="connsiteX114" fmla="*/ 3907186 w 4443412"/>
              <a:gd name="connsiteY114" fmla="*/ 3938984 h 3992562"/>
              <a:gd name="connsiteX115" fmla="*/ 3885356 w 4443412"/>
              <a:gd name="connsiteY115" fmla="*/ 3947715 h 3992562"/>
              <a:gd name="connsiteX116" fmla="*/ 3863526 w 4443412"/>
              <a:gd name="connsiteY116" fmla="*/ 3955256 h 3992562"/>
              <a:gd name="connsiteX117" fmla="*/ 3840902 w 4443412"/>
              <a:gd name="connsiteY117" fmla="*/ 3962400 h 3992562"/>
              <a:gd name="connsiteX118" fmla="*/ 3818675 w 4443412"/>
              <a:gd name="connsiteY118" fmla="*/ 3968750 h 3992562"/>
              <a:gd name="connsiteX119" fmla="*/ 3795654 w 4443412"/>
              <a:gd name="connsiteY119" fmla="*/ 3973909 h 3992562"/>
              <a:gd name="connsiteX120" fmla="*/ 3768664 w 4443412"/>
              <a:gd name="connsiteY120" fmla="*/ 3980259 h 3992562"/>
              <a:gd name="connsiteX121" fmla="*/ 3741277 w 4443412"/>
              <a:gd name="connsiteY121" fmla="*/ 3984625 h 3992562"/>
              <a:gd name="connsiteX122" fmla="*/ 3714287 w 4443412"/>
              <a:gd name="connsiteY122" fmla="*/ 3988197 h 3992562"/>
              <a:gd name="connsiteX123" fmla="*/ 3686901 w 4443412"/>
              <a:gd name="connsiteY123" fmla="*/ 3990578 h 3992562"/>
              <a:gd name="connsiteX124" fmla="*/ 3659117 w 4443412"/>
              <a:gd name="connsiteY124" fmla="*/ 3992165 h 3992562"/>
              <a:gd name="connsiteX125" fmla="*/ 3631730 w 4443412"/>
              <a:gd name="connsiteY125" fmla="*/ 3992562 h 3992562"/>
              <a:gd name="connsiteX126" fmla="*/ 3604343 w 4443412"/>
              <a:gd name="connsiteY126" fmla="*/ 3992562 h 3992562"/>
              <a:gd name="connsiteX127" fmla="*/ 3576560 w 4443412"/>
              <a:gd name="connsiteY127" fmla="*/ 3990975 h 3992562"/>
              <a:gd name="connsiteX128" fmla="*/ 3548379 w 4443412"/>
              <a:gd name="connsiteY128" fmla="*/ 3988990 h 3992562"/>
              <a:gd name="connsiteX129" fmla="*/ 3520595 w 4443412"/>
              <a:gd name="connsiteY129" fmla="*/ 3986609 h 3992562"/>
              <a:gd name="connsiteX130" fmla="*/ 3492415 w 4443412"/>
              <a:gd name="connsiteY130" fmla="*/ 3982640 h 3992562"/>
              <a:gd name="connsiteX131" fmla="*/ 3464631 w 4443412"/>
              <a:gd name="connsiteY131" fmla="*/ 3978672 h 3992562"/>
              <a:gd name="connsiteX132" fmla="*/ 3436053 w 4443412"/>
              <a:gd name="connsiteY132" fmla="*/ 3973115 h 3992562"/>
              <a:gd name="connsiteX133" fmla="*/ 3407476 w 4443412"/>
              <a:gd name="connsiteY133" fmla="*/ 3967559 h 3992562"/>
              <a:gd name="connsiteX134" fmla="*/ 3379295 w 4443412"/>
              <a:gd name="connsiteY134" fmla="*/ 3961209 h 3992562"/>
              <a:gd name="connsiteX135" fmla="*/ 3350321 w 4443412"/>
              <a:gd name="connsiteY135" fmla="*/ 3954065 h 3992562"/>
              <a:gd name="connsiteX136" fmla="*/ 3321346 w 4443412"/>
              <a:gd name="connsiteY136" fmla="*/ 3946128 h 3992562"/>
              <a:gd name="connsiteX137" fmla="*/ 3291975 w 4443412"/>
              <a:gd name="connsiteY137" fmla="*/ 3938190 h 3992562"/>
              <a:gd name="connsiteX138" fmla="*/ 3263001 w 4443412"/>
              <a:gd name="connsiteY138" fmla="*/ 3929062 h 3992562"/>
              <a:gd name="connsiteX139" fmla="*/ 3233232 w 4443412"/>
              <a:gd name="connsiteY139" fmla="*/ 3919537 h 3992562"/>
              <a:gd name="connsiteX140" fmla="*/ 3203464 w 4443412"/>
              <a:gd name="connsiteY140" fmla="*/ 3910012 h 3992562"/>
              <a:gd name="connsiteX141" fmla="*/ 3173299 w 4443412"/>
              <a:gd name="connsiteY141" fmla="*/ 3899693 h 3992562"/>
              <a:gd name="connsiteX142" fmla="*/ 3112571 w 4443412"/>
              <a:gd name="connsiteY142" fmla="*/ 3878262 h 3992562"/>
              <a:gd name="connsiteX143" fmla="*/ 3051050 w 4443412"/>
              <a:gd name="connsiteY143" fmla="*/ 3855243 h 3992562"/>
              <a:gd name="connsiteX144" fmla="*/ 2988735 w 4443412"/>
              <a:gd name="connsiteY144" fmla="*/ 3831034 h 3992562"/>
              <a:gd name="connsiteX145" fmla="*/ 2860533 w 4443412"/>
              <a:gd name="connsiteY145" fmla="*/ 3780631 h 3992562"/>
              <a:gd name="connsiteX146" fmla="*/ 818429 w 4443412"/>
              <a:gd name="connsiteY146" fmla="*/ 2887662 h 3992562"/>
              <a:gd name="connsiteX147" fmla="*/ 753733 w 4443412"/>
              <a:gd name="connsiteY147" fmla="*/ 2858294 h 3992562"/>
              <a:gd name="connsiteX148" fmla="*/ 686655 w 4443412"/>
              <a:gd name="connsiteY148" fmla="*/ 2828131 h 3992562"/>
              <a:gd name="connsiteX149" fmla="*/ 617593 w 4443412"/>
              <a:gd name="connsiteY149" fmla="*/ 2797175 h 3992562"/>
              <a:gd name="connsiteX150" fmla="*/ 582665 w 4443412"/>
              <a:gd name="connsiteY150" fmla="*/ 2781300 h 3992562"/>
              <a:gd name="connsiteX151" fmla="*/ 548133 w 4443412"/>
              <a:gd name="connsiteY151" fmla="*/ 2765425 h 3992562"/>
              <a:gd name="connsiteX152" fmla="*/ 513205 w 4443412"/>
              <a:gd name="connsiteY152" fmla="*/ 2748359 h 3992562"/>
              <a:gd name="connsiteX153" fmla="*/ 479071 w 4443412"/>
              <a:gd name="connsiteY153" fmla="*/ 2730897 h 3992562"/>
              <a:gd name="connsiteX154" fmla="*/ 444937 w 4443412"/>
              <a:gd name="connsiteY154" fmla="*/ 2712640 h 3992562"/>
              <a:gd name="connsiteX155" fmla="*/ 410803 w 4443412"/>
              <a:gd name="connsiteY155" fmla="*/ 2694384 h 3992562"/>
              <a:gd name="connsiteX156" fmla="*/ 377859 w 4443412"/>
              <a:gd name="connsiteY156" fmla="*/ 2675334 h 3992562"/>
              <a:gd name="connsiteX157" fmla="*/ 345709 w 4443412"/>
              <a:gd name="connsiteY157" fmla="*/ 2655490 h 3992562"/>
              <a:gd name="connsiteX158" fmla="*/ 313559 w 4443412"/>
              <a:gd name="connsiteY158" fmla="*/ 2634853 h 3992562"/>
              <a:gd name="connsiteX159" fmla="*/ 298080 w 4443412"/>
              <a:gd name="connsiteY159" fmla="*/ 2623740 h 3992562"/>
              <a:gd name="connsiteX160" fmla="*/ 282600 w 4443412"/>
              <a:gd name="connsiteY160" fmla="*/ 2613422 h 3992562"/>
              <a:gd name="connsiteX161" fmla="*/ 267518 w 4443412"/>
              <a:gd name="connsiteY161" fmla="*/ 2602309 h 3992562"/>
              <a:gd name="connsiteX162" fmla="*/ 252832 w 4443412"/>
              <a:gd name="connsiteY162" fmla="*/ 2590800 h 3992562"/>
              <a:gd name="connsiteX163" fmla="*/ 238146 w 4443412"/>
              <a:gd name="connsiteY163" fmla="*/ 2579290 h 3992562"/>
              <a:gd name="connsiteX164" fmla="*/ 223858 w 4443412"/>
              <a:gd name="connsiteY164" fmla="*/ 2567781 h 3992562"/>
              <a:gd name="connsiteX165" fmla="*/ 209569 w 4443412"/>
              <a:gd name="connsiteY165" fmla="*/ 2555875 h 3992562"/>
              <a:gd name="connsiteX166" fmla="*/ 196074 w 4443412"/>
              <a:gd name="connsiteY166" fmla="*/ 2543572 h 3992562"/>
              <a:gd name="connsiteX167" fmla="*/ 182579 w 4443412"/>
              <a:gd name="connsiteY167" fmla="*/ 2530872 h 3992562"/>
              <a:gd name="connsiteX168" fmla="*/ 169878 w 4443412"/>
              <a:gd name="connsiteY168" fmla="*/ 2518569 h 3992562"/>
              <a:gd name="connsiteX169" fmla="*/ 157177 w 4443412"/>
              <a:gd name="connsiteY169" fmla="*/ 2505472 h 3992562"/>
              <a:gd name="connsiteX170" fmla="*/ 144873 w 4443412"/>
              <a:gd name="connsiteY170" fmla="*/ 2491978 h 3992562"/>
              <a:gd name="connsiteX171" fmla="*/ 133362 w 4443412"/>
              <a:gd name="connsiteY171" fmla="*/ 2478484 h 3992562"/>
              <a:gd name="connsiteX172" fmla="*/ 121852 w 4443412"/>
              <a:gd name="connsiteY172" fmla="*/ 2464594 h 3992562"/>
              <a:gd name="connsiteX173" fmla="*/ 110738 w 4443412"/>
              <a:gd name="connsiteY173" fmla="*/ 2450703 h 3992562"/>
              <a:gd name="connsiteX174" fmla="*/ 100419 w 4443412"/>
              <a:gd name="connsiteY174" fmla="*/ 2436019 h 3992562"/>
              <a:gd name="connsiteX175" fmla="*/ 89702 w 4443412"/>
              <a:gd name="connsiteY175" fmla="*/ 2421731 h 3992562"/>
              <a:gd name="connsiteX176" fmla="*/ 80573 w 4443412"/>
              <a:gd name="connsiteY176" fmla="*/ 2406650 h 3992562"/>
              <a:gd name="connsiteX177" fmla="*/ 71047 w 4443412"/>
              <a:gd name="connsiteY177" fmla="*/ 2391172 h 3992562"/>
              <a:gd name="connsiteX178" fmla="*/ 62315 w 4443412"/>
              <a:gd name="connsiteY178" fmla="*/ 2375297 h 3992562"/>
              <a:gd name="connsiteX179" fmla="*/ 54377 w 4443412"/>
              <a:gd name="connsiteY179" fmla="*/ 2359025 h 3992562"/>
              <a:gd name="connsiteX180" fmla="*/ 46439 w 4443412"/>
              <a:gd name="connsiteY180" fmla="*/ 2343150 h 3992562"/>
              <a:gd name="connsiteX181" fmla="*/ 39294 w 4443412"/>
              <a:gd name="connsiteY181" fmla="*/ 2326084 h 3992562"/>
              <a:gd name="connsiteX182" fmla="*/ 32944 w 4443412"/>
              <a:gd name="connsiteY182" fmla="*/ 2309415 h 3992562"/>
              <a:gd name="connsiteX183" fmla="*/ 26990 w 4443412"/>
              <a:gd name="connsiteY183" fmla="*/ 2292350 h 3992562"/>
              <a:gd name="connsiteX184" fmla="*/ 21433 w 4443412"/>
              <a:gd name="connsiteY184" fmla="*/ 2274094 h 3992562"/>
              <a:gd name="connsiteX185" fmla="*/ 16670 w 4443412"/>
              <a:gd name="connsiteY185" fmla="*/ 2256234 h 3992562"/>
              <a:gd name="connsiteX186" fmla="*/ 11908 w 4443412"/>
              <a:gd name="connsiteY186" fmla="*/ 2237978 h 3992562"/>
              <a:gd name="connsiteX187" fmla="*/ 8335 w 4443412"/>
              <a:gd name="connsiteY187" fmla="*/ 2218928 h 3992562"/>
              <a:gd name="connsiteX188" fmla="*/ 5557 w 4443412"/>
              <a:gd name="connsiteY188" fmla="*/ 2199878 h 3992562"/>
              <a:gd name="connsiteX189" fmla="*/ 3176 w 4443412"/>
              <a:gd name="connsiteY189" fmla="*/ 2180034 h 3992562"/>
              <a:gd name="connsiteX190" fmla="*/ 1588 w 4443412"/>
              <a:gd name="connsiteY190" fmla="*/ 2159794 h 3992562"/>
              <a:gd name="connsiteX191" fmla="*/ 397 w 4443412"/>
              <a:gd name="connsiteY191" fmla="*/ 2139553 h 3992562"/>
              <a:gd name="connsiteX192" fmla="*/ 0 w 4443412"/>
              <a:gd name="connsiteY192" fmla="*/ 2118915 h 3992562"/>
              <a:gd name="connsiteX193" fmla="*/ 0 w 4443412"/>
              <a:gd name="connsiteY193" fmla="*/ 1397794 h 3992562"/>
              <a:gd name="connsiteX194" fmla="*/ 0 w 4443412"/>
              <a:gd name="connsiteY194" fmla="*/ 1352153 h 3992562"/>
              <a:gd name="connsiteX195" fmla="*/ 397 w 4443412"/>
              <a:gd name="connsiteY195" fmla="*/ 1307703 h 3992562"/>
              <a:gd name="connsiteX196" fmla="*/ 1985 w 4443412"/>
              <a:gd name="connsiteY196" fmla="*/ 1263253 h 3992562"/>
              <a:gd name="connsiteX197" fmla="*/ 3572 w 4443412"/>
              <a:gd name="connsiteY197" fmla="*/ 1219200 h 3992562"/>
              <a:gd name="connsiteX198" fmla="*/ 6351 w 4443412"/>
              <a:gd name="connsiteY198" fmla="*/ 1176338 h 3992562"/>
              <a:gd name="connsiteX199" fmla="*/ 8335 w 4443412"/>
              <a:gd name="connsiteY199" fmla="*/ 1154509 h 3992562"/>
              <a:gd name="connsiteX200" fmla="*/ 10320 w 4443412"/>
              <a:gd name="connsiteY200" fmla="*/ 1133475 h 3992562"/>
              <a:gd name="connsiteX201" fmla="*/ 13098 w 4443412"/>
              <a:gd name="connsiteY201" fmla="*/ 1112044 h 3992562"/>
              <a:gd name="connsiteX202" fmla="*/ 15877 w 4443412"/>
              <a:gd name="connsiteY202" fmla="*/ 1091009 h 3992562"/>
              <a:gd name="connsiteX203" fmla="*/ 19052 w 4443412"/>
              <a:gd name="connsiteY203" fmla="*/ 1069975 h 3992562"/>
              <a:gd name="connsiteX204" fmla="*/ 23021 w 4443412"/>
              <a:gd name="connsiteY204" fmla="*/ 1048941 h 3992562"/>
              <a:gd name="connsiteX205" fmla="*/ 26990 w 4443412"/>
              <a:gd name="connsiteY205" fmla="*/ 1027906 h 3992562"/>
              <a:gd name="connsiteX206" fmla="*/ 31356 w 4443412"/>
              <a:gd name="connsiteY206" fmla="*/ 1007666 h 3992562"/>
              <a:gd name="connsiteX207" fmla="*/ 36516 w 4443412"/>
              <a:gd name="connsiteY207" fmla="*/ 986631 h 3992562"/>
              <a:gd name="connsiteX208" fmla="*/ 42073 w 4443412"/>
              <a:gd name="connsiteY208" fmla="*/ 965994 h 3992562"/>
              <a:gd name="connsiteX209" fmla="*/ 48026 w 4443412"/>
              <a:gd name="connsiteY209" fmla="*/ 945753 h 3992562"/>
              <a:gd name="connsiteX210" fmla="*/ 54377 w 4443412"/>
              <a:gd name="connsiteY210" fmla="*/ 925513 h 3992562"/>
              <a:gd name="connsiteX211" fmla="*/ 61918 w 4443412"/>
              <a:gd name="connsiteY211" fmla="*/ 905272 h 3992562"/>
              <a:gd name="connsiteX212" fmla="*/ 69856 w 4443412"/>
              <a:gd name="connsiteY212" fmla="*/ 885031 h 3992562"/>
              <a:gd name="connsiteX213" fmla="*/ 77795 w 4443412"/>
              <a:gd name="connsiteY213" fmla="*/ 865188 h 3992562"/>
              <a:gd name="connsiteX214" fmla="*/ 87321 w 4443412"/>
              <a:gd name="connsiteY214" fmla="*/ 845344 h 3992562"/>
              <a:gd name="connsiteX215" fmla="*/ 96846 w 4443412"/>
              <a:gd name="connsiteY215" fmla="*/ 825500 h 3992562"/>
              <a:gd name="connsiteX216" fmla="*/ 107166 w 4443412"/>
              <a:gd name="connsiteY216" fmla="*/ 805656 h 3992562"/>
              <a:gd name="connsiteX217" fmla="*/ 118676 w 4443412"/>
              <a:gd name="connsiteY217" fmla="*/ 786209 h 3992562"/>
              <a:gd name="connsiteX218" fmla="*/ 130981 w 4443412"/>
              <a:gd name="connsiteY218" fmla="*/ 766763 h 3992562"/>
              <a:gd name="connsiteX219" fmla="*/ 143285 w 4443412"/>
              <a:gd name="connsiteY219" fmla="*/ 747713 h 3992562"/>
              <a:gd name="connsiteX220" fmla="*/ 156780 w 4443412"/>
              <a:gd name="connsiteY220" fmla="*/ 728266 h 3992562"/>
              <a:gd name="connsiteX221" fmla="*/ 166703 w 4443412"/>
              <a:gd name="connsiteY221" fmla="*/ 715169 h 3992562"/>
              <a:gd name="connsiteX222" fmla="*/ 176625 w 4443412"/>
              <a:gd name="connsiteY222" fmla="*/ 702469 h 3992562"/>
              <a:gd name="connsiteX223" fmla="*/ 187342 w 4443412"/>
              <a:gd name="connsiteY223" fmla="*/ 689769 h 3992562"/>
              <a:gd name="connsiteX224" fmla="*/ 197265 w 4443412"/>
              <a:gd name="connsiteY224" fmla="*/ 677863 h 3992562"/>
              <a:gd name="connsiteX225" fmla="*/ 208378 w 4443412"/>
              <a:gd name="connsiteY225" fmla="*/ 666353 h 3992562"/>
              <a:gd name="connsiteX226" fmla="*/ 219095 w 4443412"/>
              <a:gd name="connsiteY226" fmla="*/ 654844 h 3992562"/>
              <a:gd name="connsiteX227" fmla="*/ 230208 w 4443412"/>
              <a:gd name="connsiteY227" fmla="*/ 643731 h 3992562"/>
              <a:gd name="connsiteX228" fmla="*/ 241322 w 4443412"/>
              <a:gd name="connsiteY228" fmla="*/ 633016 h 3992562"/>
              <a:gd name="connsiteX229" fmla="*/ 252832 w 4443412"/>
              <a:gd name="connsiteY229" fmla="*/ 622697 h 3992562"/>
              <a:gd name="connsiteX230" fmla="*/ 264343 w 4443412"/>
              <a:gd name="connsiteY230" fmla="*/ 612378 h 3992562"/>
              <a:gd name="connsiteX231" fmla="*/ 276250 w 4443412"/>
              <a:gd name="connsiteY231" fmla="*/ 602853 h 3992562"/>
              <a:gd name="connsiteX232" fmla="*/ 288157 w 4443412"/>
              <a:gd name="connsiteY232" fmla="*/ 593328 h 3992562"/>
              <a:gd name="connsiteX233" fmla="*/ 300065 w 4443412"/>
              <a:gd name="connsiteY233" fmla="*/ 583803 h 3992562"/>
              <a:gd name="connsiteX234" fmla="*/ 312766 w 4443412"/>
              <a:gd name="connsiteY234" fmla="*/ 575072 h 3992562"/>
              <a:gd name="connsiteX235" fmla="*/ 325070 w 4443412"/>
              <a:gd name="connsiteY235" fmla="*/ 566341 h 3992562"/>
              <a:gd name="connsiteX236" fmla="*/ 337374 w 4443412"/>
              <a:gd name="connsiteY236" fmla="*/ 558006 h 3992562"/>
              <a:gd name="connsiteX237" fmla="*/ 350472 w 4443412"/>
              <a:gd name="connsiteY237" fmla="*/ 550069 h 3992562"/>
              <a:gd name="connsiteX238" fmla="*/ 363570 w 4443412"/>
              <a:gd name="connsiteY238" fmla="*/ 542131 h 3992562"/>
              <a:gd name="connsiteX239" fmla="*/ 390163 w 4443412"/>
              <a:gd name="connsiteY239" fmla="*/ 527050 h 3992562"/>
              <a:gd name="connsiteX240" fmla="*/ 417153 w 4443412"/>
              <a:gd name="connsiteY240" fmla="*/ 513159 h 3992562"/>
              <a:gd name="connsiteX241" fmla="*/ 444540 w 4443412"/>
              <a:gd name="connsiteY241" fmla="*/ 499666 h 3992562"/>
              <a:gd name="connsiteX242" fmla="*/ 472324 w 4443412"/>
              <a:gd name="connsiteY242" fmla="*/ 487363 h 3992562"/>
              <a:gd name="connsiteX243" fmla="*/ 500504 w 4443412"/>
              <a:gd name="connsiteY243" fmla="*/ 475853 h 3992562"/>
              <a:gd name="connsiteX244" fmla="*/ 529479 w 4443412"/>
              <a:gd name="connsiteY244" fmla="*/ 465534 h 3992562"/>
              <a:gd name="connsiteX245" fmla="*/ 558850 w 4443412"/>
              <a:gd name="connsiteY245" fmla="*/ 455613 h 3992562"/>
              <a:gd name="connsiteX246" fmla="*/ 588221 w 4443412"/>
              <a:gd name="connsiteY246" fmla="*/ 446088 h 3992562"/>
              <a:gd name="connsiteX247" fmla="*/ 618387 w 4443412"/>
              <a:gd name="connsiteY247" fmla="*/ 437753 h 3992562"/>
              <a:gd name="connsiteX248" fmla="*/ 648155 w 4443412"/>
              <a:gd name="connsiteY248" fmla="*/ 429022 h 3992562"/>
              <a:gd name="connsiteX249" fmla="*/ 678717 w 4443412"/>
              <a:gd name="connsiteY249" fmla="*/ 421481 h 3992562"/>
              <a:gd name="connsiteX250" fmla="*/ 709279 w 4443412"/>
              <a:gd name="connsiteY250" fmla="*/ 414734 h 3992562"/>
              <a:gd name="connsiteX251" fmla="*/ 740238 w 4443412"/>
              <a:gd name="connsiteY251" fmla="*/ 407988 h 3992562"/>
              <a:gd name="connsiteX252" fmla="*/ 771197 w 4443412"/>
              <a:gd name="connsiteY252" fmla="*/ 401638 h 3992562"/>
              <a:gd name="connsiteX253" fmla="*/ 802156 w 4443412"/>
              <a:gd name="connsiteY253" fmla="*/ 395684 h 3992562"/>
              <a:gd name="connsiteX254" fmla="*/ 864471 w 4443412"/>
              <a:gd name="connsiteY254" fmla="*/ 384572 h 3992562"/>
              <a:gd name="connsiteX255" fmla="*/ 926786 w 4443412"/>
              <a:gd name="connsiteY255" fmla="*/ 374650 h 3992562"/>
              <a:gd name="connsiteX256" fmla="*/ 1050622 w 4443412"/>
              <a:gd name="connsiteY256" fmla="*/ 354806 h 3992562"/>
              <a:gd name="connsiteX257" fmla="*/ 3575766 w 4443412"/>
              <a:gd name="connsiteY257" fmla="*/ 5160 h 3992562"/>
              <a:gd name="connsiteX258" fmla="*/ 3594817 w 4443412"/>
              <a:gd name="connsiteY258" fmla="*/ 3175 h 3992562"/>
              <a:gd name="connsiteX259" fmla="*/ 3613472 w 4443412"/>
              <a:gd name="connsiteY259" fmla="*/ 1588 h 3992562"/>
              <a:gd name="connsiteX260" fmla="*/ 3631333 w 4443412"/>
              <a:gd name="connsiteY260" fmla="*/ 397 h 399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Lst>
            <a:rect l="l" t="t" r="r" b="b"/>
            <a:pathLst>
              <a:path w="4443412" h="3992562">
                <a:moveTo>
                  <a:pt x="3649988" y="0"/>
                </a:moveTo>
                <a:lnTo>
                  <a:pt x="3667849" y="0"/>
                </a:lnTo>
                <a:lnTo>
                  <a:pt x="3685710" y="397"/>
                </a:lnTo>
                <a:lnTo>
                  <a:pt x="3703174" y="1588"/>
                </a:lnTo>
                <a:lnTo>
                  <a:pt x="3720638" y="2381"/>
                </a:lnTo>
                <a:lnTo>
                  <a:pt x="3737705" y="4366"/>
                </a:lnTo>
                <a:lnTo>
                  <a:pt x="3755169" y="7144"/>
                </a:lnTo>
                <a:lnTo>
                  <a:pt x="3771839" y="9525"/>
                </a:lnTo>
                <a:lnTo>
                  <a:pt x="3788510" y="12303"/>
                </a:lnTo>
                <a:lnTo>
                  <a:pt x="3805180" y="16669"/>
                </a:lnTo>
                <a:lnTo>
                  <a:pt x="3821057" y="20638"/>
                </a:lnTo>
                <a:lnTo>
                  <a:pt x="3836933" y="25003"/>
                </a:lnTo>
                <a:lnTo>
                  <a:pt x="3853206" y="29369"/>
                </a:lnTo>
                <a:lnTo>
                  <a:pt x="3869083" y="34925"/>
                </a:lnTo>
                <a:lnTo>
                  <a:pt x="3884165" y="40481"/>
                </a:lnTo>
                <a:lnTo>
                  <a:pt x="3899645" y="46434"/>
                </a:lnTo>
                <a:lnTo>
                  <a:pt x="3914331" y="52784"/>
                </a:lnTo>
                <a:lnTo>
                  <a:pt x="3929016" y="59928"/>
                </a:lnTo>
                <a:lnTo>
                  <a:pt x="3943305" y="67072"/>
                </a:lnTo>
                <a:lnTo>
                  <a:pt x="3957991" y="74613"/>
                </a:lnTo>
                <a:lnTo>
                  <a:pt x="3971883" y="82550"/>
                </a:lnTo>
                <a:lnTo>
                  <a:pt x="3985774" y="90885"/>
                </a:lnTo>
                <a:lnTo>
                  <a:pt x="3999269" y="100013"/>
                </a:lnTo>
                <a:lnTo>
                  <a:pt x="4012764" y="108744"/>
                </a:lnTo>
                <a:lnTo>
                  <a:pt x="4025862" y="118269"/>
                </a:lnTo>
                <a:lnTo>
                  <a:pt x="4038167" y="127794"/>
                </a:lnTo>
                <a:lnTo>
                  <a:pt x="4050867" y="137716"/>
                </a:lnTo>
                <a:lnTo>
                  <a:pt x="4063172" y="148431"/>
                </a:lnTo>
                <a:lnTo>
                  <a:pt x="4075476" y="159147"/>
                </a:lnTo>
                <a:lnTo>
                  <a:pt x="4087383" y="170259"/>
                </a:lnTo>
                <a:lnTo>
                  <a:pt x="4098894" y="181769"/>
                </a:lnTo>
                <a:lnTo>
                  <a:pt x="4109610" y="193278"/>
                </a:lnTo>
                <a:lnTo>
                  <a:pt x="4120724" y="205184"/>
                </a:lnTo>
                <a:lnTo>
                  <a:pt x="4131043" y="217884"/>
                </a:lnTo>
                <a:lnTo>
                  <a:pt x="4141760" y="230188"/>
                </a:lnTo>
                <a:lnTo>
                  <a:pt x="4151683" y="243284"/>
                </a:lnTo>
                <a:lnTo>
                  <a:pt x="4161605" y="256381"/>
                </a:lnTo>
                <a:lnTo>
                  <a:pt x="4171131" y="269875"/>
                </a:lnTo>
                <a:lnTo>
                  <a:pt x="4180261" y="283766"/>
                </a:lnTo>
                <a:lnTo>
                  <a:pt x="4188993" y="297656"/>
                </a:lnTo>
                <a:lnTo>
                  <a:pt x="4197725" y="312341"/>
                </a:lnTo>
                <a:lnTo>
                  <a:pt x="4206059" y="326628"/>
                </a:lnTo>
                <a:lnTo>
                  <a:pt x="4213998" y="341313"/>
                </a:lnTo>
                <a:lnTo>
                  <a:pt x="4221539" y="355997"/>
                </a:lnTo>
                <a:lnTo>
                  <a:pt x="4229081" y="371475"/>
                </a:lnTo>
                <a:lnTo>
                  <a:pt x="4236225" y="386953"/>
                </a:lnTo>
                <a:lnTo>
                  <a:pt x="4242575" y="403225"/>
                </a:lnTo>
                <a:lnTo>
                  <a:pt x="4248926" y="419100"/>
                </a:lnTo>
                <a:lnTo>
                  <a:pt x="4254879" y="434975"/>
                </a:lnTo>
                <a:lnTo>
                  <a:pt x="4260437" y="451644"/>
                </a:lnTo>
                <a:lnTo>
                  <a:pt x="4265993" y="468709"/>
                </a:lnTo>
                <a:lnTo>
                  <a:pt x="4271153" y="484981"/>
                </a:lnTo>
                <a:lnTo>
                  <a:pt x="4275916" y="502444"/>
                </a:lnTo>
                <a:lnTo>
                  <a:pt x="4279885" y="519509"/>
                </a:lnTo>
                <a:lnTo>
                  <a:pt x="4283854" y="536972"/>
                </a:lnTo>
                <a:lnTo>
                  <a:pt x="4287823" y="554434"/>
                </a:lnTo>
                <a:lnTo>
                  <a:pt x="4290999" y="572294"/>
                </a:lnTo>
                <a:lnTo>
                  <a:pt x="4294173" y="590550"/>
                </a:lnTo>
                <a:lnTo>
                  <a:pt x="4296555" y="608806"/>
                </a:lnTo>
                <a:lnTo>
                  <a:pt x="4298539" y="627063"/>
                </a:lnTo>
                <a:lnTo>
                  <a:pt x="4300525" y="645319"/>
                </a:lnTo>
                <a:lnTo>
                  <a:pt x="4439840" y="2872581"/>
                </a:lnTo>
                <a:lnTo>
                  <a:pt x="4441825" y="2916634"/>
                </a:lnTo>
                <a:lnTo>
                  <a:pt x="4442618" y="2959100"/>
                </a:lnTo>
                <a:lnTo>
                  <a:pt x="4443412" y="3000375"/>
                </a:lnTo>
                <a:lnTo>
                  <a:pt x="4443412" y="3041650"/>
                </a:lnTo>
                <a:lnTo>
                  <a:pt x="4442618" y="3081337"/>
                </a:lnTo>
                <a:lnTo>
                  <a:pt x="4440633" y="3121025"/>
                </a:lnTo>
                <a:lnTo>
                  <a:pt x="4439443" y="3140472"/>
                </a:lnTo>
                <a:lnTo>
                  <a:pt x="4437855" y="3159918"/>
                </a:lnTo>
                <a:lnTo>
                  <a:pt x="4435871" y="3179365"/>
                </a:lnTo>
                <a:lnTo>
                  <a:pt x="4433489" y="3198812"/>
                </a:lnTo>
                <a:lnTo>
                  <a:pt x="4430711" y="3218259"/>
                </a:lnTo>
                <a:lnTo>
                  <a:pt x="4427933" y="3237309"/>
                </a:lnTo>
                <a:lnTo>
                  <a:pt x="4424757" y="3256756"/>
                </a:lnTo>
                <a:lnTo>
                  <a:pt x="4420788" y="3276203"/>
                </a:lnTo>
                <a:lnTo>
                  <a:pt x="4416819" y="3295253"/>
                </a:lnTo>
                <a:lnTo>
                  <a:pt x="4412453" y="3314700"/>
                </a:lnTo>
                <a:lnTo>
                  <a:pt x="4407293" y="3334147"/>
                </a:lnTo>
                <a:lnTo>
                  <a:pt x="4401737" y="3353593"/>
                </a:lnTo>
                <a:lnTo>
                  <a:pt x="4395783" y="3373040"/>
                </a:lnTo>
                <a:lnTo>
                  <a:pt x="4389432" y="3392487"/>
                </a:lnTo>
                <a:lnTo>
                  <a:pt x="4382288" y="3412331"/>
                </a:lnTo>
                <a:lnTo>
                  <a:pt x="4374747" y="3432175"/>
                </a:lnTo>
                <a:lnTo>
                  <a:pt x="4366809" y="3452018"/>
                </a:lnTo>
                <a:lnTo>
                  <a:pt x="4358473" y="3472259"/>
                </a:lnTo>
                <a:lnTo>
                  <a:pt x="4349344" y="3492500"/>
                </a:lnTo>
                <a:lnTo>
                  <a:pt x="4339819" y="3513137"/>
                </a:lnTo>
                <a:lnTo>
                  <a:pt x="4329499" y="3534172"/>
                </a:lnTo>
                <a:lnTo>
                  <a:pt x="4318385" y="3554809"/>
                </a:lnTo>
                <a:lnTo>
                  <a:pt x="4306875" y="3575447"/>
                </a:lnTo>
                <a:lnTo>
                  <a:pt x="4294967" y="3595290"/>
                </a:lnTo>
                <a:lnTo>
                  <a:pt x="4283060" y="3615531"/>
                </a:lnTo>
                <a:lnTo>
                  <a:pt x="4269962" y="3634978"/>
                </a:lnTo>
                <a:lnTo>
                  <a:pt x="4256864" y="3654028"/>
                </a:lnTo>
                <a:lnTo>
                  <a:pt x="4242972" y="3672284"/>
                </a:lnTo>
                <a:lnTo>
                  <a:pt x="4229081" y="3690937"/>
                </a:lnTo>
                <a:lnTo>
                  <a:pt x="4214791" y="3708797"/>
                </a:lnTo>
                <a:lnTo>
                  <a:pt x="4199709" y="3726259"/>
                </a:lnTo>
                <a:lnTo>
                  <a:pt x="4184627" y="3743325"/>
                </a:lnTo>
                <a:lnTo>
                  <a:pt x="4168750" y="3760390"/>
                </a:lnTo>
                <a:lnTo>
                  <a:pt x="4152873" y="3776265"/>
                </a:lnTo>
                <a:lnTo>
                  <a:pt x="4136203" y="3792140"/>
                </a:lnTo>
                <a:lnTo>
                  <a:pt x="4119136" y="3807222"/>
                </a:lnTo>
                <a:lnTo>
                  <a:pt x="4101672" y="3822303"/>
                </a:lnTo>
                <a:lnTo>
                  <a:pt x="4083811" y="3836193"/>
                </a:lnTo>
                <a:lnTo>
                  <a:pt x="4065950" y="3850084"/>
                </a:lnTo>
                <a:lnTo>
                  <a:pt x="4047295" y="3863181"/>
                </a:lnTo>
                <a:lnTo>
                  <a:pt x="4028244" y="3875484"/>
                </a:lnTo>
                <a:lnTo>
                  <a:pt x="4008795" y="3888184"/>
                </a:lnTo>
                <a:lnTo>
                  <a:pt x="3989347" y="3899693"/>
                </a:lnTo>
                <a:lnTo>
                  <a:pt x="3969501" y="3910012"/>
                </a:lnTo>
                <a:lnTo>
                  <a:pt x="3948862" y="3920728"/>
                </a:lnTo>
                <a:lnTo>
                  <a:pt x="3927825" y="3930253"/>
                </a:lnTo>
                <a:lnTo>
                  <a:pt x="3907186" y="3938984"/>
                </a:lnTo>
                <a:lnTo>
                  <a:pt x="3885356" y="3947715"/>
                </a:lnTo>
                <a:lnTo>
                  <a:pt x="3863526" y="3955256"/>
                </a:lnTo>
                <a:lnTo>
                  <a:pt x="3840902" y="3962400"/>
                </a:lnTo>
                <a:lnTo>
                  <a:pt x="3818675" y="3968750"/>
                </a:lnTo>
                <a:lnTo>
                  <a:pt x="3795654" y="3973909"/>
                </a:lnTo>
                <a:lnTo>
                  <a:pt x="3768664" y="3980259"/>
                </a:lnTo>
                <a:lnTo>
                  <a:pt x="3741277" y="3984625"/>
                </a:lnTo>
                <a:lnTo>
                  <a:pt x="3714287" y="3988197"/>
                </a:lnTo>
                <a:lnTo>
                  <a:pt x="3686901" y="3990578"/>
                </a:lnTo>
                <a:lnTo>
                  <a:pt x="3659117" y="3992165"/>
                </a:lnTo>
                <a:lnTo>
                  <a:pt x="3631730" y="3992562"/>
                </a:lnTo>
                <a:lnTo>
                  <a:pt x="3604343" y="3992562"/>
                </a:lnTo>
                <a:lnTo>
                  <a:pt x="3576560" y="3990975"/>
                </a:lnTo>
                <a:lnTo>
                  <a:pt x="3548379" y="3988990"/>
                </a:lnTo>
                <a:lnTo>
                  <a:pt x="3520595" y="3986609"/>
                </a:lnTo>
                <a:lnTo>
                  <a:pt x="3492415" y="3982640"/>
                </a:lnTo>
                <a:lnTo>
                  <a:pt x="3464631" y="3978672"/>
                </a:lnTo>
                <a:lnTo>
                  <a:pt x="3436053" y="3973115"/>
                </a:lnTo>
                <a:lnTo>
                  <a:pt x="3407476" y="3967559"/>
                </a:lnTo>
                <a:lnTo>
                  <a:pt x="3379295" y="3961209"/>
                </a:lnTo>
                <a:lnTo>
                  <a:pt x="3350321" y="3954065"/>
                </a:lnTo>
                <a:lnTo>
                  <a:pt x="3321346" y="3946128"/>
                </a:lnTo>
                <a:lnTo>
                  <a:pt x="3291975" y="3938190"/>
                </a:lnTo>
                <a:lnTo>
                  <a:pt x="3263001" y="3929062"/>
                </a:lnTo>
                <a:lnTo>
                  <a:pt x="3233232" y="3919537"/>
                </a:lnTo>
                <a:lnTo>
                  <a:pt x="3203464" y="3910012"/>
                </a:lnTo>
                <a:lnTo>
                  <a:pt x="3173299" y="3899693"/>
                </a:lnTo>
                <a:lnTo>
                  <a:pt x="3112571" y="3878262"/>
                </a:lnTo>
                <a:lnTo>
                  <a:pt x="3051050" y="3855243"/>
                </a:lnTo>
                <a:lnTo>
                  <a:pt x="2988735" y="3831034"/>
                </a:lnTo>
                <a:lnTo>
                  <a:pt x="2860533" y="3780631"/>
                </a:lnTo>
                <a:lnTo>
                  <a:pt x="818429" y="2887662"/>
                </a:lnTo>
                <a:lnTo>
                  <a:pt x="753733" y="2858294"/>
                </a:lnTo>
                <a:lnTo>
                  <a:pt x="686655" y="2828131"/>
                </a:lnTo>
                <a:lnTo>
                  <a:pt x="617593" y="2797175"/>
                </a:lnTo>
                <a:lnTo>
                  <a:pt x="582665" y="2781300"/>
                </a:lnTo>
                <a:lnTo>
                  <a:pt x="548133" y="2765425"/>
                </a:lnTo>
                <a:lnTo>
                  <a:pt x="513205" y="2748359"/>
                </a:lnTo>
                <a:lnTo>
                  <a:pt x="479071" y="2730897"/>
                </a:lnTo>
                <a:lnTo>
                  <a:pt x="444937" y="2712640"/>
                </a:lnTo>
                <a:lnTo>
                  <a:pt x="410803" y="2694384"/>
                </a:lnTo>
                <a:lnTo>
                  <a:pt x="377859" y="2675334"/>
                </a:lnTo>
                <a:lnTo>
                  <a:pt x="345709" y="2655490"/>
                </a:lnTo>
                <a:lnTo>
                  <a:pt x="313559" y="2634853"/>
                </a:lnTo>
                <a:lnTo>
                  <a:pt x="298080" y="2623740"/>
                </a:lnTo>
                <a:lnTo>
                  <a:pt x="282600" y="2613422"/>
                </a:lnTo>
                <a:lnTo>
                  <a:pt x="267518" y="2602309"/>
                </a:lnTo>
                <a:lnTo>
                  <a:pt x="252832" y="2590800"/>
                </a:lnTo>
                <a:lnTo>
                  <a:pt x="238146" y="2579290"/>
                </a:lnTo>
                <a:lnTo>
                  <a:pt x="223858" y="2567781"/>
                </a:lnTo>
                <a:lnTo>
                  <a:pt x="209569" y="2555875"/>
                </a:lnTo>
                <a:lnTo>
                  <a:pt x="196074" y="2543572"/>
                </a:lnTo>
                <a:lnTo>
                  <a:pt x="182579" y="2530872"/>
                </a:lnTo>
                <a:lnTo>
                  <a:pt x="169878" y="2518569"/>
                </a:lnTo>
                <a:lnTo>
                  <a:pt x="157177" y="2505472"/>
                </a:lnTo>
                <a:lnTo>
                  <a:pt x="144873" y="2491978"/>
                </a:lnTo>
                <a:lnTo>
                  <a:pt x="133362" y="2478484"/>
                </a:lnTo>
                <a:lnTo>
                  <a:pt x="121852" y="2464594"/>
                </a:lnTo>
                <a:lnTo>
                  <a:pt x="110738" y="2450703"/>
                </a:lnTo>
                <a:lnTo>
                  <a:pt x="100419" y="2436019"/>
                </a:lnTo>
                <a:lnTo>
                  <a:pt x="89702" y="2421731"/>
                </a:lnTo>
                <a:lnTo>
                  <a:pt x="80573" y="2406650"/>
                </a:lnTo>
                <a:lnTo>
                  <a:pt x="71047" y="2391172"/>
                </a:lnTo>
                <a:lnTo>
                  <a:pt x="62315" y="2375297"/>
                </a:lnTo>
                <a:lnTo>
                  <a:pt x="54377" y="2359025"/>
                </a:lnTo>
                <a:lnTo>
                  <a:pt x="46439" y="2343150"/>
                </a:lnTo>
                <a:lnTo>
                  <a:pt x="39294" y="2326084"/>
                </a:lnTo>
                <a:lnTo>
                  <a:pt x="32944" y="2309415"/>
                </a:lnTo>
                <a:lnTo>
                  <a:pt x="26990" y="2292350"/>
                </a:lnTo>
                <a:lnTo>
                  <a:pt x="21433" y="2274094"/>
                </a:lnTo>
                <a:lnTo>
                  <a:pt x="16670" y="2256234"/>
                </a:lnTo>
                <a:lnTo>
                  <a:pt x="11908" y="2237978"/>
                </a:lnTo>
                <a:lnTo>
                  <a:pt x="8335" y="2218928"/>
                </a:lnTo>
                <a:lnTo>
                  <a:pt x="5557" y="2199878"/>
                </a:lnTo>
                <a:lnTo>
                  <a:pt x="3176" y="2180034"/>
                </a:lnTo>
                <a:lnTo>
                  <a:pt x="1588" y="2159794"/>
                </a:lnTo>
                <a:lnTo>
                  <a:pt x="397" y="2139553"/>
                </a:lnTo>
                <a:lnTo>
                  <a:pt x="0" y="2118915"/>
                </a:lnTo>
                <a:lnTo>
                  <a:pt x="0" y="1397794"/>
                </a:lnTo>
                <a:lnTo>
                  <a:pt x="0" y="1352153"/>
                </a:lnTo>
                <a:lnTo>
                  <a:pt x="397" y="1307703"/>
                </a:lnTo>
                <a:lnTo>
                  <a:pt x="1985" y="1263253"/>
                </a:lnTo>
                <a:lnTo>
                  <a:pt x="3572" y="1219200"/>
                </a:lnTo>
                <a:lnTo>
                  <a:pt x="6351" y="1176338"/>
                </a:lnTo>
                <a:lnTo>
                  <a:pt x="8335" y="1154509"/>
                </a:lnTo>
                <a:lnTo>
                  <a:pt x="10320" y="1133475"/>
                </a:lnTo>
                <a:lnTo>
                  <a:pt x="13098" y="1112044"/>
                </a:lnTo>
                <a:lnTo>
                  <a:pt x="15877" y="1091009"/>
                </a:lnTo>
                <a:lnTo>
                  <a:pt x="19052" y="1069975"/>
                </a:lnTo>
                <a:lnTo>
                  <a:pt x="23021" y="1048941"/>
                </a:lnTo>
                <a:lnTo>
                  <a:pt x="26990" y="1027906"/>
                </a:lnTo>
                <a:lnTo>
                  <a:pt x="31356" y="1007666"/>
                </a:lnTo>
                <a:lnTo>
                  <a:pt x="36516" y="986631"/>
                </a:lnTo>
                <a:lnTo>
                  <a:pt x="42073" y="965994"/>
                </a:lnTo>
                <a:lnTo>
                  <a:pt x="48026" y="945753"/>
                </a:lnTo>
                <a:lnTo>
                  <a:pt x="54377" y="925513"/>
                </a:lnTo>
                <a:lnTo>
                  <a:pt x="61918" y="905272"/>
                </a:lnTo>
                <a:lnTo>
                  <a:pt x="69856" y="885031"/>
                </a:lnTo>
                <a:lnTo>
                  <a:pt x="77795" y="865188"/>
                </a:lnTo>
                <a:lnTo>
                  <a:pt x="87321" y="845344"/>
                </a:lnTo>
                <a:lnTo>
                  <a:pt x="96846" y="825500"/>
                </a:lnTo>
                <a:lnTo>
                  <a:pt x="107166" y="805656"/>
                </a:lnTo>
                <a:lnTo>
                  <a:pt x="118676" y="786209"/>
                </a:lnTo>
                <a:lnTo>
                  <a:pt x="130981" y="766763"/>
                </a:lnTo>
                <a:lnTo>
                  <a:pt x="143285" y="747713"/>
                </a:lnTo>
                <a:lnTo>
                  <a:pt x="156780" y="728266"/>
                </a:lnTo>
                <a:lnTo>
                  <a:pt x="166703" y="715169"/>
                </a:lnTo>
                <a:lnTo>
                  <a:pt x="176625" y="702469"/>
                </a:lnTo>
                <a:lnTo>
                  <a:pt x="187342" y="689769"/>
                </a:lnTo>
                <a:lnTo>
                  <a:pt x="197265" y="677863"/>
                </a:lnTo>
                <a:lnTo>
                  <a:pt x="208378" y="666353"/>
                </a:lnTo>
                <a:lnTo>
                  <a:pt x="219095" y="654844"/>
                </a:lnTo>
                <a:lnTo>
                  <a:pt x="230208" y="643731"/>
                </a:lnTo>
                <a:lnTo>
                  <a:pt x="241322" y="633016"/>
                </a:lnTo>
                <a:lnTo>
                  <a:pt x="252832" y="622697"/>
                </a:lnTo>
                <a:lnTo>
                  <a:pt x="264343" y="612378"/>
                </a:lnTo>
                <a:lnTo>
                  <a:pt x="276250" y="602853"/>
                </a:lnTo>
                <a:lnTo>
                  <a:pt x="288157" y="593328"/>
                </a:lnTo>
                <a:lnTo>
                  <a:pt x="300065" y="583803"/>
                </a:lnTo>
                <a:lnTo>
                  <a:pt x="312766" y="575072"/>
                </a:lnTo>
                <a:lnTo>
                  <a:pt x="325070" y="566341"/>
                </a:lnTo>
                <a:lnTo>
                  <a:pt x="337374" y="558006"/>
                </a:lnTo>
                <a:lnTo>
                  <a:pt x="350472" y="550069"/>
                </a:lnTo>
                <a:lnTo>
                  <a:pt x="363570" y="542131"/>
                </a:lnTo>
                <a:lnTo>
                  <a:pt x="390163" y="527050"/>
                </a:lnTo>
                <a:lnTo>
                  <a:pt x="417153" y="513159"/>
                </a:lnTo>
                <a:lnTo>
                  <a:pt x="444540" y="499666"/>
                </a:lnTo>
                <a:lnTo>
                  <a:pt x="472324" y="487363"/>
                </a:lnTo>
                <a:lnTo>
                  <a:pt x="500504" y="475853"/>
                </a:lnTo>
                <a:lnTo>
                  <a:pt x="529479" y="465534"/>
                </a:lnTo>
                <a:lnTo>
                  <a:pt x="558850" y="455613"/>
                </a:lnTo>
                <a:lnTo>
                  <a:pt x="588221" y="446088"/>
                </a:lnTo>
                <a:lnTo>
                  <a:pt x="618387" y="437753"/>
                </a:lnTo>
                <a:lnTo>
                  <a:pt x="648155" y="429022"/>
                </a:lnTo>
                <a:lnTo>
                  <a:pt x="678717" y="421481"/>
                </a:lnTo>
                <a:lnTo>
                  <a:pt x="709279" y="414734"/>
                </a:lnTo>
                <a:lnTo>
                  <a:pt x="740238" y="407988"/>
                </a:lnTo>
                <a:lnTo>
                  <a:pt x="771197" y="401638"/>
                </a:lnTo>
                <a:lnTo>
                  <a:pt x="802156" y="395684"/>
                </a:lnTo>
                <a:lnTo>
                  <a:pt x="864471" y="384572"/>
                </a:lnTo>
                <a:lnTo>
                  <a:pt x="926786" y="374650"/>
                </a:lnTo>
                <a:lnTo>
                  <a:pt x="1050622" y="354806"/>
                </a:lnTo>
                <a:lnTo>
                  <a:pt x="3575766" y="5160"/>
                </a:lnTo>
                <a:lnTo>
                  <a:pt x="3594817" y="3175"/>
                </a:lnTo>
                <a:lnTo>
                  <a:pt x="3613472" y="1588"/>
                </a:lnTo>
                <a:lnTo>
                  <a:pt x="3631333" y="397"/>
                </a:lnTo>
                <a:close/>
              </a:path>
            </a:pathLst>
          </a:custGeom>
          <a:solidFill>
            <a:srgbClr val="9BCAEC"/>
          </a:solidFill>
        </p:spPr>
        <p:txBody>
          <a:bodyPr wrap="square" anchor="ctr">
            <a:noAutofit/>
          </a:bodyPr>
          <a:lstStyle>
            <a:lvl1pPr marL="0" indent="0" algn="ctr">
              <a:buNone/>
              <a:defRPr baseline="0"/>
            </a:lvl1pPr>
          </a:lstStyle>
          <a:p>
            <a:r>
              <a:rPr lang="en-GB" dirty="0"/>
              <a:t>Insert your photo</a:t>
            </a:r>
          </a:p>
        </p:txBody>
      </p:sp>
      <p:sp>
        <p:nvSpPr>
          <p:cNvPr id="7" name="Marcador de texto 2"/>
          <p:cNvSpPr>
            <a:spLocks noGrp="1"/>
          </p:cNvSpPr>
          <p:nvPr>
            <p:ph type="body" sz="quarter" idx="18" hasCustomPrompt="1"/>
          </p:nvPr>
        </p:nvSpPr>
        <p:spPr>
          <a:xfrm>
            <a:off x="219460" y="1298118"/>
            <a:ext cx="4213151" cy="4828567"/>
          </a:xfrm>
        </p:spPr>
        <p:txBody>
          <a:bodyPr>
            <a:normAutofit/>
          </a:bodyPr>
          <a:lstStyle>
            <a:lvl1pPr marL="98220" indent="-98220">
              <a:lnSpc>
                <a:spcPct val="100000"/>
              </a:lnSpc>
              <a:buClr>
                <a:schemeClr val="accent2"/>
              </a:buClr>
              <a:defRPr sz="1500"/>
            </a:lvl1pPr>
            <a:lvl2pPr>
              <a:lnSpc>
                <a:spcPct val="100000"/>
              </a:lnSpc>
              <a:buClr>
                <a:schemeClr val="accent2"/>
              </a:buClr>
              <a:defRPr sz="1200"/>
            </a:lvl2pPr>
            <a:lvl3pPr>
              <a:lnSpc>
                <a:spcPct val="100000"/>
              </a:lnSpc>
              <a:buClr>
                <a:schemeClr val="accent2"/>
              </a:buClr>
              <a:defRPr sz="1050"/>
            </a:lvl3pPr>
            <a:lvl4pPr>
              <a:lnSpc>
                <a:spcPct val="100000"/>
              </a:lnSpc>
              <a:buClr>
                <a:schemeClr val="accent2"/>
              </a:buClr>
              <a:defRPr sz="1000"/>
            </a:lvl4pPr>
            <a:lvl5pPr>
              <a:lnSpc>
                <a:spcPct val="100000"/>
              </a:lnSpc>
              <a:buClr>
                <a:schemeClr val="accent2"/>
              </a:buClr>
              <a:defRPr sz="900"/>
            </a:lvl5pPr>
          </a:lstStyle>
          <a:p>
            <a:pPr lvl="0"/>
            <a:r>
              <a:rPr lang="en-GB" noProof="0" dirty="0"/>
              <a:t>Bullet level 1</a:t>
            </a:r>
          </a:p>
          <a:p>
            <a:pPr lvl="1"/>
            <a:r>
              <a:rPr lang="en-GB" noProof="0" dirty="0"/>
              <a:t>Bullet level 2</a:t>
            </a:r>
          </a:p>
          <a:p>
            <a:pPr lvl="2"/>
            <a:r>
              <a:rPr lang="en-GB" noProof="0" dirty="0"/>
              <a:t>Bullet level 3	</a:t>
            </a:r>
          </a:p>
          <a:p>
            <a:pPr lvl="3"/>
            <a:r>
              <a:rPr lang="en-GB" noProof="0" dirty="0"/>
              <a:t>Bullet level 4</a:t>
            </a:r>
          </a:p>
          <a:p>
            <a:pPr lvl="4"/>
            <a:r>
              <a:rPr lang="en-GB" noProof="0" dirty="0"/>
              <a:t>Bullet level 5</a:t>
            </a:r>
          </a:p>
        </p:txBody>
      </p:sp>
      <p:sp>
        <p:nvSpPr>
          <p:cNvPr id="14" name="Marcador de número de diapositiva 32"/>
          <p:cNvSpPr>
            <a:spLocks noGrp="1"/>
          </p:cNvSpPr>
          <p:nvPr>
            <p:ph type="sldNum" sz="quarter" idx="4"/>
          </p:nvPr>
        </p:nvSpPr>
        <p:spPr>
          <a:xfrm>
            <a:off x="8832719" y="6535006"/>
            <a:ext cx="186198" cy="92333"/>
          </a:xfrm>
          <a:prstGeom prst="rect">
            <a:avLst/>
          </a:prstGeom>
        </p:spPr>
        <p:txBody>
          <a:bodyPr vert="horz" wrap="square" lIns="0" tIns="0" rIns="0" bIns="0" rtlCol="0" anchor="ctr">
            <a:noAutofit/>
          </a:bodyPr>
          <a:lstStyle>
            <a:lvl1pPr algn="ctr">
              <a:defRPr sz="600">
                <a:solidFill>
                  <a:schemeClr val="bg1">
                    <a:lumMod val="50000"/>
                  </a:schemeClr>
                </a:solidFill>
                <a:latin typeface="+mj-lt"/>
              </a:defRPr>
            </a:lvl1pPr>
          </a:lstStyle>
          <a:p>
            <a:fld id="{E57627FB-D816-4EA7-98E3-793F2D9BC93A}" type="slidenum">
              <a:rPr lang="es-ES" smtClean="0"/>
              <a:pPr/>
              <a:t>‹#›</a:t>
            </a:fld>
            <a:endParaRPr lang="es-ES" dirty="0"/>
          </a:p>
        </p:txBody>
      </p:sp>
      <p:sp>
        <p:nvSpPr>
          <p:cNvPr id="11" name="Title 1"/>
          <p:cNvSpPr>
            <a:spLocks noGrp="1"/>
          </p:cNvSpPr>
          <p:nvPr>
            <p:ph type="title"/>
          </p:nvPr>
        </p:nvSpPr>
        <p:spPr>
          <a:xfrm>
            <a:off x="201168" y="296870"/>
            <a:ext cx="8439912" cy="482549"/>
          </a:xfrm>
        </p:spPr>
        <p:txBody>
          <a:bodyPr anchor="t">
            <a:noAutofit/>
          </a:bodyPr>
          <a:lstStyle>
            <a:lvl1pPr>
              <a:defRPr sz="3200">
                <a:solidFill>
                  <a:schemeClr val="tx2"/>
                </a:solidFill>
                <a:latin typeface="+mj-lt"/>
              </a:defRPr>
            </a:lvl1pPr>
          </a:lstStyle>
          <a:p>
            <a:r>
              <a:rPr lang="en-US" noProof="0"/>
              <a:t>Click to edit Master title style</a:t>
            </a:r>
            <a:endParaRPr lang="en-GB" noProof="0" dirty="0"/>
          </a:p>
        </p:txBody>
      </p:sp>
      <p:sp>
        <p:nvSpPr>
          <p:cNvPr id="15" name="Text Placeholder 19"/>
          <p:cNvSpPr>
            <a:spLocks noGrp="1"/>
          </p:cNvSpPr>
          <p:nvPr>
            <p:ph type="body" sz="quarter" idx="13"/>
          </p:nvPr>
        </p:nvSpPr>
        <p:spPr>
          <a:xfrm>
            <a:off x="219456" y="779416"/>
            <a:ext cx="8421460" cy="300087"/>
          </a:xfrm>
        </p:spPr>
        <p:txBody>
          <a:bodyPr>
            <a:noAutofit/>
          </a:bodyPr>
          <a:lstStyle>
            <a:lvl1pPr marL="0" indent="0">
              <a:lnSpc>
                <a:spcPct val="100000"/>
              </a:lnSpc>
              <a:buNone/>
              <a:defRPr sz="1800">
                <a:solidFill>
                  <a:schemeClr val="accent2"/>
                </a:solidFill>
                <a:latin typeface="+mj-lt"/>
              </a:defRPr>
            </a:lvl1pPr>
            <a:lvl2pPr marL="257156" indent="0">
              <a:buNone/>
              <a:defRPr sz="900">
                <a:solidFill>
                  <a:schemeClr val="accent2"/>
                </a:solidFill>
                <a:latin typeface="+mj-lt"/>
              </a:defRPr>
            </a:lvl2pPr>
            <a:lvl3pPr marL="514312" indent="0">
              <a:buNone/>
              <a:defRPr sz="788">
                <a:solidFill>
                  <a:schemeClr val="accent2"/>
                </a:solidFill>
                <a:latin typeface="+mj-lt"/>
              </a:defRPr>
            </a:lvl3pPr>
            <a:lvl4pPr marL="771468" indent="0">
              <a:buNone/>
              <a:defRPr sz="675">
                <a:solidFill>
                  <a:schemeClr val="accent2"/>
                </a:solidFill>
                <a:latin typeface="+mj-lt"/>
              </a:defRPr>
            </a:lvl4pPr>
            <a:lvl5pPr marL="1028624" indent="0">
              <a:buNone/>
              <a:defRPr sz="675">
                <a:solidFill>
                  <a:schemeClr val="accent2"/>
                </a:solidFill>
                <a:latin typeface="+mj-lt"/>
              </a:defRPr>
            </a:lvl5pPr>
          </a:lstStyle>
          <a:p>
            <a:pPr lvl="0"/>
            <a:r>
              <a:rPr lang="en-US" noProof="0"/>
              <a:t>Click to edit Master text styles</a:t>
            </a:r>
          </a:p>
        </p:txBody>
      </p:sp>
      <p:sp>
        <p:nvSpPr>
          <p:cNvPr id="8"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Tree>
    <p:extLst>
      <p:ext uri="{BB962C8B-B14F-4D97-AF65-F5344CB8AC3E}">
        <p14:creationId xmlns:p14="http://schemas.microsoft.com/office/powerpoint/2010/main" val="299103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7045" y="304681"/>
            <a:ext cx="8439595" cy="466284"/>
          </a:xfrm>
          <a:prstGeom prst="rect">
            <a:avLst/>
          </a:prstGeom>
        </p:spPr>
        <p:txBody>
          <a:bodyPr vert="horz" lIns="91440" tIns="0" rIns="91440" bIns="45720" rtlCol="0" anchor="t">
            <a:normAutofit/>
          </a:bodyPr>
          <a:lstStyle/>
          <a:p>
            <a:r>
              <a:rPr lang="en-US" noProof="0"/>
              <a:t>Click to edit Master title style</a:t>
            </a:r>
            <a:endParaRPr lang="en-GB" noProof="0" dirty="0"/>
          </a:p>
        </p:txBody>
      </p:sp>
      <p:sp>
        <p:nvSpPr>
          <p:cNvPr id="3" name="Text Placeholder 2"/>
          <p:cNvSpPr>
            <a:spLocks noGrp="1"/>
          </p:cNvSpPr>
          <p:nvPr>
            <p:ph type="body" idx="1"/>
          </p:nvPr>
        </p:nvSpPr>
        <p:spPr>
          <a:xfrm>
            <a:off x="227045" y="1081115"/>
            <a:ext cx="8439595" cy="5227609"/>
          </a:xfrm>
          <a:prstGeom prst="rect">
            <a:avLst/>
          </a:prstGeom>
        </p:spPr>
        <p:txBody>
          <a:bodyPr vert="horz" lIns="91440" tIns="45720" rIns="91440" bIns="45720" rtlCol="0">
            <a:normAutofit/>
          </a:bodyPr>
          <a:lstStyle/>
          <a:p>
            <a:pPr lvl="0"/>
            <a:r>
              <a:rPr lang="en-GB" noProof="0" dirty="0"/>
              <a:t>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Footer Placeholder 4"/>
          <p:cNvSpPr>
            <a:spLocks noGrp="1"/>
          </p:cNvSpPr>
          <p:nvPr>
            <p:ph type="ftr" sz="quarter" idx="3"/>
          </p:nvPr>
        </p:nvSpPr>
        <p:spPr>
          <a:xfrm rot="16200000">
            <a:off x="7417389" y="4680742"/>
            <a:ext cx="3086100" cy="169865"/>
          </a:xfrm>
          <a:prstGeom prst="rect">
            <a:avLst/>
          </a:prstGeom>
        </p:spPr>
        <p:txBody>
          <a:bodyPr vert="horz" lIns="91440" tIns="45720" rIns="91440" bIns="45720" rtlCol="0" anchor="ctr"/>
          <a:lstStyle>
            <a:lvl1pPr algn="l">
              <a:defRPr sz="700">
                <a:solidFill>
                  <a:schemeClr val="bg1">
                    <a:lumMod val="65000"/>
                  </a:schemeClr>
                </a:solidFill>
                <a:latin typeface="+mj-lt"/>
              </a:defRPr>
            </a:lvl1pPr>
          </a:lstStyle>
          <a:p>
            <a:r>
              <a:rPr lang="en-GB" noProof="0" dirty="0"/>
              <a:t>© 2016 Amadeus IT Group SA</a:t>
            </a:r>
          </a:p>
        </p:txBody>
      </p:sp>
      <p:sp>
        <p:nvSpPr>
          <p:cNvPr id="26" name="Freeform 5"/>
          <p:cNvSpPr>
            <a:spLocks noEditPoints="1"/>
          </p:cNvSpPr>
          <p:nvPr userDrawn="1"/>
        </p:nvSpPr>
        <p:spPr bwMode="auto">
          <a:xfrm>
            <a:off x="8001417" y="6533899"/>
            <a:ext cx="742135" cy="102870"/>
          </a:xfrm>
          <a:custGeom>
            <a:avLst/>
            <a:gdLst>
              <a:gd name="T0" fmla="*/ 246 w 363"/>
              <a:gd name="T1" fmla="*/ 48 h 48"/>
              <a:gd name="T2" fmla="*/ 262 w 363"/>
              <a:gd name="T3" fmla="*/ 39 h 48"/>
              <a:gd name="T4" fmla="*/ 238 w 363"/>
              <a:gd name="T5" fmla="*/ 39 h 48"/>
              <a:gd name="T6" fmla="*/ 259 w 363"/>
              <a:gd name="T7" fmla="*/ 27 h 48"/>
              <a:gd name="T8" fmla="*/ 238 w 363"/>
              <a:gd name="T9" fmla="*/ 19 h 48"/>
              <a:gd name="T10" fmla="*/ 248 w 363"/>
              <a:gd name="T11" fmla="*/ 8 h 48"/>
              <a:gd name="T12" fmla="*/ 261 w 363"/>
              <a:gd name="T13" fmla="*/ 1 h 48"/>
              <a:gd name="T14" fmla="*/ 228 w 363"/>
              <a:gd name="T15" fmla="*/ 2 h 48"/>
              <a:gd name="T16" fmla="*/ 81 w 363"/>
              <a:gd name="T17" fmla="*/ 27 h 48"/>
              <a:gd name="T18" fmla="*/ 79 w 363"/>
              <a:gd name="T19" fmla="*/ 27 h 48"/>
              <a:gd name="T20" fmla="*/ 62 w 363"/>
              <a:gd name="T21" fmla="*/ 0 h 48"/>
              <a:gd name="T22" fmla="*/ 52 w 363"/>
              <a:gd name="T23" fmla="*/ 47 h 48"/>
              <a:gd name="T24" fmla="*/ 65 w 363"/>
              <a:gd name="T25" fmla="*/ 15 h 48"/>
              <a:gd name="T26" fmla="*/ 80 w 363"/>
              <a:gd name="T27" fmla="*/ 42 h 48"/>
              <a:gd name="T28" fmla="*/ 95 w 363"/>
              <a:gd name="T29" fmla="*/ 15 h 48"/>
              <a:gd name="T30" fmla="*/ 108 w 363"/>
              <a:gd name="T31" fmla="*/ 47 h 48"/>
              <a:gd name="T32" fmla="*/ 98 w 363"/>
              <a:gd name="T33" fmla="*/ 0 h 48"/>
              <a:gd name="T34" fmla="*/ 81 w 363"/>
              <a:gd name="T35" fmla="*/ 27 h 48"/>
              <a:gd name="T36" fmla="*/ 17 w 363"/>
              <a:gd name="T37" fmla="*/ 40 h 48"/>
              <a:gd name="T38" fmla="*/ 18 w 363"/>
              <a:gd name="T39" fmla="*/ 27 h 48"/>
              <a:gd name="T40" fmla="*/ 29 w 363"/>
              <a:gd name="T41" fmla="*/ 37 h 48"/>
              <a:gd name="T42" fmla="*/ 3 w 363"/>
              <a:gd name="T43" fmla="*/ 3 h 48"/>
              <a:gd name="T44" fmla="*/ 20 w 363"/>
              <a:gd name="T45" fmla="*/ 9 h 48"/>
              <a:gd name="T46" fmla="*/ 29 w 363"/>
              <a:gd name="T47" fmla="*/ 19 h 48"/>
              <a:gd name="T48" fmla="*/ 0 w 363"/>
              <a:gd name="T49" fmla="*/ 34 h 48"/>
              <a:gd name="T50" fmla="*/ 29 w 363"/>
              <a:gd name="T51" fmla="*/ 44 h 48"/>
              <a:gd name="T52" fmla="*/ 39 w 363"/>
              <a:gd name="T53" fmla="*/ 13 h 48"/>
              <a:gd name="T54" fmla="*/ 147 w 363"/>
              <a:gd name="T55" fmla="*/ 37 h 48"/>
              <a:gd name="T56" fmla="*/ 128 w 363"/>
              <a:gd name="T57" fmla="*/ 34 h 48"/>
              <a:gd name="T58" fmla="*/ 147 w 363"/>
              <a:gd name="T59" fmla="*/ 26 h 48"/>
              <a:gd name="T60" fmla="*/ 141 w 363"/>
              <a:gd name="T61" fmla="*/ 0 h 48"/>
              <a:gd name="T62" fmla="*/ 124 w 363"/>
              <a:gd name="T63" fmla="*/ 11 h 48"/>
              <a:gd name="T64" fmla="*/ 147 w 363"/>
              <a:gd name="T65" fmla="*/ 16 h 48"/>
              <a:gd name="T66" fmla="*/ 138 w 363"/>
              <a:gd name="T67" fmla="*/ 19 h 48"/>
              <a:gd name="T68" fmla="*/ 133 w 363"/>
              <a:gd name="T69" fmla="*/ 48 h 48"/>
              <a:gd name="T70" fmla="*/ 158 w 363"/>
              <a:gd name="T71" fmla="*/ 46 h 48"/>
              <a:gd name="T72" fmla="*/ 141 w 363"/>
              <a:gd name="T73" fmla="*/ 0 h 48"/>
              <a:gd name="T74" fmla="*/ 293 w 363"/>
              <a:gd name="T75" fmla="*/ 39 h 48"/>
              <a:gd name="T76" fmla="*/ 284 w 363"/>
              <a:gd name="T77" fmla="*/ 0 h 48"/>
              <a:gd name="T78" fmla="*/ 274 w 363"/>
              <a:gd name="T79" fmla="*/ 1 h 48"/>
              <a:gd name="T80" fmla="*/ 290 w 363"/>
              <a:gd name="T81" fmla="*/ 48 h 48"/>
              <a:gd name="T82" fmla="*/ 316 w 363"/>
              <a:gd name="T83" fmla="*/ 46 h 48"/>
              <a:gd name="T84" fmla="*/ 308 w 363"/>
              <a:gd name="T85" fmla="*/ 0 h 48"/>
              <a:gd name="T86" fmla="*/ 305 w 363"/>
              <a:gd name="T87" fmla="*/ 35 h 48"/>
              <a:gd name="T88" fmla="*/ 344 w 363"/>
              <a:gd name="T89" fmla="*/ 48 h 48"/>
              <a:gd name="T90" fmla="*/ 348 w 363"/>
              <a:gd name="T91" fmla="*/ 19 h 48"/>
              <a:gd name="T92" fmla="*/ 347 w 363"/>
              <a:gd name="T93" fmla="*/ 8 h 48"/>
              <a:gd name="T94" fmla="*/ 361 w 363"/>
              <a:gd name="T95" fmla="*/ 3 h 48"/>
              <a:gd name="T96" fmla="*/ 329 w 363"/>
              <a:gd name="T97" fmla="*/ 13 h 48"/>
              <a:gd name="T98" fmla="*/ 352 w 363"/>
              <a:gd name="T99" fmla="*/ 34 h 48"/>
              <a:gd name="T100" fmla="*/ 330 w 363"/>
              <a:gd name="T101" fmla="*/ 38 h 48"/>
              <a:gd name="T102" fmla="*/ 183 w 363"/>
              <a:gd name="T103" fmla="*/ 9 h 48"/>
              <a:gd name="T104" fmla="*/ 205 w 363"/>
              <a:gd name="T105" fmla="*/ 23 h 48"/>
              <a:gd name="T106" fmla="*/ 183 w 363"/>
              <a:gd name="T107" fmla="*/ 39 h 48"/>
              <a:gd name="T108" fmla="*/ 192 w 363"/>
              <a:gd name="T109" fmla="*/ 0 h 48"/>
              <a:gd name="T110" fmla="*/ 173 w 363"/>
              <a:gd name="T111" fmla="*/ 46 h 48"/>
              <a:gd name="T112" fmla="*/ 216 w 363"/>
              <a:gd name="T113" fmla="*/ 2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3" h="48">
                <a:moveTo>
                  <a:pt x="228" y="46"/>
                </a:moveTo>
                <a:cubicBezTo>
                  <a:pt x="228" y="46"/>
                  <a:pt x="236" y="48"/>
                  <a:pt x="246" y="48"/>
                </a:cubicBezTo>
                <a:cubicBezTo>
                  <a:pt x="257" y="48"/>
                  <a:pt x="262" y="47"/>
                  <a:pt x="262" y="47"/>
                </a:cubicBezTo>
                <a:cubicBezTo>
                  <a:pt x="262" y="39"/>
                  <a:pt x="262" y="39"/>
                  <a:pt x="262" y="39"/>
                </a:cubicBezTo>
                <a:cubicBezTo>
                  <a:pt x="262" y="39"/>
                  <a:pt x="257" y="40"/>
                  <a:pt x="249" y="40"/>
                </a:cubicBezTo>
                <a:cubicBezTo>
                  <a:pt x="242" y="40"/>
                  <a:pt x="238" y="39"/>
                  <a:pt x="238" y="39"/>
                </a:cubicBezTo>
                <a:cubicBezTo>
                  <a:pt x="238" y="27"/>
                  <a:pt x="238" y="27"/>
                  <a:pt x="238" y="27"/>
                </a:cubicBezTo>
                <a:cubicBezTo>
                  <a:pt x="259" y="27"/>
                  <a:pt x="259" y="27"/>
                  <a:pt x="259" y="27"/>
                </a:cubicBezTo>
                <a:cubicBezTo>
                  <a:pt x="259" y="19"/>
                  <a:pt x="259" y="19"/>
                  <a:pt x="259" y="19"/>
                </a:cubicBezTo>
                <a:cubicBezTo>
                  <a:pt x="238" y="19"/>
                  <a:pt x="238" y="19"/>
                  <a:pt x="238" y="19"/>
                </a:cubicBezTo>
                <a:cubicBezTo>
                  <a:pt x="238" y="9"/>
                  <a:pt x="238" y="9"/>
                  <a:pt x="238" y="9"/>
                </a:cubicBezTo>
                <a:cubicBezTo>
                  <a:pt x="238" y="9"/>
                  <a:pt x="242" y="8"/>
                  <a:pt x="248" y="8"/>
                </a:cubicBezTo>
                <a:cubicBezTo>
                  <a:pt x="255" y="8"/>
                  <a:pt x="261" y="9"/>
                  <a:pt x="261" y="9"/>
                </a:cubicBezTo>
                <a:cubicBezTo>
                  <a:pt x="261" y="1"/>
                  <a:pt x="261" y="1"/>
                  <a:pt x="261" y="1"/>
                </a:cubicBezTo>
                <a:cubicBezTo>
                  <a:pt x="261" y="1"/>
                  <a:pt x="256" y="0"/>
                  <a:pt x="247" y="0"/>
                </a:cubicBezTo>
                <a:cubicBezTo>
                  <a:pt x="236" y="0"/>
                  <a:pt x="228" y="2"/>
                  <a:pt x="228" y="2"/>
                </a:cubicBezTo>
                <a:lnTo>
                  <a:pt x="228" y="46"/>
                </a:lnTo>
                <a:close/>
                <a:moveTo>
                  <a:pt x="81" y="27"/>
                </a:moveTo>
                <a:cubicBezTo>
                  <a:pt x="81" y="28"/>
                  <a:pt x="80" y="29"/>
                  <a:pt x="80" y="30"/>
                </a:cubicBezTo>
                <a:cubicBezTo>
                  <a:pt x="80" y="29"/>
                  <a:pt x="80" y="28"/>
                  <a:pt x="79" y="27"/>
                </a:cubicBezTo>
                <a:cubicBezTo>
                  <a:pt x="70" y="4"/>
                  <a:pt x="70" y="4"/>
                  <a:pt x="70" y="4"/>
                </a:cubicBezTo>
                <a:cubicBezTo>
                  <a:pt x="69" y="0"/>
                  <a:pt x="66" y="0"/>
                  <a:pt x="62" y="0"/>
                </a:cubicBezTo>
                <a:cubicBezTo>
                  <a:pt x="60" y="0"/>
                  <a:pt x="57" y="0"/>
                  <a:pt x="57" y="0"/>
                </a:cubicBezTo>
                <a:cubicBezTo>
                  <a:pt x="52" y="47"/>
                  <a:pt x="52" y="47"/>
                  <a:pt x="52" y="47"/>
                </a:cubicBezTo>
                <a:cubicBezTo>
                  <a:pt x="63" y="47"/>
                  <a:pt x="63" y="47"/>
                  <a:pt x="63" y="47"/>
                </a:cubicBezTo>
                <a:cubicBezTo>
                  <a:pt x="65" y="15"/>
                  <a:pt x="65" y="15"/>
                  <a:pt x="65" y="15"/>
                </a:cubicBezTo>
                <a:cubicBezTo>
                  <a:pt x="75" y="39"/>
                  <a:pt x="75" y="39"/>
                  <a:pt x="75" y="39"/>
                </a:cubicBezTo>
                <a:cubicBezTo>
                  <a:pt x="76" y="41"/>
                  <a:pt x="77" y="42"/>
                  <a:pt x="80" y="42"/>
                </a:cubicBezTo>
                <a:cubicBezTo>
                  <a:pt x="83" y="42"/>
                  <a:pt x="85" y="41"/>
                  <a:pt x="85" y="39"/>
                </a:cubicBezTo>
                <a:cubicBezTo>
                  <a:pt x="95" y="15"/>
                  <a:pt x="95" y="15"/>
                  <a:pt x="95" y="15"/>
                </a:cubicBezTo>
                <a:cubicBezTo>
                  <a:pt x="97" y="47"/>
                  <a:pt x="97" y="47"/>
                  <a:pt x="97" y="47"/>
                </a:cubicBezTo>
                <a:cubicBezTo>
                  <a:pt x="108" y="47"/>
                  <a:pt x="108" y="47"/>
                  <a:pt x="108" y="47"/>
                </a:cubicBezTo>
                <a:cubicBezTo>
                  <a:pt x="103" y="0"/>
                  <a:pt x="103" y="0"/>
                  <a:pt x="103" y="0"/>
                </a:cubicBezTo>
                <a:cubicBezTo>
                  <a:pt x="103" y="0"/>
                  <a:pt x="100" y="0"/>
                  <a:pt x="98" y="0"/>
                </a:cubicBezTo>
                <a:cubicBezTo>
                  <a:pt x="94" y="0"/>
                  <a:pt x="92" y="0"/>
                  <a:pt x="90" y="4"/>
                </a:cubicBezTo>
                <a:lnTo>
                  <a:pt x="81" y="27"/>
                </a:lnTo>
                <a:close/>
                <a:moveTo>
                  <a:pt x="29" y="37"/>
                </a:moveTo>
                <a:cubicBezTo>
                  <a:pt x="27" y="38"/>
                  <a:pt x="21" y="40"/>
                  <a:pt x="17" y="40"/>
                </a:cubicBezTo>
                <a:cubicBezTo>
                  <a:pt x="13" y="40"/>
                  <a:pt x="10" y="38"/>
                  <a:pt x="10" y="34"/>
                </a:cubicBezTo>
                <a:cubicBezTo>
                  <a:pt x="10" y="29"/>
                  <a:pt x="12" y="27"/>
                  <a:pt x="18" y="27"/>
                </a:cubicBezTo>
                <a:cubicBezTo>
                  <a:pt x="29" y="26"/>
                  <a:pt x="29" y="26"/>
                  <a:pt x="29" y="26"/>
                </a:cubicBezTo>
                <a:lnTo>
                  <a:pt x="29" y="37"/>
                </a:lnTo>
                <a:close/>
                <a:moveTo>
                  <a:pt x="23" y="0"/>
                </a:moveTo>
                <a:cubicBezTo>
                  <a:pt x="14" y="0"/>
                  <a:pt x="6" y="2"/>
                  <a:pt x="3" y="3"/>
                </a:cubicBezTo>
                <a:cubicBezTo>
                  <a:pt x="6" y="11"/>
                  <a:pt x="6" y="11"/>
                  <a:pt x="6" y="11"/>
                </a:cubicBezTo>
                <a:cubicBezTo>
                  <a:pt x="6" y="11"/>
                  <a:pt x="13" y="9"/>
                  <a:pt x="20" y="9"/>
                </a:cubicBezTo>
                <a:cubicBezTo>
                  <a:pt x="26" y="9"/>
                  <a:pt x="29" y="10"/>
                  <a:pt x="29" y="16"/>
                </a:cubicBezTo>
                <a:cubicBezTo>
                  <a:pt x="29" y="19"/>
                  <a:pt x="29" y="19"/>
                  <a:pt x="29" y="19"/>
                </a:cubicBezTo>
                <a:cubicBezTo>
                  <a:pt x="20" y="19"/>
                  <a:pt x="20" y="19"/>
                  <a:pt x="20" y="19"/>
                </a:cubicBezTo>
                <a:cubicBezTo>
                  <a:pt x="4" y="19"/>
                  <a:pt x="0" y="26"/>
                  <a:pt x="0" y="34"/>
                </a:cubicBezTo>
                <a:cubicBezTo>
                  <a:pt x="0" y="45"/>
                  <a:pt x="8" y="48"/>
                  <a:pt x="15" y="48"/>
                </a:cubicBezTo>
                <a:cubicBezTo>
                  <a:pt x="24" y="48"/>
                  <a:pt x="29" y="44"/>
                  <a:pt x="29" y="44"/>
                </a:cubicBezTo>
                <a:cubicBezTo>
                  <a:pt x="30" y="44"/>
                  <a:pt x="31" y="46"/>
                  <a:pt x="39" y="46"/>
                </a:cubicBezTo>
                <a:cubicBezTo>
                  <a:pt x="39" y="13"/>
                  <a:pt x="39" y="13"/>
                  <a:pt x="39" y="13"/>
                </a:cubicBezTo>
                <a:cubicBezTo>
                  <a:pt x="39" y="4"/>
                  <a:pt x="33" y="0"/>
                  <a:pt x="23" y="0"/>
                </a:cubicBezTo>
                <a:moveTo>
                  <a:pt x="147" y="37"/>
                </a:moveTo>
                <a:cubicBezTo>
                  <a:pt x="145" y="38"/>
                  <a:pt x="140" y="40"/>
                  <a:pt x="136" y="40"/>
                </a:cubicBezTo>
                <a:cubicBezTo>
                  <a:pt x="131" y="40"/>
                  <a:pt x="128" y="38"/>
                  <a:pt x="128" y="34"/>
                </a:cubicBezTo>
                <a:cubicBezTo>
                  <a:pt x="128" y="29"/>
                  <a:pt x="130" y="27"/>
                  <a:pt x="136" y="27"/>
                </a:cubicBezTo>
                <a:cubicBezTo>
                  <a:pt x="147" y="26"/>
                  <a:pt x="147" y="26"/>
                  <a:pt x="147" y="26"/>
                </a:cubicBezTo>
                <a:lnTo>
                  <a:pt x="147" y="37"/>
                </a:lnTo>
                <a:close/>
                <a:moveTo>
                  <a:pt x="141" y="0"/>
                </a:moveTo>
                <a:cubicBezTo>
                  <a:pt x="132" y="0"/>
                  <a:pt x="125" y="2"/>
                  <a:pt x="122" y="3"/>
                </a:cubicBezTo>
                <a:cubicBezTo>
                  <a:pt x="124" y="11"/>
                  <a:pt x="124" y="11"/>
                  <a:pt x="124" y="11"/>
                </a:cubicBezTo>
                <a:cubicBezTo>
                  <a:pt x="124" y="11"/>
                  <a:pt x="131" y="9"/>
                  <a:pt x="138" y="9"/>
                </a:cubicBezTo>
                <a:cubicBezTo>
                  <a:pt x="144" y="9"/>
                  <a:pt x="147" y="10"/>
                  <a:pt x="147" y="16"/>
                </a:cubicBezTo>
                <a:cubicBezTo>
                  <a:pt x="147" y="19"/>
                  <a:pt x="147" y="19"/>
                  <a:pt x="147" y="19"/>
                </a:cubicBezTo>
                <a:cubicBezTo>
                  <a:pt x="138" y="19"/>
                  <a:pt x="138" y="19"/>
                  <a:pt x="138" y="19"/>
                </a:cubicBezTo>
                <a:cubicBezTo>
                  <a:pt x="123" y="19"/>
                  <a:pt x="118" y="26"/>
                  <a:pt x="118" y="34"/>
                </a:cubicBezTo>
                <a:cubicBezTo>
                  <a:pt x="118" y="45"/>
                  <a:pt x="126" y="48"/>
                  <a:pt x="133" y="48"/>
                </a:cubicBezTo>
                <a:cubicBezTo>
                  <a:pt x="142" y="48"/>
                  <a:pt x="147" y="44"/>
                  <a:pt x="148" y="44"/>
                </a:cubicBezTo>
                <a:cubicBezTo>
                  <a:pt x="148" y="44"/>
                  <a:pt x="150" y="46"/>
                  <a:pt x="158" y="46"/>
                </a:cubicBezTo>
                <a:cubicBezTo>
                  <a:pt x="158" y="13"/>
                  <a:pt x="158" y="13"/>
                  <a:pt x="158" y="13"/>
                </a:cubicBezTo>
                <a:cubicBezTo>
                  <a:pt x="158" y="4"/>
                  <a:pt x="151" y="0"/>
                  <a:pt x="141" y="0"/>
                </a:cubicBezTo>
                <a:moveTo>
                  <a:pt x="305" y="35"/>
                </a:moveTo>
                <a:cubicBezTo>
                  <a:pt x="303" y="37"/>
                  <a:pt x="298" y="39"/>
                  <a:pt x="293" y="39"/>
                </a:cubicBezTo>
                <a:cubicBezTo>
                  <a:pt x="286" y="39"/>
                  <a:pt x="284" y="35"/>
                  <a:pt x="284" y="28"/>
                </a:cubicBezTo>
                <a:cubicBezTo>
                  <a:pt x="284" y="0"/>
                  <a:pt x="284" y="0"/>
                  <a:pt x="284" y="0"/>
                </a:cubicBezTo>
                <a:cubicBezTo>
                  <a:pt x="283" y="0"/>
                  <a:pt x="283" y="0"/>
                  <a:pt x="283" y="0"/>
                </a:cubicBezTo>
                <a:cubicBezTo>
                  <a:pt x="281" y="0"/>
                  <a:pt x="275" y="0"/>
                  <a:pt x="274" y="1"/>
                </a:cubicBezTo>
                <a:cubicBezTo>
                  <a:pt x="274" y="29"/>
                  <a:pt x="274" y="29"/>
                  <a:pt x="274" y="29"/>
                </a:cubicBezTo>
                <a:cubicBezTo>
                  <a:pt x="274" y="42"/>
                  <a:pt x="277" y="48"/>
                  <a:pt x="290" y="48"/>
                </a:cubicBezTo>
                <a:cubicBezTo>
                  <a:pt x="300" y="48"/>
                  <a:pt x="305" y="44"/>
                  <a:pt x="306" y="44"/>
                </a:cubicBezTo>
                <a:cubicBezTo>
                  <a:pt x="306" y="44"/>
                  <a:pt x="309" y="46"/>
                  <a:pt x="316" y="46"/>
                </a:cubicBezTo>
                <a:cubicBezTo>
                  <a:pt x="316" y="1"/>
                  <a:pt x="316" y="1"/>
                  <a:pt x="316" y="1"/>
                </a:cubicBezTo>
                <a:cubicBezTo>
                  <a:pt x="315" y="1"/>
                  <a:pt x="310" y="0"/>
                  <a:pt x="308" y="0"/>
                </a:cubicBezTo>
                <a:cubicBezTo>
                  <a:pt x="305" y="0"/>
                  <a:pt x="305" y="0"/>
                  <a:pt x="305" y="0"/>
                </a:cubicBezTo>
                <a:lnTo>
                  <a:pt x="305" y="35"/>
                </a:lnTo>
                <a:close/>
                <a:moveTo>
                  <a:pt x="328" y="46"/>
                </a:moveTo>
                <a:cubicBezTo>
                  <a:pt x="328" y="46"/>
                  <a:pt x="335" y="48"/>
                  <a:pt x="344" y="48"/>
                </a:cubicBezTo>
                <a:cubicBezTo>
                  <a:pt x="352" y="48"/>
                  <a:pt x="363" y="45"/>
                  <a:pt x="363" y="33"/>
                </a:cubicBezTo>
                <a:cubicBezTo>
                  <a:pt x="363" y="26"/>
                  <a:pt x="357" y="23"/>
                  <a:pt x="348" y="19"/>
                </a:cubicBezTo>
                <a:cubicBezTo>
                  <a:pt x="343" y="18"/>
                  <a:pt x="339" y="16"/>
                  <a:pt x="339" y="13"/>
                </a:cubicBezTo>
                <a:cubicBezTo>
                  <a:pt x="339" y="11"/>
                  <a:pt x="340" y="8"/>
                  <a:pt x="347" y="8"/>
                </a:cubicBezTo>
                <a:cubicBezTo>
                  <a:pt x="352" y="8"/>
                  <a:pt x="358" y="11"/>
                  <a:pt x="358" y="11"/>
                </a:cubicBezTo>
                <a:cubicBezTo>
                  <a:pt x="361" y="3"/>
                  <a:pt x="361" y="3"/>
                  <a:pt x="361" y="3"/>
                </a:cubicBezTo>
                <a:cubicBezTo>
                  <a:pt x="359" y="2"/>
                  <a:pt x="354" y="0"/>
                  <a:pt x="346" y="0"/>
                </a:cubicBezTo>
                <a:cubicBezTo>
                  <a:pt x="337" y="0"/>
                  <a:pt x="329" y="4"/>
                  <a:pt x="329" y="13"/>
                </a:cubicBezTo>
                <a:cubicBezTo>
                  <a:pt x="329" y="23"/>
                  <a:pt x="337" y="26"/>
                  <a:pt x="344" y="28"/>
                </a:cubicBezTo>
                <a:cubicBezTo>
                  <a:pt x="349" y="29"/>
                  <a:pt x="352" y="31"/>
                  <a:pt x="352" y="34"/>
                </a:cubicBezTo>
                <a:cubicBezTo>
                  <a:pt x="352" y="37"/>
                  <a:pt x="351" y="40"/>
                  <a:pt x="343" y="40"/>
                </a:cubicBezTo>
                <a:cubicBezTo>
                  <a:pt x="337" y="40"/>
                  <a:pt x="330" y="38"/>
                  <a:pt x="330" y="38"/>
                </a:cubicBezTo>
                <a:lnTo>
                  <a:pt x="328" y="46"/>
                </a:lnTo>
                <a:close/>
                <a:moveTo>
                  <a:pt x="183" y="9"/>
                </a:moveTo>
                <a:cubicBezTo>
                  <a:pt x="185" y="8"/>
                  <a:pt x="188" y="8"/>
                  <a:pt x="191" y="8"/>
                </a:cubicBezTo>
                <a:cubicBezTo>
                  <a:pt x="199" y="8"/>
                  <a:pt x="205" y="12"/>
                  <a:pt x="205" y="23"/>
                </a:cubicBezTo>
                <a:cubicBezTo>
                  <a:pt x="205" y="34"/>
                  <a:pt x="202" y="40"/>
                  <a:pt x="190" y="40"/>
                </a:cubicBezTo>
                <a:cubicBezTo>
                  <a:pt x="187" y="40"/>
                  <a:pt x="183" y="39"/>
                  <a:pt x="183" y="39"/>
                </a:cubicBezTo>
                <a:lnTo>
                  <a:pt x="183" y="9"/>
                </a:lnTo>
                <a:close/>
                <a:moveTo>
                  <a:pt x="192" y="0"/>
                </a:moveTo>
                <a:cubicBezTo>
                  <a:pt x="186" y="0"/>
                  <a:pt x="178" y="1"/>
                  <a:pt x="173" y="2"/>
                </a:cubicBezTo>
                <a:cubicBezTo>
                  <a:pt x="173" y="46"/>
                  <a:pt x="173" y="46"/>
                  <a:pt x="173" y="46"/>
                </a:cubicBezTo>
                <a:cubicBezTo>
                  <a:pt x="177" y="47"/>
                  <a:pt x="185" y="48"/>
                  <a:pt x="190" y="48"/>
                </a:cubicBezTo>
                <a:cubicBezTo>
                  <a:pt x="208" y="48"/>
                  <a:pt x="216" y="41"/>
                  <a:pt x="216" y="23"/>
                </a:cubicBezTo>
                <a:cubicBezTo>
                  <a:pt x="216" y="9"/>
                  <a:pt x="207" y="0"/>
                  <a:pt x="192"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s-ES"/>
          </a:p>
        </p:txBody>
      </p:sp>
      <p:sp>
        <p:nvSpPr>
          <p:cNvPr id="27" name="Oval 5"/>
          <p:cNvSpPr/>
          <p:nvPr userDrawn="1"/>
        </p:nvSpPr>
        <p:spPr bwMode="auto">
          <a:xfrm>
            <a:off x="8836950" y="6489810"/>
            <a:ext cx="182714" cy="182714"/>
          </a:xfrm>
          <a:prstGeom prst="ellipse">
            <a:avLst/>
          </a:prstGeom>
          <a:noFill/>
          <a:ln w="6350">
            <a:solidFill>
              <a:schemeClr val="bg1">
                <a:lumMod val="65000"/>
              </a:schemeClr>
            </a:solidFill>
          </a:ln>
        </p:spPr>
        <p:txBody>
          <a:bodyPr vert="horz" wrap="square" lIns="91440" tIns="45720" rIns="91440" bIns="45720" numCol="1" rtlCol="0" anchor="t" anchorCtr="0" compatLnSpc="1">
            <a:prstTxWarp prst="textNoShape">
              <a:avLst/>
            </a:prstTxWarp>
          </a:bodyPr>
          <a:lstStyle/>
          <a:p>
            <a:pPr algn="ctr"/>
            <a:endParaRPr lang="en-GB">
              <a:solidFill>
                <a:schemeClr val="bg1">
                  <a:lumMod val="65000"/>
                </a:schemeClr>
              </a:solidFill>
            </a:endParaRPr>
          </a:p>
        </p:txBody>
      </p:sp>
      <p:sp>
        <p:nvSpPr>
          <p:cNvPr id="33" name="Marcador de número de diapositiva 32"/>
          <p:cNvSpPr>
            <a:spLocks noGrp="1"/>
          </p:cNvSpPr>
          <p:nvPr>
            <p:ph type="sldNum" sz="quarter" idx="4"/>
          </p:nvPr>
        </p:nvSpPr>
        <p:spPr>
          <a:xfrm>
            <a:off x="8832719" y="6519611"/>
            <a:ext cx="186198" cy="123111"/>
          </a:xfrm>
          <a:prstGeom prst="rect">
            <a:avLst/>
          </a:prstGeom>
        </p:spPr>
        <p:txBody>
          <a:bodyPr vert="horz" wrap="square" lIns="0" tIns="0" rIns="0" bIns="0" rtlCol="0" anchor="ctr">
            <a:spAutoFit/>
          </a:bodyPr>
          <a:lstStyle>
            <a:lvl1pPr algn="ctr">
              <a:defRPr sz="800">
                <a:solidFill>
                  <a:schemeClr val="bg1">
                    <a:lumMod val="50000"/>
                  </a:schemeClr>
                </a:solidFill>
                <a:latin typeface="+mj-lt"/>
              </a:defRPr>
            </a:lvl1pPr>
          </a:lstStyle>
          <a:p>
            <a:fld id="{E57627FB-D816-4EA7-98E3-793F2D9BC93A}" type="slidenum">
              <a:rPr lang="es-ES" smtClean="0"/>
              <a:pPr/>
              <a:t>‹#›</a:t>
            </a:fld>
            <a:endParaRPr lang="es-ES" dirty="0"/>
          </a:p>
        </p:txBody>
      </p:sp>
      <p:grpSp>
        <p:nvGrpSpPr>
          <p:cNvPr id="8" name="Group 7"/>
          <p:cNvGrpSpPr/>
          <p:nvPr userDrawn="1"/>
        </p:nvGrpSpPr>
        <p:grpSpPr>
          <a:xfrm>
            <a:off x="8676623" y="57243"/>
            <a:ext cx="409580" cy="338886"/>
            <a:chOff x="10987081" y="138792"/>
            <a:chExt cx="409580" cy="338886"/>
          </a:xfrm>
        </p:grpSpPr>
        <p:grpSp>
          <p:nvGrpSpPr>
            <p:cNvPr id="9" name="Group 26"/>
            <p:cNvGrpSpPr/>
            <p:nvPr userDrawn="1"/>
          </p:nvGrpSpPr>
          <p:grpSpPr>
            <a:xfrm>
              <a:off x="11011908" y="146161"/>
              <a:ext cx="384753" cy="331517"/>
              <a:chOff x="9021034" y="119041"/>
              <a:chExt cx="630093" cy="553987"/>
            </a:xfrm>
          </p:grpSpPr>
          <p:sp>
            <p:nvSpPr>
              <p:cNvPr id="11" name="TextBox 29"/>
              <p:cNvSpPr txBox="1"/>
              <p:nvPr userDrawn="1"/>
            </p:nvSpPr>
            <p:spPr>
              <a:xfrm>
                <a:off x="9021034" y="514076"/>
                <a:ext cx="630093" cy="158952"/>
              </a:xfrm>
              <a:prstGeom prst="rect">
                <a:avLst/>
              </a:prstGeom>
              <a:noFill/>
            </p:spPr>
            <p:txBody>
              <a:bodyPr wrap="square" lIns="0" tIns="18000" rIns="0" bIns="0" rtlCol="0">
                <a:spAutoFit/>
              </a:bodyPr>
              <a:lstStyle/>
              <a:p>
                <a:pPr algn="ctr"/>
                <a:r>
                  <a:rPr lang="en-GB" sz="500" b="1" dirty="0">
                    <a:solidFill>
                      <a:srgbClr val="E5A912"/>
                    </a:solidFill>
                  </a:rPr>
                  <a:t>RESTRICTED</a:t>
                </a:r>
              </a:p>
            </p:txBody>
          </p:sp>
          <p:grpSp>
            <p:nvGrpSpPr>
              <p:cNvPr id="12" name="Group 30"/>
              <p:cNvGrpSpPr/>
              <p:nvPr userDrawn="1"/>
            </p:nvGrpSpPr>
            <p:grpSpPr>
              <a:xfrm>
                <a:off x="9094418" y="119041"/>
                <a:ext cx="477460" cy="431416"/>
                <a:chOff x="8532895" y="91935"/>
                <a:chExt cx="504900" cy="444531"/>
              </a:xfrm>
            </p:grpSpPr>
            <p:sp>
              <p:nvSpPr>
                <p:cNvPr id="13" name="Freeform 22"/>
                <p:cNvSpPr>
                  <a:spLocks/>
                </p:cNvSpPr>
                <p:nvPr userDrawn="1"/>
              </p:nvSpPr>
              <p:spPr bwMode="auto">
                <a:xfrm>
                  <a:off x="8746928" y="157791"/>
                  <a:ext cx="87809" cy="107018"/>
                </a:xfrm>
                <a:custGeom>
                  <a:avLst/>
                  <a:gdLst>
                    <a:gd name="T0" fmla="*/ 44 w 64"/>
                    <a:gd name="T1" fmla="*/ 56 h 78"/>
                    <a:gd name="T2" fmla="*/ 44 w 64"/>
                    <a:gd name="T3" fmla="*/ 56 h 78"/>
                    <a:gd name="T4" fmla="*/ 46 w 64"/>
                    <a:gd name="T5" fmla="*/ 46 h 78"/>
                    <a:gd name="T6" fmla="*/ 50 w 64"/>
                    <a:gd name="T7" fmla="*/ 36 h 78"/>
                    <a:gd name="T8" fmla="*/ 56 w 64"/>
                    <a:gd name="T9" fmla="*/ 26 h 78"/>
                    <a:gd name="T10" fmla="*/ 64 w 64"/>
                    <a:gd name="T11" fmla="*/ 20 h 78"/>
                    <a:gd name="T12" fmla="*/ 64 w 64"/>
                    <a:gd name="T13" fmla="*/ 20 h 78"/>
                    <a:gd name="T14" fmla="*/ 58 w 64"/>
                    <a:gd name="T15" fmla="*/ 12 h 78"/>
                    <a:gd name="T16" fmla="*/ 50 w 64"/>
                    <a:gd name="T17" fmla="*/ 6 h 78"/>
                    <a:gd name="T18" fmla="*/ 42 w 64"/>
                    <a:gd name="T19" fmla="*/ 2 h 78"/>
                    <a:gd name="T20" fmla="*/ 30 w 64"/>
                    <a:gd name="T21" fmla="*/ 0 h 78"/>
                    <a:gd name="T22" fmla="*/ 30 w 64"/>
                    <a:gd name="T23" fmla="*/ 0 h 78"/>
                    <a:gd name="T24" fmla="*/ 34 w 64"/>
                    <a:gd name="T25" fmla="*/ 8 h 78"/>
                    <a:gd name="T26" fmla="*/ 34 w 64"/>
                    <a:gd name="T27" fmla="*/ 18 h 78"/>
                    <a:gd name="T28" fmla="*/ 34 w 64"/>
                    <a:gd name="T29" fmla="*/ 18 h 78"/>
                    <a:gd name="T30" fmla="*/ 34 w 64"/>
                    <a:gd name="T31" fmla="*/ 26 h 78"/>
                    <a:gd name="T32" fmla="*/ 32 w 64"/>
                    <a:gd name="T33" fmla="*/ 32 h 78"/>
                    <a:gd name="T34" fmla="*/ 28 w 64"/>
                    <a:gd name="T35" fmla="*/ 40 h 78"/>
                    <a:gd name="T36" fmla="*/ 24 w 64"/>
                    <a:gd name="T37" fmla="*/ 46 h 78"/>
                    <a:gd name="T38" fmla="*/ 14 w 64"/>
                    <a:gd name="T39" fmla="*/ 56 h 78"/>
                    <a:gd name="T40" fmla="*/ 8 w 64"/>
                    <a:gd name="T41" fmla="*/ 60 h 78"/>
                    <a:gd name="T42" fmla="*/ 0 w 64"/>
                    <a:gd name="T43" fmla="*/ 62 h 78"/>
                    <a:gd name="T44" fmla="*/ 0 w 64"/>
                    <a:gd name="T45" fmla="*/ 62 h 78"/>
                    <a:gd name="T46" fmla="*/ 6 w 64"/>
                    <a:gd name="T47" fmla="*/ 68 h 78"/>
                    <a:gd name="T48" fmla="*/ 14 w 64"/>
                    <a:gd name="T49" fmla="*/ 74 h 78"/>
                    <a:gd name="T50" fmla="*/ 22 w 64"/>
                    <a:gd name="T51" fmla="*/ 76 h 78"/>
                    <a:gd name="T52" fmla="*/ 30 w 64"/>
                    <a:gd name="T53" fmla="*/ 78 h 78"/>
                    <a:gd name="T54" fmla="*/ 30 w 64"/>
                    <a:gd name="T55" fmla="*/ 78 h 78"/>
                    <a:gd name="T56" fmla="*/ 40 w 64"/>
                    <a:gd name="T57" fmla="*/ 76 h 78"/>
                    <a:gd name="T58" fmla="*/ 46 w 64"/>
                    <a:gd name="T59" fmla="*/ 72 h 78"/>
                    <a:gd name="T60" fmla="*/ 46 w 64"/>
                    <a:gd name="T61" fmla="*/ 72 h 78"/>
                    <a:gd name="T62" fmla="*/ 44 w 64"/>
                    <a:gd name="T63" fmla="*/ 56 h 78"/>
                    <a:gd name="T64" fmla="*/ 44 w 64"/>
                    <a:gd name="T65" fmla="*/ 5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78">
                      <a:moveTo>
                        <a:pt x="44" y="56"/>
                      </a:moveTo>
                      <a:lnTo>
                        <a:pt x="44" y="56"/>
                      </a:lnTo>
                      <a:lnTo>
                        <a:pt x="46" y="46"/>
                      </a:lnTo>
                      <a:lnTo>
                        <a:pt x="50" y="36"/>
                      </a:lnTo>
                      <a:lnTo>
                        <a:pt x="56" y="26"/>
                      </a:lnTo>
                      <a:lnTo>
                        <a:pt x="64" y="20"/>
                      </a:lnTo>
                      <a:lnTo>
                        <a:pt x="64" y="20"/>
                      </a:lnTo>
                      <a:lnTo>
                        <a:pt x="58" y="12"/>
                      </a:lnTo>
                      <a:lnTo>
                        <a:pt x="50" y="6"/>
                      </a:lnTo>
                      <a:lnTo>
                        <a:pt x="42" y="2"/>
                      </a:lnTo>
                      <a:lnTo>
                        <a:pt x="30" y="0"/>
                      </a:lnTo>
                      <a:lnTo>
                        <a:pt x="30" y="0"/>
                      </a:lnTo>
                      <a:lnTo>
                        <a:pt x="34" y="8"/>
                      </a:lnTo>
                      <a:lnTo>
                        <a:pt x="34" y="18"/>
                      </a:lnTo>
                      <a:lnTo>
                        <a:pt x="34" y="18"/>
                      </a:lnTo>
                      <a:lnTo>
                        <a:pt x="34" y="26"/>
                      </a:lnTo>
                      <a:lnTo>
                        <a:pt x="32" y="32"/>
                      </a:lnTo>
                      <a:lnTo>
                        <a:pt x="28" y="40"/>
                      </a:lnTo>
                      <a:lnTo>
                        <a:pt x="24" y="46"/>
                      </a:lnTo>
                      <a:lnTo>
                        <a:pt x="14" y="56"/>
                      </a:lnTo>
                      <a:lnTo>
                        <a:pt x="8" y="60"/>
                      </a:lnTo>
                      <a:lnTo>
                        <a:pt x="0" y="62"/>
                      </a:lnTo>
                      <a:lnTo>
                        <a:pt x="0" y="62"/>
                      </a:lnTo>
                      <a:lnTo>
                        <a:pt x="6" y="68"/>
                      </a:lnTo>
                      <a:lnTo>
                        <a:pt x="14" y="74"/>
                      </a:lnTo>
                      <a:lnTo>
                        <a:pt x="22" y="76"/>
                      </a:lnTo>
                      <a:lnTo>
                        <a:pt x="30" y="78"/>
                      </a:lnTo>
                      <a:lnTo>
                        <a:pt x="30" y="78"/>
                      </a:lnTo>
                      <a:lnTo>
                        <a:pt x="40" y="76"/>
                      </a:lnTo>
                      <a:lnTo>
                        <a:pt x="46" y="72"/>
                      </a:lnTo>
                      <a:lnTo>
                        <a:pt x="46" y="72"/>
                      </a:lnTo>
                      <a:lnTo>
                        <a:pt x="44" y="56"/>
                      </a:lnTo>
                      <a:lnTo>
                        <a:pt x="44" y="56"/>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4" name="Freeform 23"/>
                <p:cNvSpPr>
                  <a:spLocks/>
                </p:cNvSpPr>
                <p:nvPr userDrawn="1"/>
              </p:nvSpPr>
              <p:spPr bwMode="auto">
                <a:xfrm>
                  <a:off x="8664607" y="113887"/>
                  <a:ext cx="123481" cy="126225"/>
                </a:xfrm>
                <a:custGeom>
                  <a:avLst/>
                  <a:gdLst>
                    <a:gd name="T0" fmla="*/ 90 w 90"/>
                    <a:gd name="T1" fmla="*/ 46 h 92"/>
                    <a:gd name="T2" fmla="*/ 90 w 90"/>
                    <a:gd name="T3" fmla="*/ 46 h 92"/>
                    <a:gd name="T4" fmla="*/ 88 w 90"/>
                    <a:gd name="T5" fmla="*/ 56 h 92"/>
                    <a:gd name="T6" fmla="*/ 86 w 90"/>
                    <a:gd name="T7" fmla="*/ 64 h 92"/>
                    <a:gd name="T8" fmla="*/ 82 w 90"/>
                    <a:gd name="T9" fmla="*/ 72 h 92"/>
                    <a:gd name="T10" fmla="*/ 76 w 90"/>
                    <a:gd name="T11" fmla="*/ 80 h 92"/>
                    <a:gd name="T12" fmla="*/ 70 w 90"/>
                    <a:gd name="T13" fmla="*/ 84 h 92"/>
                    <a:gd name="T14" fmla="*/ 62 w 90"/>
                    <a:gd name="T15" fmla="*/ 90 h 92"/>
                    <a:gd name="T16" fmla="*/ 54 w 90"/>
                    <a:gd name="T17" fmla="*/ 92 h 92"/>
                    <a:gd name="T18" fmla="*/ 44 w 90"/>
                    <a:gd name="T19" fmla="*/ 92 h 92"/>
                    <a:gd name="T20" fmla="*/ 44 w 90"/>
                    <a:gd name="T21" fmla="*/ 92 h 92"/>
                    <a:gd name="T22" fmla="*/ 36 w 90"/>
                    <a:gd name="T23" fmla="*/ 92 h 92"/>
                    <a:gd name="T24" fmla="*/ 26 w 90"/>
                    <a:gd name="T25" fmla="*/ 90 h 92"/>
                    <a:gd name="T26" fmla="*/ 18 w 90"/>
                    <a:gd name="T27" fmla="*/ 84 h 92"/>
                    <a:gd name="T28" fmla="*/ 12 w 90"/>
                    <a:gd name="T29" fmla="*/ 80 h 92"/>
                    <a:gd name="T30" fmla="*/ 6 w 90"/>
                    <a:gd name="T31" fmla="*/ 72 h 92"/>
                    <a:gd name="T32" fmla="*/ 2 w 90"/>
                    <a:gd name="T33" fmla="*/ 64 h 92"/>
                    <a:gd name="T34" fmla="*/ 0 w 90"/>
                    <a:gd name="T35" fmla="*/ 56 h 92"/>
                    <a:gd name="T36" fmla="*/ 0 w 90"/>
                    <a:gd name="T37" fmla="*/ 46 h 92"/>
                    <a:gd name="T38" fmla="*/ 0 w 90"/>
                    <a:gd name="T39" fmla="*/ 46 h 92"/>
                    <a:gd name="T40" fmla="*/ 0 w 90"/>
                    <a:gd name="T41" fmla="*/ 38 h 92"/>
                    <a:gd name="T42" fmla="*/ 2 w 90"/>
                    <a:gd name="T43" fmla="*/ 28 h 92"/>
                    <a:gd name="T44" fmla="*/ 6 w 90"/>
                    <a:gd name="T45" fmla="*/ 20 h 92"/>
                    <a:gd name="T46" fmla="*/ 12 w 90"/>
                    <a:gd name="T47" fmla="*/ 14 h 92"/>
                    <a:gd name="T48" fmla="*/ 18 w 90"/>
                    <a:gd name="T49" fmla="*/ 8 h 92"/>
                    <a:gd name="T50" fmla="*/ 26 w 90"/>
                    <a:gd name="T51" fmla="*/ 4 h 92"/>
                    <a:gd name="T52" fmla="*/ 36 w 90"/>
                    <a:gd name="T53" fmla="*/ 0 h 92"/>
                    <a:gd name="T54" fmla="*/ 44 w 90"/>
                    <a:gd name="T55" fmla="*/ 0 h 92"/>
                    <a:gd name="T56" fmla="*/ 44 w 90"/>
                    <a:gd name="T57" fmla="*/ 0 h 92"/>
                    <a:gd name="T58" fmla="*/ 54 w 90"/>
                    <a:gd name="T59" fmla="*/ 0 h 92"/>
                    <a:gd name="T60" fmla="*/ 62 w 90"/>
                    <a:gd name="T61" fmla="*/ 4 h 92"/>
                    <a:gd name="T62" fmla="*/ 70 w 90"/>
                    <a:gd name="T63" fmla="*/ 8 h 92"/>
                    <a:gd name="T64" fmla="*/ 76 w 90"/>
                    <a:gd name="T65" fmla="*/ 14 h 92"/>
                    <a:gd name="T66" fmla="*/ 82 w 90"/>
                    <a:gd name="T67" fmla="*/ 20 h 92"/>
                    <a:gd name="T68" fmla="*/ 86 w 90"/>
                    <a:gd name="T69" fmla="*/ 28 h 92"/>
                    <a:gd name="T70" fmla="*/ 88 w 90"/>
                    <a:gd name="T71" fmla="*/ 38 h 92"/>
                    <a:gd name="T72" fmla="*/ 90 w 90"/>
                    <a:gd name="T73" fmla="*/ 46 h 92"/>
                    <a:gd name="T74" fmla="*/ 90 w 90"/>
                    <a:gd name="T75" fmla="*/ 4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92">
                      <a:moveTo>
                        <a:pt x="90" y="46"/>
                      </a:moveTo>
                      <a:lnTo>
                        <a:pt x="90" y="46"/>
                      </a:lnTo>
                      <a:lnTo>
                        <a:pt x="88" y="56"/>
                      </a:lnTo>
                      <a:lnTo>
                        <a:pt x="86" y="64"/>
                      </a:lnTo>
                      <a:lnTo>
                        <a:pt x="82" y="72"/>
                      </a:lnTo>
                      <a:lnTo>
                        <a:pt x="76" y="80"/>
                      </a:lnTo>
                      <a:lnTo>
                        <a:pt x="70" y="84"/>
                      </a:lnTo>
                      <a:lnTo>
                        <a:pt x="62" y="90"/>
                      </a:lnTo>
                      <a:lnTo>
                        <a:pt x="54" y="92"/>
                      </a:lnTo>
                      <a:lnTo>
                        <a:pt x="44" y="92"/>
                      </a:lnTo>
                      <a:lnTo>
                        <a:pt x="44" y="92"/>
                      </a:lnTo>
                      <a:lnTo>
                        <a:pt x="36" y="92"/>
                      </a:lnTo>
                      <a:lnTo>
                        <a:pt x="26" y="90"/>
                      </a:lnTo>
                      <a:lnTo>
                        <a:pt x="18" y="84"/>
                      </a:lnTo>
                      <a:lnTo>
                        <a:pt x="12" y="80"/>
                      </a:lnTo>
                      <a:lnTo>
                        <a:pt x="6" y="72"/>
                      </a:lnTo>
                      <a:lnTo>
                        <a:pt x="2" y="64"/>
                      </a:lnTo>
                      <a:lnTo>
                        <a:pt x="0" y="56"/>
                      </a:lnTo>
                      <a:lnTo>
                        <a:pt x="0" y="46"/>
                      </a:lnTo>
                      <a:lnTo>
                        <a:pt x="0" y="46"/>
                      </a:lnTo>
                      <a:lnTo>
                        <a:pt x="0" y="38"/>
                      </a:lnTo>
                      <a:lnTo>
                        <a:pt x="2" y="28"/>
                      </a:lnTo>
                      <a:lnTo>
                        <a:pt x="6" y="20"/>
                      </a:lnTo>
                      <a:lnTo>
                        <a:pt x="12" y="14"/>
                      </a:lnTo>
                      <a:lnTo>
                        <a:pt x="18" y="8"/>
                      </a:lnTo>
                      <a:lnTo>
                        <a:pt x="26" y="4"/>
                      </a:lnTo>
                      <a:lnTo>
                        <a:pt x="36" y="0"/>
                      </a:lnTo>
                      <a:lnTo>
                        <a:pt x="44" y="0"/>
                      </a:lnTo>
                      <a:lnTo>
                        <a:pt x="44" y="0"/>
                      </a:lnTo>
                      <a:lnTo>
                        <a:pt x="54" y="0"/>
                      </a:lnTo>
                      <a:lnTo>
                        <a:pt x="62" y="4"/>
                      </a:lnTo>
                      <a:lnTo>
                        <a:pt x="70" y="8"/>
                      </a:lnTo>
                      <a:lnTo>
                        <a:pt x="76" y="14"/>
                      </a:lnTo>
                      <a:lnTo>
                        <a:pt x="82" y="20"/>
                      </a:lnTo>
                      <a:lnTo>
                        <a:pt x="86" y="28"/>
                      </a:lnTo>
                      <a:lnTo>
                        <a:pt x="88" y="38"/>
                      </a:lnTo>
                      <a:lnTo>
                        <a:pt x="90" y="46"/>
                      </a:lnTo>
                      <a:lnTo>
                        <a:pt x="90" y="46"/>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5" name="Freeform 24"/>
                <p:cNvSpPr>
                  <a:spLocks/>
                </p:cNvSpPr>
                <p:nvPr userDrawn="1"/>
              </p:nvSpPr>
              <p:spPr bwMode="auto">
                <a:xfrm>
                  <a:off x="8606985" y="253832"/>
                  <a:ext cx="170129" cy="252449"/>
                </a:xfrm>
                <a:custGeom>
                  <a:avLst/>
                  <a:gdLst>
                    <a:gd name="T0" fmla="*/ 118 w 124"/>
                    <a:gd name="T1" fmla="*/ 184 h 184"/>
                    <a:gd name="T2" fmla="*/ 118 w 124"/>
                    <a:gd name="T3" fmla="*/ 184 h 184"/>
                    <a:gd name="T4" fmla="*/ 124 w 124"/>
                    <a:gd name="T5" fmla="*/ 158 h 184"/>
                    <a:gd name="T6" fmla="*/ 124 w 124"/>
                    <a:gd name="T7" fmla="*/ 128 h 184"/>
                    <a:gd name="T8" fmla="*/ 124 w 124"/>
                    <a:gd name="T9" fmla="*/ 128 h 184"/>
                    <a:gd name="T10" fmla="*/ 124 w 124"/>
                    <a:gd name="T11" fmla="*/ 102 h 184"/>
                    <a:gd name="T12" fmla="*/ 120 w 124"/>
                    <a:gd name="T13" fmla="*/ 78 h 184"/>
                    <a:gd name="T14" fmla="*/ 114 w 124"/>
                    <a:gd name="T15" fmla="*/ 56 h 184"/>
                    <a:gd name="T16" fmla="*/ 106 w 124"/>
                    <a:gd name="T17" fmla="*/ 36 h 184"/>
                    <a:gd name="T18" fmla="*/ 98 w 124"/>
                    <a:gd name="T19" fmla="*/ 22 h 184"/>
                    <a:gd name="T20" fmla="*/ 86 w 124"/>
                    <a:gd name="T21" fmla="*/ 10 h 184"/>
                    <a:gd name="T22" fmla="*/ 74 w 124"/>
                    <a:gd name="T23" fmla="*/ 2 h 184"/>
                    <a:gd name="T24" fmla="*/ 68 w 124"/>
                    <a:gd name="T25" fmla="*/ 0 h 184"/>
                    <a:gd name="T26" fmla="*/ 62 w 124"/>
                    <a:gd name="T27" fmla="*/ 0 h 184"/>
                    <a:gd name="T28" fmla="*/ 62 w 124"/>
                    <a:gd name="T29" fmla="*/ 0 h 184"/>
                    <a:gd name="T30" fmla="*/ 56 w 124"/>
                    <a:gd name="T31" fmla="*/ 0 h 184"/>
                    <a:gd name="T32" fmla="*/ 50 w 124"/>
                    <a:gd name="T33" fmla="*/ 2 h 184"/>
                    <a:gd name="T34" fmla="*/ 38 w 124"/>
                    <a:gd name="T35" fmla="*/ 10 h 184"/>
                    <a:gd name="T36" fmla="*/ 28 w 124"/>
                    <a:gd name="T37" fmla="*/ 22 h 184"/>
                    <a:gd name="T38" fmla="*/ 18 w 124"/>
                    <a:gd name="T39" fmla="*/ 36 h 184"/>
                    <a:gd name="T40" fmla="*/ 10 w 124"/>
                    <a:gd name="T41" fmla="*/ 56 h 184"/>
                    <a:gd name="T42" fmla="*/ 4 w 124"/>
                    <a:gd name="T43" fmla="*/ 78 h 184"/>
                    <a:gd name="T44" fmla="*/ 0 w 124"/>
                    <a:gd name="T45" fmla="*/ 102 h 184"/>
                    <a:gd name="T46" fmla="*/ 0 w 124"/>
                    <a:gd name="T47" fmla="*/ 128 h 184"/>
                    <a:gd name="T48" fmla="*/ 0 w 124"/>
                    <a:gd name="T49" fmla="*/ 128 h 184"/>
                    <a:gd name="T50" fmla="*/ 2 w 124"/>
                    <a:gd name="T51" fmla="*/ 158 h 184"/>
                    <a:gd name="T52" fmla="*/ 6 w 124"/>
                    <a:gd name="T53" fmla="*/ 184 h 184"/>
                    <a:gd name="T54" fmla="*/ 118 w 124"/>
                    <a:gd name="T55"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4" h="184">
                      <a:moveTo>
                        <a:pt x="118" y="184"/>
                      </a:moveTo>
                      <a:lnTo>
                        <a:pt x="118" y="184"/>
                      </a:lnTo>
                      <a:lnTo>
                        <a:pt x="124" y="158"/>
                      </a:lnTo>
                      <a:lnTo>
                        <a:pt x="124" y="128"/>
                      </a:lnTo>
                      <a:lnTo>
                        <a:pt x="124" y="128"/>
                      </a:lnTo>
                      <a:lnTo>
                        <a:pt x="124" y="102"/>
                      </a:lnTo>
                      <a:lnTo>
                        <a:pt x="120" y="78"/>
                      </a:lnTo>
                      <a:lnTo>
                        <a:pt x="114" y="56"/>
                      </a:lnTo>
                      <a:lnTo>
                        <a:pt x="106" y="36"/>
                      </a:lnTo>
                      <a:lnTo>
                        <a:pt x="98" y="22"/>
                      </a:lnTo>
                      <a:lnTo>
                        <a:pt x="86" y="10"/>
                      </a:lnTo>
                      <a:lnTo>
                        <a:pt x="74" y="2"/>
                      </a:lnTo>
                      <a:lnTo>
                        <a:pt x="68" y="0"/>
                      </a:lnTo>
                      <a:lnTo>
                        <a:pt x="62" y="0"/>
                      </a:lnTo>
                      <a:lnTo>
                        <a:pt x="62" y="0"/>
                      </a:lnTo>
                      <a:lnTo>
                        <a:pt x="56" y="0"/>
                      </a:lnTo>
                      <a:lnTo>
                        <a:pt x="50" y="2"/>
                      </a:lnTo>
                      <a:lnTo>
                        <a:pt x="38" y="10"/>
                      </a:lnTo>
                      <a:lnTo>
                        <a:pt x="28" y="22"/>
                      </a:lnTo>
                      <a:lnTo>
                        <a:pt x="18" y="36"/>
                      </a:lnTo>
                      <a:lnTo>
                        <a:pt x="10" y="56"/>
                      </a:lnTo>
                      <a:lnTo>
                        <a:pt x="4" y="78"/>
                      </a:lnTo>
                      <a:lnTo>
                        <a:pt x="0" y="102"/>
                      </a:lnTo>
                      <a:lnTo>
                        <a:pt x="0" y="128"/>
                      </a:lnTo>
                      <a:lnTo>
                        <a:pt x="0" y="128"/>
                      </a:lnTo>
                      <a:lnTo>
                        <a:pt x="2" y="158"/>
                      </a:lnTo>
                      <a:lnTo>
                        <a:pt x="6" y="184"/>
                      </a:lnTo>
                      <a:lnTo>
                        <a:pt x="118" y="184"/>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25"/>
                <p:cNvSpPr>
                  <a:spLocks/>
                </p:cNvSpPr>
                <p:nvPr userDrawn="1"/>
              </p:nvSpPr>
              <p:spPr bwMode="auto">
                <a:xfrm>
                  <a:off x="8815530" y="179744"/>
                  <a:ext cx="109760" cy="112504"/>
                </a:xfrm>
                <a:custGeom>
                  <a:avLst/>
                  <a:gdLst>
                    <a:gd name="T0" fmla="*/ 80 w 80"/>
                    <a:gd name="T1" fmla="*/ 40 h 82"/>
                    <a:gd name="T2" fmla="*/ 80 w 80"/>
                    <a:gd name="T3" fmla="*/ 40 h 82"/>
                    <a:gd name="T4" fmla="*/ 78 w 80"/>
                    <a:gd name="T5" fmla="*/ 50 h 82"/>
                    <a:gd name="T6" fmla="*/ 76 w 80"/>
                    <a:gd name="T7" fmla="*/ 56 h 82"/>
                    <a:gd name="T8" fmla="*/ 72 w 80"/>
                    <a:gd name="T9" fmla="*/ 64 h 82"/>
                    <a:gd name="T10" fmla="*/ 68 w 80"/>
                    <a:gd name="T11" fmla="*/ 70 h 82"/>
                    <a:gd name="T12" fmla="*/ 62 w 80"/>
                    <a:gd name="T13" fmla="*/ 74 h 82"/>
                    <a:gd name="T14" fmla="*/ 56 w 80"/>
                    <a:gd name="T15" fmla="*/ 78 h 82"/>
                    <a:gd name="T16" fmla="*/ 48 w 80"/>
                    <a:gd name="T17" fmla="*/ 82 h 82"/>
                    <a:gd name="T18" fmla="*/ 40 w 80"/>
                    <a:gd name="T19" fmla="*/ 82 h 82"/>
                    <a:gd name="T20" fmla="*/ 40 w 80"/>
                    <a:gd name="T21" fmla="*/ 82 h 82"/>
                    <a:gd name="T22" fmla="*/ 32 w 80"/>
                    <a:gd name="T23" fmla="*/ 82 h 82"/>
                    <a:gd name="T24" fmla="*/ 24 w 80"/>
                    <a:gd name="T25" fmla="*/ 78 h 82"/>
                    <a:gd name="T26" fmla="*/ 18 w 80"/>
                    <a:gd name="T27" fmla="*/ 74 h 82"/>
                    <a:gd name="T28" fmla="*/ 12 w 80"/>
                    <a:gd name="T29" fmla="*/ 70 h 82"/>
                    <a:gd name="T30" fmla="*/ 6 w 80"/>
                    <a:gd name="T31" fmla="*/ 64 h 82"/>
                    <a:gd name="T32" fmla="*/ 4 w 80"/>
                    <a:gd name="T33" fmla="*/ 56 h 82"/>
                    <a:gd name="T34" fmla="*/ 0 w 80"/>
                    <a:gd name="T35" fmla="*/ 50 h 82"/>
                    <a:gd name="T36" fmla="*/ 0 w 80"/>
                    <a:gd name="T37" fmla="*/ 40 h 82"/>
                    <a:gd name="T38" fmla="*/ 0 w 80"/>
                    <a:gd name="T39" fmla="*/ 40 h 82"/>
                    <a:gd name="T40" fmla="*/ 0 w 80"/>
                    <a:gd name="T41" fmla="*/ 32 h 82"/>
                    <a:gd name="T42" fmla="*/ 4 w 80"/>
                    <a:gd name="T43" fmla="*/ 26 h 82"/>
                    <a:gd name="T44" fmla="*/ 6 w 80"/>
                    <a:gd name="T45" fmla="*/ 18 h 82"/>
                    <a:gd name="T46" fmla="*/ 12 w 80"/>
                    <a:gd name="T47" fmla="*/ 12 h 82"/>
                    <a:gd name="T48" fmla="*/ 18 w 80"/>
                    <a:gd name="T49" fmla="*/ 8 h 82"/>
                    <a:gd name="T50" fmla="*/ 24 w 80"/>
                    <a:gd name="T51" fmla="*/ 4 h 82"/>
                    <a:gd name="T52" fmla="*/ 32 w 80"/>
                    <a:gd name="T53" fmla="*/ 0 h 82"/>
                    <a:gd name="T54" fmla="*/ 40 w 80"/>
                    <a:gd name="T55" fmla="*/ 0 h 82"/>
                    <a:gd name="T56" fmla="*/ 40 w 80"/>
                    <a:gd name="T57" fmla="*/ 0 h 82"/>
                    <a:gd name="T58" fmla="*/ 48 w 80"/>
                    <a:gd name="T59" fmla="*/ 0 h 82"/>
                    <a:gd name="T60" fmla="*/ 56 w 80"/>
                    <a:gd name="T61" fmla="*/ 4 h 82"/>
                    <a:gd name="T62" fmla="*/ 62 w 80"/>
                    <a:gd name="T63" fmla="*/ 8 h 82"/>
                    <a:gd name="T64" fmla="*/ 68 w 80"/>
                    <a:gd name="T65" fmla="*/ 12 h 82"/>
                    <a:gd name="T66" fmla="*/ 72 w 80"/>
                    <a:gd name="T67" fmla="*/ 18 h 82"/>
                    <a:gd name="T68" fmla="*/ 76 w 80"/>
                    <a:gd name="T69" fmla="*/ 26 h 82"/>
                    <a:gd name="T70" fmla="*/ 78 w 80"/>
                    <a:gd name="T71" fmla="*/ 32 h 82"/>
                    <a:gd name="T72" fmla="*/ 80 w 80"/>
                    <a:gd name="T73" fmla="*/ 40 h 82"/>
                    <a:gd name="T74" fmla="*/ 80 w 80"/>
                    <a:gd name="T75" fmla="*/ 4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82">
                      <a:moveTo>
                        <a:pt x="80" y="40"/>
                      </a:moveTo>
                      <a:lnTo>
                        <a:pt x="80" y="40"/>
                      </a:lnTo>
                      <a:lnTo>
                        <a:pt x="78" y="50"/>
                      </a:lnTo>
                      <a:lnTo>
                        <a:pt x="76" y="56"/>
                      </a:lnTo>
                      <a:lnTo>
                        <a:pt x="72" y="64"/>
                      </a:lnTo>
                      <a:lnTo>
                        <a:pt x="68" y="70"/>
                      </a:lnTo>
                      <a:lnTo>
                        <a:pt x="62" y="74"/>
                      </a:lnTo>
                      <a:lnTo>
                        <a:pt x="56" y="78"/>
                      </a:lnTo>
                      <a:lnTo>
                        <a:pt x="48" y="82"/>
                      </a:lnTo>
                      <a:lnTo>
                        <a:pt x="40" y="82"/>
                      </a:lnTo>
                      <a:lnTo>
                        <a:pt x="40" y="82"/>
                      </a:lnTo>
                      <a:lnTo>
                        <a:pt x="32" y="82"/>
                      </a:lnTo>
                      <a:lnTo>
                        <a:pt x="24" y="78"/>
                      </a:lnTo>
                      <a:lnTo>
                        <a:pt x="18" y="74"/>
                      </a:lnTo>
                      <a:lnTo>
                        <a:pt x="12" y="70"/>
                      </a:lnTo>
                      <a:lnTo>
                        <a:pt x="6" y="64"/>
                      </a:lnTo>
                      <a:lnTo>
                        <a:pt x="4" y="56"/>
                      </a:lnTo>
                      <a:lnTo>
                        <a:pt x="0" y="50"/>
                      </a:lnTo>
                      <a:lnTo>
                        <a:pt x="0" y="40"/>
                      </a:lnTo>
                      <a:lnTo>
                        <a:pt x="0" y="40"/>
                      </a:lnTo>
                      <a:lnTo>
                        <a:pt x="0" y="32"/>
                      </a:lnTo>
                      <a:lnTo>
                        <a:pt x="4" y="26"/>
                      </a:lnTo>
                      <a:lnTo>
                        <a:pt x="6" y="18"/>
                      </a:lnTo>
                      <a:lnTo>
                        <a:pt x="12" y="12"/>
                      </a:lnTo>
                      <a:lnTo>
                        <a:pt x="18" y="8"/>
                      </a:lnTo>
                      <a:lnTo>
                        <a:pt x="24" y="4"/>
                      </a:lnTo>
                      <a:lnTo>
                        <a:pt x="32" y="0"/>
                      </a:lnTo>
                      <a:lnTo>
                        <a:pt x="40" y="0"/>
                      </a:lnTo>
                      <a:lnTo>
                        <a:pt x="40" y="0"/>
                      </a:lnTo>
                      <a:lnTo>
                        <a:pt x="48" y="0"/>
                      </a:lnTo>
                      <a:lnTo>
                        <a:pt x="56" y="4"/>
                      </a:lnTo>
                      <a:lnTo>
                        <a:pt x="62" y="8"/>
                      </a:lnTo>
                      <a:lnTo>
                        <a:pt x="68" y="12"/>
                      </a:lnTo>
                      <a:lnTo>
                        <a:pt x="72" y="18"/>
                      </a:lnTo>
                      <a:lnTo>
                        <a:pt x="76" y="26"/>
                      </a:lnTo>
                      <a:lnTo>
                        <a:pt x="78" y="32"/>
                      </a:lnTo>
                      <a:lnTo>
                        <a:pt x="80" y="40"/>
                      </a:lnTo>
                      <a:lnTo>
                        <a:pt x="80" y="40"/>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7" name="Freeform 26"/>
                <p:cNvSpPr>
                  <a:spLocks/>
                </p:cNvSpPr>
                <p:nvPr userDrawn="1"/>
              </p:nvSpPr>
              <p:spPr bwMode="auto">
                <a:xfrm>
                  <a:off x="8812785" y="300480"/>
                  <a:ext cx="139945" cy="205801"/>
                </a:xfrm>
                <a:custGeom>
                  <a:avLst/>
                  <a:gdLst>
                    <a:gd name="T0" fmla="*/ 96 w 102"/>
                    <a:gd name="T1" fmla="*/ 150 h 150"/>
                    <a:gd name="T2" fmla="*/ 96 w 102"/>
                    <a:gd name="T3" fmla="*/ 150 h 150"/>
                    <a:gd name="T4" fmla="*/ 100 w 102"/>
                    <a:gd name="T5" fmla="*/ 128 h 150"/>
                    <a:gd name="T6" fmla="*/ 102 w 102"/>
                    <a:gd name="T7" fmla="*/ 104 h 150"/>
                    <a:gd name="T8" fmla="*/ 102 w 102"/>
                    <a:gd name="T9" fmla="*/ 104 h 150"/>
                    <a:gd name="T10" fmla="*/ 102 w 102"/>
                    <a:gd name="T11" fmla="*/ 84 h 150"/>
                    <a:gd name="T12" fmla="*/ 98 w 102"/>
                    <a:gd name="T13" fmla="*/ 64 h 150"/>
                    <a:gd name="T14" fmla="*/ 94 w 102"/>
                    <a:gd name="T15" fmla="*/ 46 h 150"/>
                    <a:gd name="T16" fmla="*/ 86 w 102"/>
                    <a:gd name="T17" fmla="*/ 32 h 150"/>
                    <a:gd name="T18" fmla="*/ 80 w 102"/>
                    <a:gd name="T19" fmla="*/ 18 h 150"/>
                    <a:gd name="T20" fmla="*/ 70 w 102"/>
                    <a:gd name="T21" fmla="*/ 8 h 150"/>
                    <a:gd name="T22" fmla="*/ 60 w 102"/>
                    <a:gd name="T23" fmla="*/ 2 h 150"/>
                    <a:gd name="T24" fmla="*/ 50 w 102"/>
                    <a:gd name="T25" fmla="*/ 0 h 150"/>
                    <a:gd name="T26" fmla="*/ 50 w 102"/>
                    <a:gd name="T27" fmla="*/ 0 h 150"/>
                    <a:gd name="T28" fmla="*/ 40 w 102"/>
                    <a:gd name="T29" fmla="*/ 2 h 150"/>
                    <a:gd name="T30" fmla="*/ 30 w 102"/>
                    <a:gd name="T31" fmla="*/ 8 h 150"/>
                    <a:gd name="T32" fmla="*/ 22 w 102"/>
                    <a:gd name="T33" fmla="*/ 18 h 150"/>
                    <a:gd name="T34" fmla="*/ 14 w 102"/>
                    <a:gd name="T35" fmla="*/ 32 h 150"/>
                    <a:gd name="T36" fmla="*/ 8 w 102"/>
                    <a:gd name="T37" fmla="*/ 46 h 150"/>
                    <a:gd name="T38" fmla="*/ 4 w 102"/>
                    <a:gd name="T39" fmla="*/ 64 h 150"/>
                    <a:gd name="T40" fmla="*/ 0 w 102"/>
                    <a:gd name="T41" fmla="*/ 84 h 150"/>
                    <a:gd name="T42" fmla="*/ 0 w 102"/>
                    <a:gd name="T43" fmla="*/ 104 h 150"/>
                    <a:gd name="T44" fmla="*/ 0 w 102"/>
                    <a:gd name="T45" fmla="*/ 104 h 150"/>
                    <a:gd name="T46" fmla="*/ 0 w 102"/>
                    <a:gd name="T47" fmla="*/ 128 h 150"/>
                    <a:gd name="T48" fmla="*/ 4 w 102"/>
                    <a:gd name="T49" fmla="*/ 150 h 150"/>
                    <a:gd name="T50" fmla="*/ 96 w 102"/>
                    <a:gd name="T51"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2" h="150">
                      <a:moveTo>
                        <a:pt x="96" y="150"/>
                      </a:moveTo>
                      <a:lnTo>
                        <a:pt x="96" y="150"/>
                      </a:lnTo>
                      <a:lnTo>
                        <a:pt x="100" y="128"/>
                      </a:lnTo>
                      <a:lnTo>
                        <a:pt x="102" y="104"/>
                      </a:lnTo>
                      <a:lnTo>
                        <a:pt x="102" y="104"/>
                      </a:lnTo>
                      <a:lnTo>
                        <a:pt x="102" y="84"/>
                      </a:lnTo>
                      <a:lnTo>
                        <a:pt x="98" y="64"/>
                      </a:lnTo>
                      <a:lnTo>
                        <a:pt x="94" y="46"/>
                      </a:lnTo>
                      <a:lnTo>
                        <a:pt x="86" y="32"/>
                      </a:lnTo>
                      <a:lnTo>
                        <a:pt x="80" y="18"/>
                      </a:lnTo>
                      <a:lnTo>
                        <a:pt x="70" y="8"/>
                      </a:lnTo>
                      <a:lnTo>
                        <a:pt x="60" y="2"/>
                      </a:lnTo>
                      <a:lnTo>
                        <a:pt x="50" y="0"/>
                      </a:lnTo>
                      <a:lnTo>
                        <a:pt x="50" y="0"/>
                      </a:lnTo>
                      <a:lnTo>
                        <a:pt x="40" y="2"/>
                      </a:lnTo>
                      <a:lnTo>
                        <a:pt x="30" y="8"/>
                      </a:lnTo>
                      <a:lnTo>
                        <a:pt x="22" y="18"/>
                      </a:lnTo>
                      <a:lnTo>
                        <a:pt x="14" y="32"/>
                      </a:lnTo>
                      <a:lnTo>
                        <a:pt x="8" y="46"/>
                      </a:lnTo>
                      <a:lnTo>
                        <a:pt x="4" y="64"/>
                      </a:lnTo>
                      <a:lnTo>
                        <a:pt x="0" y="84"/>
                      </a:lnTo>
                      <a:lnTo>
                        <a:pt x="0" y="104"/>
                      </a:lnTo>
                      <a:lnTo>
                        <a:pt x="0" y="104"/>
                      </a:lnTo>
                      <a:lnTo>
                        <a:pt x="0" y="128"/>
                      </a:lnTo>
                      <a:lnTo>
                        <a:pt x="4" y="150"/>
                      </a:lnTo>
                      <a:lnTo>
                        <a:pt x="96" y="150"/>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8" name="Freeform 27"/>
                <p:cNvSpPr>
                  <a:spLocks/>
                </p:cNvSpPr>
                <p:nvPr userDrawn="1"/>
              </p:nvSpPr>
              <p:spPr bwMode="auto">
                <a:xfrm>
                  <a:off x="8755160" y="278529"/>
                  <a:ext cx="87809" cy="227754"/>
                </a:xfrm>
                <a:custGeom>
                  <a:avLst/>
                  <a:gdLst>
                    <a:gd name="T0" fmla="*/ 16 w 64"/>
                    <a:gd name="T1" fmla="*/ 166 h 166"/>
                    <a:gd name="T2" fmla="*/ 38 w 64"/>
                    <a:gd name="T3" fmla="*/ 166 h 166"/>
                    <a:gd name="T4" fmla="*/ 38 w 64"/>
                    <a:gd name="T5" fmla="*/ 166 h 166"/>
                    <a:gd name="T6" fmla="*/ 36 w 64"/>
                    <a:gd name="T7" fmla="*/ 144 h 166"/>
                    <a:gd name="T8" fmla="*/ 36 w 64"/>
                    <a:gd name="T9" fmla="*/ 120 h 166"/>
                    <a:gd name="T10" fmla="*/ 36 w 64"/>
                    <a:gd name="T11" fmla="*/ 120 h 166"/>
                    <a:gd name="T12" fmla="*/ 38 w 64"/>
                    <a:gd name="T13" fmla="*/ 92 h 166"/>
                    <a:gd name="T14" fmla="*/ 44 w 64"/>
                    <a:gd name="T15" fmla="*/ 66 h 166"/>
                    <a:gd name="T16" fmla="*/ 52 w 64"/>
                    <a:gd name="T17" fmla="*/ 42 h 166"/>
                    <a:gd name="T18" fmla="*/ 58 w 64"/>
                    <a:gd name="T19" fmla="*/ 34 h 166"/>
                    <a:gd name="T20" fmla="*/ 64 w 64"/>
                    <a:gd name="T21" fmla="*/ 26 h 166"/>
                    <a:gd name="T22" fmla="*/ 64 w 64"/>
                    <a:gd name="T23" fmla="*/ 26 h 166"/>
                    <a:gd name="T24" fmla="*/ 56 w 64"/>
                    <a:gd name="T25" fmla="*/ 14 h 166"/>
                    <a:gd name="T26" fmla="*/ 46 w 64"/>
                    <a:gd name="T27" fmla="*/ 6 h 166"/>
                    <a:gd name="T28" fmla="*/ 36 w 64"/>
                    <a:gd name="T29" fmla="*/ 2 h 166"/>
                    <a:gd name="T30" fmla="*/ 26 w 64"/>
                    <a:gd name="T31" fmla="*/ 0 h 166"/>
                    <a:gd name="T32" fmla="*/ 26 w 64"/>
                    <a:gd name="T33" fmla="*/ 0 h 166"/>
                    <a:gd name="T34" fmla="*/ 18 w 64"/>
                    <a:gd name="T35" fmla="*/ 0 h 166"/>
                    <a:gd name="T36" fmla="*/ 12 w 64"/>
                    <a:gd name="T37" fmla="*/ 2 h 166"/>
                    <a:gd name="T38" fmla="*/ 0 w 64"/>
                    <a:gd name="T39" fmla="*/ 12 h 166"/>
                    <a:gd name="T40" fmla="*/ 0 w 64"/>
                    <a:gd name="T41" fmla="*/ 12 h 166"/>
                    <a:gd name="T42" fmla="*/ 10 w 64"/>
                    <a:gd name="T43" fmla="*/ 30 h 166"/>
                    <a:gd name="T44" fmla="*/ 16 w 64"/>
                    <a:gd name="T45" fmla="*/ 54 h 166"/>
                    <a:gd name="T46" fmla="*/ 22 w 64"/>
                    <a:gd name="T47" fmla="*/ 82 h 166"/>
                    <a:gd name="T48" fmla="*/ 24 w 64"/>
                    <a:gd name="T49" fmla="*/ 110 h 166"/>
                    <a:gd name="T50" fmla="*/ 24 w 64"/>
                    <a:gd name="T51" fmla="*/ 110 h 166"/>
                    <a:gd name="T52" fmla="*/ 22 w 64"/>
                    <a:gd name="T53" fmla="*/ 140 h 166"/>
                    <a:gd name="T54" fmla="*/ 16 w 64"/>
                    <a:gd name="T55" fmla="*/ 166 h 166"/>
                    <a:gd name="T56" fmla="*/ 16 w 64"/>
                    <a:gd name="T57" fmla="*/ 166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166">
                      <a:moveTo>
                        <a:pt x="16" y="166"/>
                      </a:moveTo>
                      <a:lnTo>
                        <a:pt x="38" y="166"/>
                      </a:lnTo>
                      <a:lnTo>
                        <a:pt x="38" y="166"/>
                      </a:lnTo>
                      <a:lnTo>
                        <a:pt x="36" y="144"/>
                      </a:lnTo>
                      <a:lnTo>
                        <a:pt x="36" y="120"/>
                      </a:lnTo>
                      <a:lnTo>
                        <a:pt x="36" y="120"/>
                      </a:lnTo>
                      <a:lnTo>
                        <a:pt x="38" y="92"/>
                      </a:lnTo>
                      <a:lnTo>
                        <a:pt x="44" y="66"/>
                      </a:lnTo>
                      <a:lnTo>
                        <a:pt x="52" y="42"/>
                      </a:lnTo>
                      <a:lnTo>
                        <a:pt x="58" y="34"/>
                      </a:lnTo>
                      <a:lnTo>
                        <a:pt x="64" y="26"/>
                      </a:lnTo>
                      <a:lnTo>
                        <a:pt x="64" y="26"/>
                      </a:lnTo>
                      <a:lnTo>
                        <a:pt x="56" y="14"/>
                      </a:lnTo>
                      <a:lnTo>
                        <a:pt x="46" y="6"/>
                      </a:lnTo>
                      <a:lnTo>
                        <a:pt x="36" y="2"/>
                      </a:lnTo>
                      <a:lnTo>
                        <a:pt x="26" y="0"/>
                      </a:lnTo>
                      <a:lnTo>
                        <a:pt x="26" y="0"/>
                      </a:lnTo>
                      <a:lnTo>
                        <a:pt x="18" y="0"/>
                      </a:lnTo>
                      <a:lnTo>
                        <a:pt x="12" y="2"/>
                      </a:lnTo>
                      <a:lnTo>
                        <a:pt x="0" y="12"/>
                      </a:lnTo>
                      <a:lnTo>
                        <a:pt x="0" y="12"/>
                      </a:lnTo>
                      <a:lnTo>
                        <a:pt x="10" y="30"/>
                      </a:lnTo>
                      <a:lnTo>
                        <a:pt x="16" y="54"/>
                      </a:lnTo>
                      <a:lnTo>
                        <a:pt x="22" y="82"/>
                      </a:lnTo>
                      <a:lnTo>
                        <a:pt x="24" y="110"/>
                      </a:lnTo>
                      <a:lnTo>
                        <a:pt x="24" y="110"/>
                      </a:lnTo>
                      <a:lnTo>
                        <a:pt x="22" y="140"/>
                      </a:lnTo>
                      <a:lnTo>
                        <a:pt x="16" y="166"/>
                      </a:lnTo>
                      <a:lnTo>
                        <a:pt x="16" y="166"/>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9" name="Freeform 28"/>
                <p:cNvSpPr>
                  <a:spLocks/>
                </p:cNvSpPr>
                <p:nvPr userDrawn="1"/>
              </p:nvSpPr>
              <p:spPr bwMode="auto">
                <a:xfrm>
                  <a:off x="8532895" y="91935"/>
                  <a:ext cx="27440" cy="444531"/>
                </a:xfrm>
                <a:custGeom>
                  <a:avLst/>
                  <a:gdLst>
                    <a:gd name="T0" fmla="*/ 0 w 20"/>
                    <a:gd name="T1" fmla="*/ 10 h 324"/>
                    <a:gd name="T2" fmla="*/ 0 w 20"/>
                    <a:gd name="T3" fmla="*/ 10 h 324"/>
                    <a:gd name="T4" fmla="*/ 0 w 20"/>
                    <a:gd name="T5" fmla="*/ 314 h 324"/>
                    <a:gd name="T6" fmla="*/ 0 w 20"/>
                    <a:gd name="T7" fmla="*/ 314 h 324"/>
                    <a:gd name="T8" fmla="*/ 2 w 20"/>
                    <a:gd name="T9" fmla="*/ 318 h 324"/>
                    <a:gd name="T10" fmla="*/ 4 w 20"/>
                    <a:gd name="T11" fmla="*/ 322 h 324"/>
                    <a:gd name="T12" fmla="*/ 8 w 20"/>
                    <a:gd name="T13" fmla="*/ 322 h 324"/>
                    <a:gd name="T14" fmla="*/ 10 w 20"/>
                    <a:gd name="T15" fmla="*/ 324 h 324"/>
                    <a:gd name="T16" fmla="*/ 14 w 20"/>
                    <a:gd name="T17" fmla="*/ 322 h 324"/>
                    <a:gd name="T18" fmla="*/ 18 w 20"/>
                    <a:gd name="T19" fmla="*/ 322 h 324"/>
                    <a:gd name="T20" fmla="*/ 20 w 20"/>
                    <a:gd name="T21" fmla="*/ 318 h 324"/>
                    <a:gd name="T22" fmla="*/ 20 w 20"/>
                    <a:gd name="T23" fmla="*/ 314 h 324"/>
                    <a:gd name="T24" fmla="*/ 20 w 20"/>
                    <a:gd name="T25" fmla="*/ 314 h 324"/>
                    <a:gd name="T26" fmla="*/ 20 w 20"/>
                    <a:gd name="T27" fmla="*/ 10 h 324"/>
                    <a:gd name="T28" fmla="*/ 20 w 20"/>
                    <a:gd name="T29" fmla="*/ 10 h 324"/>
                    <a:gd name="T30" fmla="*/ 20 w 20"/>
                    <a:gd name="T31" fmla="*/ 6 h 324"/>
                    <a:gd name="T32" fmla="*/ 18 w 20"/>
                    <a:gd name="T33" fmla="*/ 2 h 324"/>
                    <a:gd name="T34" fmla="*/ 14 w 20"/>
                    <a:gd name="T35" fmla="*/ 0 h 324"/>
                    <a:gd name="T36" fmla="*/ 10 w 20"/>
                    <a:gd name="T37" fmla="*/ 0 h 324"/>
                    <a:gd name="T38" fmla="*/ 8 w 20"/>
                    <a:gd name="T39" fmla="*/ 0 h 324"/>
                    <a:gd name="T40" fmla="*/ 4 w 20"/>
                    <a:gd name="T41" fmla="*/ 2 h 324"/>
                    <a:gd name="T42" fmla="*/ 2 w 20"/>
                    <a:gd name="T43" fmla="*/ 6 h 324"/>
                    <a:gd name="T44" fmla="*/ 0 w 20"/>
                    <a:gd name="T45" fmla="*/ 10 h 324"/>
                    <a:gd name="T46" fmla="*/ 0 w 20"/>
                    <a:gd name="T47" fmla="*/ 1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4">
                      <a:moveTo>
                        <a:pt x="0" y="10"/>
                      </a:moveTo>
                      <a:lnTo>
                        <a:pt x="0" y="10"/>
                      </a:lnTo>
                      <a:lnTo>
                        <a:pt x="0" y="314"/>
                      </a:lnTo>
                      <a:lnTo>
                        <a:pt x="0" y="314"/>
                      </a:lnTo>
                      <a:lnTo>
                        <a:pt x="2" y="318"/>
                      </a:lnTo>
                      <a:lnTo>
                        <a:pt x="4" y="322"/>
                      </a:lnTo>
                      <a:lnTo>
                        <a:pt x="8" y="322"/>
                      </a:lnTo>
                      <a:lnTo>
                        <a:pt x="10" y="324"/>
                      </a:lnTo>
                      <a:lnTo>
                        <a:pt x="14" y="322"/>
                      </a:lnTo>
                      <a:lnTo>
                        <a:pt x="18" y="322"/>
                      </a:lnTo>
                      <a:lnTo>
                        <a:pt x="20" y="318"/>
                      </a:lnTo>
                      <a:lnTo>
                        <a:pt x="20" y="314"/>
                      </a:lnTo>
                      <a:lnTo>
                        <a:pt x="20" y="314"/>
                      </a:lnTo>
                      <a:lnTo>
                        <a:pt x="20" y="10"/>
                      </a:lnTo>
                      <a:lnTo>
                        <a:pt x="20" y="10"/>
                      </a:lnTo>
                      <a:lnTo>
                        <a:pt x="20" y="6"/>
                      </a:lnTo>
                      <a:lnTo>
                        <a:pt x="18" y="2"/>
                      </a:lnTo>
                      <a:lnTo>
                        <a:pt x="14" y="0"/>
                      </a:lnTo>
                      <a:lnTo>
                        <a:pt x="10" y="0"/>
                      </a:lnTo>
                      <a:lnTo>
                        <a:pt x="8" y="0"/>
                      </a:lnTo>
                      <a:lnTo>
                        <a:pt x="4" y="2"/>
                      </a:lnTo>
                      <a:lnTo>
                        <a:pt x="2" y="6"/>
                      </a:lnTo>
                      <a:lnTo>
                        <a:pt x="0" y="10"/>
                      </a:lnTo>
                      <a:lnTo>
                        <a:pt x="0" y="10"/>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0" name="Freeform 29"/>
                <p:cNvSpPr>
                  <a:spLocks/>
                </p:cNvSpPr>
                <p:nvPr userDrawn="1"/>
              </p:nvSpPr>
              <p:spPr bwMode="auto">
                <a:xfrm>
                  <a:off x="8535640" y="91935"/>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2 h 20"/>
                    <a:gd name="T12" fmla="*/ 0 w 54"/>
                    <a:gd name="T13" fmla="*/ 6 h 20"/>
                    <a:gd name="T14" fmla="*/ 0 w 54"/>
                    <a:gd name="T15" fmla="*/ 10 h 20"/>
                    <a:gd name="T16" fmla="*/ 0 w 54"/>
                    <a:gd name="T17" fmla="*/ 14 h 20"/>
                    <a:gd name="T18" fmla="*/ 2 w 54"/>
                    <a:gd name="T19" fmla="*/ 16 h 20"/>
                    <a:gd name="T20" fmla="*/ 4 w 54"/>
                    <a:gd name="T21" fmla="*/ 18 h 20"/>
                    <a:gd name="T22" fmla="*/ 8 w 54"/>
                    <a:gd name="T23" fmla="*/ 20 h 20"/>
                    <a:gd name="T24" fmla="*/ 8 w 54"/>
                    <a:gd name="T25" fmla="*/ 20 h 20"/>
                    <a:gd name="T26" fmla="*/ 44 w 54"/>
                    <a:gd name="T27" fmla="*/ 20 h 20"/>
                    <a:gd name="T28" fmla="*/ 44 w 54"/>
                    <a:gd name="T29" fmla="*/ 20 h 20"/>
                    <a:gd name="T30" fmla="*/ 48 w 54"/>
                    <a:gd name="T31" fmla="*/ 18 h 20"/>
                    <a:gd name="T32" fmla="*/ 52 w 54"/>
                    <a:gd name="T33" fmla="*/ 16 h 20"/>
                    <a:gd name="T34" fmla="*/ 54 w 54"/>
                    <a:gd name="T35" fmla="*/ 14 h 20"/>
                    <a:gd name="T36" fmla="*/ 54 w 54"/>
                    <a:gd name="T37" fmla="*/ 10 h 20"/>
                    <a:gd name="T38" fmla="*/ 54 w 54"/>
                    <a:gd name="T39" fmla="*/ 6 h 20"/>
                    <a:gd name="T40" fmla="*/ 52 w 54"/>
                    <a:gd name="T41" fmla="*/ 2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2"/>
                      </a:lnTo>
                      <a:lnTo>
                        <a:pt x="0" y="6"/>
                      </a:lnTo>
                      <a:lnTo>
                        <a:pt x="0" y="10"/>
                      </a:lnTo>
                      <a:lnTo>
                        <a:pt x="0" y="14"/>
                      </a:lnTo>
                      <a:lnTo>
                        <a:pt x="2" y="16"/>
                      </a:lnTo>
                      <a:lnTo>
                        <a:pt x="4" y="18"/>
                      </a:lnTo>
                      <a:lnTo>
                        <a:pt x="8" y="20"/>
                      </a:ln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1" name="Freeform 30"/>
                <p:cNvSpPr>
                  <a:spLocks/>
                </p:cNvSpPr>
                <p:nvPr userDrawn="1"/>
              </p:nvSpPr>
              <p:spPr bwMode="auto">
                <a:xfrm>
                  <a:off x="8535638" y="509027"/>
                  <a:ext cx="74090" cy="27439"/>
                </a:xfrm>
                <a:custGeom>
                  <a:avLst/>
                  <a:gdLst>
                    <a:gd name="T0" fmla="*/ 44 w 54"/>
                    <a:gd name="T1" fmla="*/ 0 h 20"/>
                    <a:gd name="T2" fmla="*/ 44 w 54"/>
                    <a:gd name="T3" fmla="*/ 0 h 20"/>
                    <a:gd name="T4" fmla="*/ 8 w 54"/>
                    <a:gd name="T5" fmla="*/ 0 h 20"/>
                    <a:gd name="T6" fmla="*/ 8 w 54"/>
                    <a:gd name="T7" fmla="*/ 0 h 20"/>
                    <a:gd name="T8" fmla="*/ 4 w 54"/>
                    <a:gd name="T9" fmla="*/ 0 h 20"/>
                    <a:gd name="T10" fmla="*/ 2 w 54"/>
                    <a:gd name="T11" fmla="*/ 4 h 20"/>
                    <a:gd name="T12" fmla="*/ 0 w 54"/>
                    <a:gd name="T13" fmla="*/ 6 h 20"/>
                    <a:gd name="T14" fmla="*/ 0 w 54"/>
                    <a:gd name="T15" fmla="*/ 10 h 20"/>
                    <a:gd name="T16" fmla="*/ 0 w 54"/>
                    <a:gd name="T17" fmla="*/ 14 h 20"/>
                    <a:gd name="T18" fmla="*/ 2 w 54"/>
                    <a:gd name="T19" fmla="*/ 16 h 20"/>
                    <a:gd name="T20" fmla="*/ 4 w 54"/>
                    <a:gd name="T21" fmla="*/ 20 h 20"/>
                    <a:gd name="T22" fmla="*/ 8 w 54"/>
                    <a:gd name="T23" fmla="*/ 20 h 20"/>
                    <a:gd name="T24" fmla="*/ 8 w 54"/>
                    <a:gd name="T25" fmla="*/ 20 h 20"/>
                    <a:gd name="T26" fmla="*/ 44 w 54"/>
                    <a:gd name="T27" fmla="*/ 20 h 20"/>
                    <a:gd name="T28" fmla="*/ 44 w 54"/>
                    <a:gd name="T29" fmla="*/ 20 h 20"/>
                    <a:gd name="T30" fmla="*/ 48 w 54"/>
                    <a:gd name="T31" fmla="*/ 20 h 20"/>
                    <a:gd name="T32" fmla="*/ 52 w 54"/>
                    <a:gd name="T33" fmla="*/ 16 h 20"/>
                    <a:gd name="T34" fmla="*/ 54 w 54"/>
                    <a:gd name="T35" fmla="*/ 14 h 20"/>
                    <a:gd name="T36" fmla="*/ 54 w 54"/>
                    <a:gd name="T37" fmla="*/ 10 h 20"/>
                    <a:gd name="T38" fmla="*/ 54 w 54"/>
                    <a:gd name="T39" fmla="*/ 6 h 20"/>
                    <a:gd name="T40" fmla="*/ 52 w 54"/>
                    <a:gd name="T41" fmla="*/ 4 h 20"/>
                    <a:gd name="T42" fmla="*/ 48 w 54"/>
                    <a:gd name="T43" fmla="*/ 0 h 20"/>
                    <a:gd name="T44" fmla="*/ 44 w 54"/>
                    <a:gd name="T45" fmla="*/ 0 h 20"/>
                    <a:gd name="T46" fmla="*/ 44 w 54"/>
                    <a:gd name="T4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44" y="0"/>
                      </a:moveTo>
                      <a:lnTo>
                        <a:pt x="44" y="0"/>
                      </a:lnTo>
                      <a:lnTo>
                        <a:pt x="8" y="0"/>
                      </a:lnTo>
                      <a:lnTo>
                        <a:pt x="8" y="0"/>
                      </a:lnTo>
                      <a:lnTo>
                        <a:pt x="4" y="0"/>
                      </a:lnTo>
                      <a:lnTo>
                        <a:pt x="2" y="4"/>
                      </a:lnTo>
                      <a:lnTo>
                        <a:pt x="0" y="6"/>
                      </a:lnTo>
                      <a:lnTo>
                        <a:pt x="0" y="10"/>
                      </a:lnTo>
                      <a:lnTo>
                        <a:pt x="0" y="14"/>
                      </a:lnTo>
                      <a:lnTo>
                        <a:pt x="2" y="16"/>
                      </a:lnTo>
                      <a:lnTo>
                        <a:pt x="4" y="20"/>
                      </a:lnTo>
                      <a:lnTo>
                        <a:pt x="8" y="20"/>
                      </a:ln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2" name="Freeform 31"/>
                <p:cNvSpPr>
                  <a:spLocks/>
                </p:cNvSpPr>
                <p:nvPr userDrawn="1"/>
              </p:nvSpPr>
              <p:spPr bwMode="auto">
                <a:xfrm>
                  <a:off x="9010354" y="91935"/>
                  <a:ext cx="27440" cy="441787"/>
                </a:xfrm>
                <a:custGeom>
                  <a:avLst/>
                  <a:gdLst>
                    <a:gd name="T0" fmla="*/ 20 w 20"/>
                    <a:gd name="T1" fmla="*/ 312 h 322"/>
                    <a:gd name="T2" fmla="*/ 20 w 20"/>
                    <a:gd name="T3" fmla="*/ 312 h 322"/>
                    <a:gd name="T4" fmla="*/ 20 w 20"/>
                    <a:gd name="T5" fmla="*/ 10 h 322"/>
                    <a:gd name="T6" fmla="*/ 20 w 20"/>
                    <a:gd name="T7" fmla="*/ 10 h 322"/>
                    <a:gd name="T8" fmla="*/ 20 w 20"/>
                    <a:gd name="T9" fmla="*/ 6 h 322"/>
                    <a:gd name="T10" fmla="*/ 16 w 20"/>
                    <a:gd name="T11" fmla="*/ 2 h 322"/>
                    <a:gd name="T12" fmla="*/ 14 w 20"/>
                    <a:gd name="T13" fmla="*/ 0 h 322"/>
                    <a:gd name="T14" fmla="*/ 10 w 20"/>
                    <a:gd name="T15" fmla="*/ 0 h 322"/>
                    <a:gd name="T16" fmla="*/ 6 w 20"/>
                    <a:gd name="T17" fmla="*/ 0 h 322"/>
                    <a:gd name="T18" fmla="*/ 4 w 20"/>
                    <a:gd name="T19" fmla="*/ 2 h 322"/>
                    <a:gd name="T20" fmla="*/ 0 w 20"/>
                    <a:gd name="T21" fmla="*/ 6 h 322"/>
                    <a:gd name="T22" fmla="*/ 0 w 20"/>
                    <a:gd name="T23" fmla="*/ 10 h 322"/>
                    <a:gd name="T24" fmla="*/ 0 w 20"/>
                    <a:gd name="T25" fmla="*/ 10 h 322"/>
                    <a:gd name="T26" fmla="*/ 0 w 20"/>
                    <a:gd name="T27" fmla="*/ 312 h 322"/>
                    <a:gd name="T28" fmla="*/ 0 w 20"/>
                    <a:gd name="T29" fmla="*/ 312 h 322"/>
                    <a:gd name="T30" fmla="*/ 0 w 20"/>
                    <a:gd name="T31" fmla="*/ 316 h 322"/>
                    <a:gd name="T32" fmla="*/ 4 w 20"/>
                    <a:gd name="T33" fmla="*/ 320 h 322"/>
                    <a:gd name="T34" fmla="*/ 6 w 20"/>
                    <a:gd name="T35" fmla="*/ 322 h 322"/>
                    <a:gd name="T36" fmla="*/ 10 w 20"/>
                    <a:gd name="T37" fmla="*/ 322 h 322"/>
                    <a:gd name="T38" fmla="*/ 14 w 20"/>
                    <a:gd name="T39" fmla="*/ 322 h 322"/>
                    <a:gd name="T40" fmla="*/ 16 w 20"/>
                    <a:gd name="T41" fmla="*/ 320 h 322"/>
                    <a:gd name="T42" fmla="*/ 20 w 20"/>
                    <a:gd name="T43" fmla="*/ 316 h 322"/>
                    <a:gd name="T44" fmla="*/ 20 w 20"/>
                    <a:gd name="T45" fmla="*/ 312 h 322"/>
                    <a:gd name="T46" fmla="*/ 20 w 20"/>
                    <a:gd name="T47" fmla="*/ 31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322">
                      <a:moveTo>
                        <a:pt x="20" y="312"/>
                      </a:moveTo>
                      <a:lnTo>
                        <a:pt x="20" y="312"/>
                      </a:lnTo>
                      <a:lnTo>
                        <a:pt x="20" y="10"/>
                      </a:lnTo>
                      <a:lnTo>
                        <a:pt x="20" y="10"/>
                      </a:lnTo>
                      <a:lnTo>
                        <a:pt x="20" y="6"/>
                      </a:lnTo>
                      <a:lnTo>
                        <a:pt x="16" y="2"/>
                      </a:lnTo>
                      <a:lnTo>
                        <a:pt x="14" y="0"/>
                      </a:lnTo>
                      <a:lnTo>
                        <a:pt x="10" y="0"/>
                      </a:lnTo>
                      <a:lnTo>
                        <a:pt x="6" y="0"/>
                      </a:lnTo>
                      <a:lnTo>
                        <a:pt x="4" y="2"/>
                      </a:lnTo>
                      <a:lnTo>
                        <a:pt x="0" y="6"/>
                      </a:lnTo>
                      <a:lnTo>
                        <a:pt x="0" y="10"/>
                      </a:lnTo>
                      <a:lnTo>
                        <a:pt x="0" y="10"/>
                      </a:lnTo>
                      <a:lnTo>
                        <a:pt x="0" y="312"/>
                      </a:lnTo>
                      <a:lnTo>
                        <a:pt x="0" y="312"/>
                      </a:lnTo>
                      <a:lnTo>
                        <a:pt x="0" y="316"/>
                      </a:lnTo>
                      <a:lnTo>
                        <a:pt x="4" y="320"/>
                      </a:lnTo>
                      <a:lnTo>
                        <a:pt x="6" y="322"/>
                      </a:lnTo>
                      <a:lnTo>
                        <a:pt x="10" y="322"/>
                      </a:lnTo>
                      <a:lnTo>
                        <a:pt x="14" y="322"/>
                      </a:lnTo>
                      <a:lnTo>
                        <a:pt x="16" y="320"/>
                      </a:lnTo>
                      <a:lnTo>
                        <a:pt x="20" y="316"/>
                      </a:lnTo>
                      <a:lnTo>
                        <a:pt x="20" y="312"/>
                      </a:lnTo>
                      <a:lnTo>
                        <a:pt x="20" y="312"/>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3" name="Freeform 32"/>
                <p:cNvSpPr>
                  <a:spLocks/>
                </p:cNvSpPr>
                <p:nvPr userDrawn="1"/>
              </p:nvSpPr>
              <p:spPr bwMode="auto">
                <a:xfrm>
                  <a:off x="8963705" y="506283"/>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20 h 20"/>
                    <a:gd name="T10" fmla="*/ 52 w 54"/>
                    <a:gd name="T11" fmla="*/ 16 h 20"/>
                    <a:gd name="T12" fmla="*/ 54 w 54"/>
                    <a:gd name="T13" fmla="*/ 14 h 20"/>
                    <a:gd name="T14" fmla="*/ 54 w 54"/>
                    <a:gd name="T15" fmla="*/ 10 h 20"/>
                    <a:gd name="T16" fmla="*/ 54 w 54"/>
                    <a:gd name="T17" fmla="*/ 6 h 20"/>
                    <a:gd name="T18" fmla="*/ 52 w 54"/>
                    <a:gd name="T19" fmla="*/ 4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4 h 20"/>
                    <a:gd name="T34" fmla="*/ 0 w 54"/>
                    <a:gd name="T35" fmla="*/ 6 h 20"/>
                    <a:gd name="T36" fmla="*/ 0 w 54"/>
                    <a:gd name="T37" fmla="*/ 10 h 20"/>
                    <a:gd name="T38" fmla="*/ 0 w 54"/>
                    <a:gd name="T39" fmla="*/ 14 h 20"/>
                    <a:gd name="T40" fmla="*/ 2 w 54"/>
                    <a:gd name="T41" fmla="*/ 16 h 20"/>
                    <a:gd name="T42" fmla="*/ 4 w 54"/>
                    <a:gd name="T43" fmla="*/ 20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20"/>
                      </a:lnTo>
                      <a:lnTo>
                        <a:pt x="52" y="16"/>
                      </a:lnTo>
                      <a:lnTo>
                        <a:pt x="54" y="14"/>
                      </a:lnTo>
                      <a:lnTo>
                        <a:pt x="54" y="10"/>
                      </a:lnTo>
                      <a:lnTo>
                        <a:pt x="54" y="6"/>
                      </a:lnTo>
                      <a:lnTo>
                        <a:pt x="52" y="4"/>
                      </a:lnTo>
                      <a:lnTo>
                        <a:pt x="48" y="0"/>
                      </a:lnTo>
                      <a:lnTo>
                        <a:pt x="44" y="0"/>
                      </a:lnTo>
                      <a:lnTo>
                        <a:pt x="44" y="0"/>
                      </a:lnTo>
                      <a:lnTo>
                        <a:pt x="8" y="0"/>
                      </a:lnTo>
                      <a:lnTo>
                        <a:pt x="8" y="0"/>
                      </a:lnTo>
                      <a:lnTo>
                        <a:pt x="4" y="0"/>
                      </a:lnTo>
                      <a:lnTo>
                        <a:pt x="2" y="4"/>
                      </a:lnTo>
                      <a:lnTo>
                        <a:pt x="0" y="6"/>
                      </a:lnTo>
                      <a:lnTo>
                        <a:pt x="0" y="10"/>
                      </a:lnTo>
                      <a:lnTo>
                        <a:pt x="0" y="14"/>
                      </a:lnTo>
                      <a:lnTo>
                        <a:pt x="2" y="16"/>
                      </a:lnTo>
                      <a:lnTo>
                        <a:pt x="4" y="20"/>
                      </a:lnTo>
                      <a:lnTo>
                        <a:pt x="8" y="20"/>
                      </a:lnTo>
                      <a:lnTo>
                        <a:pt x="8" y="20"/>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4" name="Freeform 33"/>
                <p:cNvSpPr>
                  <a:spLocks/>
                </p:cNvSpPr>
                <p:nvPr userDrawn="1"/>
              </p:nvSpPr>
              <p:spPr bwMode="auto">
                <a:xfrm>
                  <a:off x="8963705" y="91935"/>
                  <a:ext cx="74090" cy="27439"/>
                </a:xfrm>
                <a:custGeom>
                  <a:avLst/>
                  <a:gdLst>
                    <a:gd name="T0" fmla="*/ 8 w 54"/>
                    <a:gd name="T1" fmla="*/ 20 h 20"/>
                    <a:gd name="T2" fmla="*/ 8 w 54"/>
                    <a:gd name="T3" fmla="*/ 20 h 20"/>
                    <a:gd name="T4" fmla="*/ 44 w 54"/>
                    <a:gd name="T5" fmla="*/ 20 h 20"/>
                    <a:gd name="T6" fmla="*/ 44 w 54"/>
                    <a:gd name="T7" fmla="*/ 20 h 20"/>
                    <a:gd name="T8" fmla="*/ 48 w 54"/>
                    <a:gd name="T9" fmla="*/ 18 h 20"/>
                    <a:gd name="T10" fmla="*/ 52 w 54"/>
                    <a:gd name="T11" fmla="*/ 16 h 20"/>
                    <a:gd name="T12" fmla="*/ 54 w 54"/>
                    <a:gd name="T13" fmla="*/ 14 h 20"/>
                    <a:gd name="T14" fmla="*/ 54 w 54"/>
                    <a:gd name="T15" fmla="*/ 10 h 20"/>
                    <a:gd name="T16" fmla="*/ 54 w 54"/>
                    <a:gd name="T17" fmla="*/ 6 h 20"/>
                    <a:gd name="T18" fmla="*/ 52 w 54"/>
                    <a:gd name="T19" fmla="*/ 2 h 20"/>
                    <a:gd name="T20" fmla="*/ 48 w 54"/>
                    <a:gd name="T21" fmla="*/ 0 h 20"/>
                    <a:gd name="T22" fmla="*/ 44 w 54"/>
                    <a:gd name="T23" fmla="*/ 0 h 20"/>
                    <a:gd name="T24" fmla="*/ 44 w 54"/>
                    <a:gd name="T25" fmla="*/ 0 h 20"/>
                    <a:gd name="T26" fmla="*/ 8 w 54"/>
                    <a:gd name="T27" fmla="*/ 0 h 20"/>
                    <a:gd name="T28" fmla="*/ 8 w 54"/>
                    <a:gd name="T29" fmla="*/ 0 h 20"/>
                    <a:gd name="T30" fmla="*/ 4 w 54"/>
                    <a:gd name="T31" fmla="*/ 0 h 20"/>
                    <a:gd name="T32" fmla="*/ 2 w 54"/>
                    <a:gd name="T33" fmla="*/ 2 h 20"/>
                    <a:gd name="T34" fmla="*/ 0 w 54"/>
                    <a:gd name="T35" fmla="*/ 6 h 20"/>
                    <a:gd name="T36" fmla="*/ 0 w 54"/>
                    <a:gd name="T37" fmla="*/ 10 h 20"/>
                    <a:gd name="T38" fmla="*/ 0 w 54"/>
                    <a:gd name="T39" fmla="*/ 14 h 20"/>
                    <a:gd name="T40" fmla="*/ 2 w 54"/>
                    <a:gd name="T41" fmla="*/ 16 h 20"/>
                    <a:gd name="T42" fmla="*/ 4 w 54"/>
                    <a:gd name="T43" fmla="*/ 18 h 20"/>
                    <a:gd name="T44" fmla="*/ 8 w 54"/>
                    <a:gd name="T45" fmla="*/ 20 h 20"/>
                    <a:gd name="T46" fmla="*/ 8 w 54"/>
                    <a:gd name="T4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20">
                      <a:moveTo>
                        <a:pt x="8" y="20"/>
                      </a:moveTo>
                      <a:lnTo>
                        <a:pt x="8" y="20"/>
                      </a:lnTo>
                      <a:lnTo>
                        <a:pt x="44" y="20"/>
                      </a:lnTo>
                      <a:lnTo>
                        <a:pt x="44" y="20"/>
                      </a:lnTo>
                      <a:lnTo>
                        <a:pt x="48" y="18"/>
                      </a:lnTo>
                      <a:lnTo>
                        <a:pt x="52" y="16"/>
                      </a:lnTo>
                      <a:lnTo>
                        <a:pt x="54" y="14"/>
                      </a:lnTo>
                      <a:lnTo>
                        <a:pt x="54" y="10"/>
                      </a:lnTo>
                      <a:lnTo>
                        <a:pt x="54" y="6"/>
                      </a:lnTo>
                      <a:lnTo>
                        <a:pt x="52" y="2"/>
                      </a:lnTo>
                      <a:lnTo>
                        <a:pt x="48" y="0"/>
                      </a:lnTo>
                      <a:lnTo>
                        <a:pt x="44" y="0"/>
                      </a:lnTo>
                      <a:lnTo>
                        <a:pt x="44" y="0"/>
                      </a:lnTo>
                      <a:lnTo>
                        <a:pt x="8" y="0"/>
                      </a:lnTo>
                      <a:lnTo>
                        <a:pt x="8" y="0"/>
                      </a:lnTo>
                      <a:lnTo>
                        <a:pt x="4" y="0"/>
                      </a:lnTo>
                      <a:lnTo>
                        <a:pt x="2" y="2"/>
                      </a:lnTo>
                      <a:lnTo>
                        <a:pt x="0" y="6"/>
                      </a:lnTo>
                      <a:lnTo>
                        <a:pt x="0" y="10"/>
                      </a:lnTo>
                      <a:lnTo>
                        <a:pt x="0" y="14"/>
                      </a:lnTo>
                      <a:lnTo>
                        <a:pt x="2" y="16"/>
                      </a:lnTo>
                      <a:lnTo>
                        <a:pt x="4" y="18"/>
                      </a:lnTo>
                      <a:lnTo>
                        <a:pt x="8" y="20"/>
                      </a:lnTo>
                      <a:lnTo>
                        <a:pt x="8" y="20"/>
                      </a:lnTo>
                      <a:close/>
                    </a:path>
                  </a:pathLst>
                </a:custGeom>
                <a:solidFill>
                  <a:srgbClr val="E5A912"/>
                </a:solidFill>
                <a:ln>
                  <a:noFill/>
                </a:ln>
                <a:extLst>
                  <a:ext uri="{91240B29-F687-4f45-9708-019B960494DF}">
                    <a14:hiddenLine xmlns:a14="http://schemas.microsoft.com/office/drawing/2010/main" xmlns:p15="http://schemas.microsoft.com/office/powerpoint/2012/main" xmlns:p14="http://schemas.microsoft.com/office/powerpoint/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
          <p:nvSpPr>
            <p:cNvPr id="10" name="TextBox 27"/>
            <p:cNvSpPr txBox="1"/>
            <p:nvPr userDrawn="1"/>
          </p:nvSpPr>
          <p:spPr>
            <a:xfrm rot="16200000">
              <a:off x="10888482" y="237391"/>
              <a:ext cx="269659" cy="72461"/>
            </a:xfrm>
            <a:prstGeom prst="rect">
              <a:avLst/>
            </a:prstGeom>
            <a:noFill/>
          </p:spPr>
          <p:txBody>
            <a:bodyPr wrap="square" lIns="0" tIns="0" rIns="0" bIns="10800" rtlCol="0">
              <a:spAutoFit/>
            </a:bodyPr>
            <a:lstStyle/>
            <a:p>
              <a:pPr algn="ctr"/>
              <a:r>
                <a:rPr lang="en-GB" sz="400" dirty="0">
                  <a:solidFill>
                    <a:srgbClr val="7F7F7F"/>
                  </a:solidFill>
                </a:rPr>
                <a:t>Confidential</a:t>
              </a:r>
            </a:p>
          </p:txBody>
        </p:sp>
      </p:grpSp>
      <p:sp>
        <p:nvSpPr>
          <p:cNvPr id="6" name="MSIPCMContentMarking" descr="{&quot;HashCode&quot;:648689035,&quot;Placement&quot;:&quot;Header&quot;,&quot;Top&quot;:0.0,&quot;Left&quot;:547.6028,&quot;SlideWidth&quot;:720,&quot;SlideHeight&quot;:540}">
            <a:extLst>
              <a:ext uri="{FF2B5EF4-FFF2-40B4-BE49-F238E27FC236}">
                <a16:creationId xmlns:a16="http://schemas.microsoft.com/office/drawing/2014/main" id="{306CA97A-6082-B9B1-CAAC-C27C57CB9389}"/>
              </a:ext>
            </a:extLst>
          </p:cNvPr>
          <p:cNvSpPr txBox="1"/>
          <p:nvPr userDrawn="1"/>
        </p:nvSpPr>
        <p:spPr>
          <a:xfrm>
            <a:off x="6954555" y="0"/>
            <a:ext cx="2189445" cy="296525"/>
          </a:xfrm>
          <a:prstGeom prst="rect">
            <a:avLst/>
          </a:prstGeom>
          <a:noFill/>
        </p:spPr>
        <p:txBody>
          <a:bodyPr vert="horz" wrap="square" lIns="0" tIns="0" rIns="0" bIns="0" rtlCol="0" anchor="ctr" anchorCtr="1">
            <a:spAutoFit/>
          </a:bodyPr>
          <a:lstStyle/>
          <a:p>
            <a:pPr algn="r">
              <a:spcBef>
                <a:spcPts val="0"/>
              </a:spcBef>
              <a:spcAft>
                <a:spcPts val="0"/>
              </a:spcAft>
            </a:pPr>
            <a:r>
              <a:rPr lang="en-US" sz="1200">
                <a:solidFill>
                  <a:srgbClr val="FF8C00"/>
                </a:solidFill>
                <a:latin typeface="Calibri" panose="020F0502020204030204" pitchFamily="34" charset="0"/>
              </a:rPr>
              <a:t>CONFIDENTIAL &amp; RESTRICTED</a:t>
            </a:r>
          </a:p>
        </p:txBody>
      </p:sp>
    </p:spTree>
    <p:extLst>
      <p:ext uri="{BB962C8B-B14F-4D97-AF65-F5344CB8AC3E}">
        <p14:creationId xmlns:p14="http://schemas.microsoft.com/office/powerpoint/2010/main" val="238996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dt="0"/>
  <p:txStyles>
    <p:titleStyle>
      <a:lvl1pPr algn="l" defTabSz="914400" rtl="0" eaLnBrk="1" latinLnBrk="0" hangingPunct="1">
        <a:lnSpc>
          <a:spcPct val="10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SzPct val="80000"/>
        <a:buFont typeface="Calibri" panose="020F0502020204030204" pitchFamily="34" charset="0"/>
        <a:buChar char="_"/>
        <a:defRPr sz="1600" kern="1200">
          <a:solidFill>
            <a:schemeClr val="bg1">
              <a:lumMod val="50000"/>
            </a:schemeClr>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lumMod val="50000"/>
            </a:schemeClr>
          </a:solidFill>
          <a:latin typeface="+mj-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lumMod val="50000"/>
            </a:schemeClr>
          </a:solidFill>
          <a:latin typeface="+mj-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100" kern="1200">
          <a:solidFill>
            <a:schemeClr val="bg1">
              <a:lumMod val="50000"/>
            </a:schemeClr>
          </a:solidFill>
          <a:latin typeface="+mj-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100" kern="1200">
          <a:solidFill>
            <a:schemeClr val="bg1">
              <a:lumMod val="50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692" userDrawn="1">
          <p15:clr>
            <a:srgbClr val="F26B43"/>
          </p15:clr>
        </p15:guide>
        <p15:guide id="2" orient="horz" pos="187" userDrawn="1">
          <p15:clr>
            <a:srgbClr val="F26B43"/>
          </p15:clr>
        </p15:guide>
        <p15:guide id="3" orient="horz" pos="119" userDrawn="1">
          <p15:clr>
            <a:srgbClr val="F26B43"/>
          </p15:clr>
        </p15:guide>
        <p15:guide id="4" orient="horz" pos="3974" userDrawn="1">
          <p15:clr>
            <a:srgbClr val="F26B43"/>
          </p15:clr>
        </p15:guide>
        <p15:guide id="5" orient="horz" pos="2160" userDrawn="1">
          <p15:clr>
            <a:srgbClr val="F26B43"/>
          </p15:clr>
        </p15:guide>
        <p15:guide id="6" pos="136" userDrawn="1">
          <p15:clr>
            <a:srgbClr val="F26B43"/>
          </p15:clr>
        </p15:guide>
        <p15:guide id="7" pos="544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customXml" Target="../../customXml/item13.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6.png"/><Relationship Id="rId3" Type="http://schemas.openxmlformats.org/officeDocument/2006/relationships/notesSlide" Target="../notesSlides/notesSlide2.xml"/><Relationship Id="rId7" Type="http://schemas.openxmlformats.org/officeDocument/2006/relationships/diagramColors" Target="../diagrams/colors1.xml"/><Relationship Id="rId12" Type="http://schemas.openxmlformats.org/officeDocument/2006/relationships/image" Target="../media/image5.png"/><Relationship Id="rId2" Type="http://schemas.openxmlformats.org/officeDocument/2006/relationships/slideLayout" Target="../slideLayouts/slideLayout5.xml"/><Relationship Id="rId1" Type="http://schemas.openxmlformats.org/officeDocument/2006/relationships/customXml" Target="../../customXml/item11.xml"/><Relationship Id="rId6" Type="http://schemas.openxmlformats.org/officeDocument/2006/relationships/diagramQuickStyle" Target="../diagrams/quickStyle1.xml"/><Relationship Id="rId11" Type="http://schemas.openxmlformats.org/officeDocument/2006/relationships/image" Target="../media/image4.png"/><Relationship Id="rId5" Type="http://schemas.openxmlformats.org/officeDocument/2006/relationships/diagramLayout" Target="../diagrams/layout1.xml"/><Relationship Id="rId10" Type="http://schemas.openxmlformats.org/officeDocument/2006/relationships/image" Target="../media/image3.png"/><Relationship Id="rId4" Type="http://schemas.openxmlformats.org/officeDocument/2006/relationships/diagramData" Target="../diagrams/data1.xml"/><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customXml" Target="../../customXml/item10.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customXml" Target="../../customXml/item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customXml" Target="../../customXml/item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5.xml"/><Relationship Id="rId1" Type="http://schemas.openxmlformats.org/officeDocument/2006/relationships/customXml" Target="../../customXml/item6.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customXml" Target="../../customXml/item8.xm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customXml" Target="../../customXml/item9.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0.xml"/><Relationship Id="rId1" Type="http://schemas.openxmlformats.org/officeDocument/2006/relationships/customXml" Target="../../customXml/item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8.xml"/><Relationship Id="rId7" Type="http://schemas.openxmlformats.org/officeDocument/2006/relationships/diagramColors" Target="../diagrams/colors2.xml"/><Relationship Id="rId2" Type="http://schemas.openxmlformats.org/officeDocument/2006/relationships/slideLayout" Target="../slideLayouts/slideLayout5.xml"/><Relationship Id="rId1" Type="http://schemas.openxmlformats.org/officeDocument/2006/relationships/customXml" Target="../../customXml/item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9.xml"/><Relationship Id="rId7" Type="http://schemas.openxmlformats.org/officeDocument/2006/relationships/diagramColors" Target="../diagrams/colors3.xml"/><Relationship Id="rId2" Type="http://schemas.openxmlformats.org/officeDocument/2006/relationships/slideLayout" Target="../slideLayouts/slideLayout5.xml"/><Relationship Id="rId1" Type="http://schemas.openxmlformats.org/officeDocument/2006/relationships/customXml" Target="../../customXml/item1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customXml" Target="../../customXml/item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2"/>
          </p:nvPr>
        </p:nvPicPr>
        <p:blipFill>
          <a:blip r:embed="rId4">
            <a:extLst>
              <a:ext uri="{28A0092B-C50C-407E-A947-70E740481C1C}">
                <a14:useLocalDpi xmlns:a14="http://schemas.microsoft.com/office/drawing/2010/main" val="0"/>
              </a:ext>
            </a:extLst>
          </a:blip>
          <a:stretch>
            <a:fillRect/>
          </a:stretch>
        </p:blipFill>
        <p:spPr>
          <a:xfrm>
            <a:off x="7802" y="-1588"/>
            <a:ext cx="9128395" cy="6858000"/>
          </a:xfrm>
        </p:spPr>
      </p:pic>
      <p:sp>
        <p:nvSpPr>
          <p:cNvPr id="34" name="Freeform 5"/>
          <p:cNvSpPr>
            <a:spLocks/>
          </p:cNvSpPr>
          <p:nvPr/>
        </p:nvSpPr>
        <p:spPr bwMode="auto">
          <a:xfrm>
            <a:off x="0" y="782425"/>
            <a:ext cx="5034166" cy="6073987"/>
          </a:xfrm>
          <a:custGeom>
            <a:avLst/>
            <a:gdLst>
              <a:gd name="T0" fmla="*/ 785 w 1497"/>
              <a:gd name="T1" fmla="*/ 1810 h 1810"/>
              <a:gd name="T2" fmla="*/ 1395 w 1497"/>
              <a:gd name="T3" fmla="*/ 600 h 1810"/>
              <a:gd name="T4" fmla="*/ 1214 w 1497"/>
              <a:gd name="T5" fmla="*/ 50 h 1810"/>
              <a:gd name="T6" fmla="*/ 901 w 1497"/>
              <a:gd name="T7" fmla="*/ 26 h 1810"/>
              <a:gd name="T8" fmla="*/ 901 w 1497"/>
              <a:gd name="T9" fmla="*/ 26 h 1810"/>
              <a:gd name="T10" fmla="*/ 0 w 1497"/>
              <a:gd name="T11" fmla="*/ 239 h 1810"/>
              <a:gd name="T12" fmla="*/ 0 w 1497"/>
              <a:gd name="T13" fmla="*/ 1810 h 1810"/>
              <a:gd name="T14" fmla="*/ 785 w 1497"/>
              <a:gd name="T15" fmla="*/ 1810 h 18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97" h="1810">
                <a:moveTo>
                  <a:pt x="785" y="1810"/>
                </a:moveTo>
                <a:cubicBezTo>
                  <a:pt x="1395" y="600"/>
                  <a:pt x="1395" y="600"/>
                  <a:pt x="1395" y="600"/>
                </a:cubicBezTo>
                <a:cubicBezTo>
                  <a:pt x="1497" y="398"/>
                  <a:pt x="1416" y="151"/>
                  <a:pt x="1214" y="50"/>
                </a:cubicBezTo>
                <a:cubicBezTo>
                  <a:pt x="1116" y="0"/>
                  <a:pt x="1001" y="7"/>
                  <a:pt x="901" y="26"/>
                </a:cubicBezTo>
                <a:cubicBezTo>
                  <a:pt x="901" y="26"/>
                  <a:pt x="901" y="26"/>
                  <a:pt x="901" y="26"/>
                </a:cubicBezTo>
                <a:cubicBezTo>
                  <a:pt x="0" y="239"/>
                  <a:pt x="0" y="239"/>
                  <a:pt x="0" y="239"/>
                </a:cubicBezTo>
                <a:cubicBezTo>
                  <a:pt x="0" y="1810"/>
                  <a:pt x="0" y="1810"/>
                  <a:pt x="0" y="1810"/>
                </a:cubicBezTo>
                <a:lnTo>
                  <a:pt x="785" y="181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3" name="Title 2"/>
          <p:cNvSpPr>
            <a:spLocks noGrp="1"/>
          </p:cNvSpPr>
          <p:nvPr>
            <p:ph type="title"/>
          </p:nvPr>
        </p:nvSpPr>
        <p:spPr/>
        <p:txBody>
          <a:bodyPr>
            <a:normAutofit fontScale="90000"/>
          </a:bodyPr>
          <a:lstStyle/>
          <a:p>
            <a:r>
              <a:rPr lang="en-GB" dirty="0"/>
              <a:t>Amadeus Interface Record (A.I.R) for Back-Office</a:t>
            </a:r>
          </a:p>
        </p:txBody>
      </p:sp>
      <p:sp>
        <p:nvSpPr>
          <p:cNvPr id="5" name="Text Placeholder 4"/>
          <p:cNvSpPr>
            <a:spLocks noGrp="1"/>
          </p:cNvSpPr>
          <p:nvPr>
            <p:ph type="body" sz="quarter" idx="13"/>
          </p:nvPr>
        </p:nvSpPr>
        <p:spPr/>
        <p:txBody>
          <a:bodyPr vert="horz" lIns="91440" tIns="45720" rIns="91440" bIns="45720" rtlCol="0" anchor="t">
            <a:noAutofit/>
          </a:bodyPr>
          <a:lstStyle/>
          <a:p>
            <a:r>
              <a:rPr lang="en-GB" dirty="0"/>
              <a:t>Newcomer presentation</a:t>
            </a:r>
          </a:p>
        </p:txBody>
      </p:sp>
      <p:sp>
        <p:nvSpPr>
          <p:cNvPr id="17" name="Marcador de pie de página 16"/>
          <p:cNvSpPr>
            <a:spLocks noGrp="1"/>
          </p:cNvSpPr>
          <p:nvPr>
            <p:ph type="ftr" sz="quarter" idx="3"/>
          </p:nvPr>
        </p:nvSpPr>
        <p:spPr/>
        <p:txBody>
          <a:bodyPr/>
          <a:lstStyle/>
          <a:p>
            <a:r>
              <a:rPr lang="en-US"/>
              <a:t>© 2016 Amadeus IT Group SA</a:t>
            </a:r>
            <a:endParaRPr lang="es-ES" dirty="0"/>
          </a:p>
        </p:txBody>
      </p:sp>
      <p:sp>
        <p:nvSpPr>
          <p:cNvPr id="82" name="Freeform 5"/>
          <p:cNvSpPr>
            <a:spLocks noEditPoints="1"/>
          </p:cNvSpPr>
          <p:nvPr/>
        </p:nvSpPr>
        <p:spPr bwMode="auto">
          <a:xfrm>
            <a:off x="7877060" y="188038"/>
            <a:ext cx="998445" cy="138398"/>
          </a:xfrm>
          <a:custGeom>
            <a:avLst/>
            <a:gdLst>
              <a:gd name="T0" fmla="*/ 246 w 363"/>
              <a:gd name="T1" fmla="*/ 48 h 48"/>
              <a:gd name="T2" fmla="*/ 262 w 363"/>
              <a:gd name="T3" fmla="*/ 39 h 48"/>
              <a:gd name="T4" fmla="*/ 238 w 363"/>
              <a:gd name="T5" fmla="*/ 39 h 48"/>
              <a:gd name="T6" fmla="*/ 259 w 363"/>
              <a:gd name="T7" fmla="*/ 27 h 48"/>
              <a:gd name="T8" fmla="*/ 238 w 363"/>
              <a:gd name="T9" fmla="*/ 19 h 48"/>
              <a:gd name="T10" fmla="*/ 248 w 363"/>
              <a:gd name="T11" fmla="*/ 8 h 48"/>
              <a:gd name="T12" fmla="*/ 261 w 363"/>
              <a:gd name="T13" fmla="*/ 1 h 48"/>
              <a:gd name="T14" fmla="*/ 228 w 363"/>
              <a:gd name="T15" fmla="*/ 2 h 48"/>
              <a:gd name="T16" fmla="*/ 81 w 363"/>
              <a:gd name="T17" fmla="*/ 27 h 48"/>
              <a:gd name="T18" fmla="*/ 79 w 363"/>
              <a:gd name="T19" fmla="*/ 27 h 48"/>
              <a:gd name="T20" fmla="*/ 62 w 363"/>
              <a:gd name="T21" fmla="*/ 0 h 48"/>
              <a:gd name="T22" fmla="*/ 52 w 363"/>
              <a:gd name="T23" fmla="*/ 47 h 48"/>
              <a:gd name="T24" fmla="*/ 65 w 363"/>
              <a:gd name="T25" fmla="*/ 15 h 48"/>
              <a:gd name="T26" fmla="*/ 80 w 363"/>
              <a:gd name="T27" fmla="*/ 42 h 48"/>
              <a:gd name="T28" fmla="*/ 95 w 363"/>
              <a:gd name="T29" fmla="*/ 15 h 48"/>
              <a:gd name="T30" fmla="*/ 108 w 363"/>
              <a:gd name="T31" fmla="*/ 47 h 48"/>
              <a:gd name="T32" fmla="*/ 98 w 363"/>
              <a:gd name="T33" fmla="*/ 0 h 48"/>
              <a:gd name="T34" fmla="*/ 81 w 363"/>
              <a:gd name="T35" fmla="*/ 27 h 48"/>
              <a:gd name="T36" fmla="*/ 17 w 363"/>
              <a:gd name="T37" fmla="*/ 40 h 48"/>
              <a:gd name="T38" fmla="*/ 18 w 363"/>
              <a:gd name="T39" fmla="*/ 27 h 48"/>
              <a:gd name="T40" fmla="*/ 29 w 363"/>
              <a:gd name="T41" fmla="*/ 37 h 48"/>
              <a:gd name="T42" fmla="*/ 3 w 363"/>
              <a:gd name="T43" fmla="*/ 3 h 48"/>
              <a:gd name="T44" fmla="*/ 20 w 363"/>
              <a:gd name="T45" fmla="*/ 9 h 48"/>
              <a:gd name="T46" fmla="*/ 29 w 363"/>
              <a:gd name="T47" fmla="*/ 19 h 48"/>
              <a:gd name="T48" fmla="*/ 0 w 363"/>
              <a:gd name="T49" fmla="*/ 34 h 48"/>
              <a:gd name="T50" fmla="*/ 29 w 363"/>
              <a:gd name="T51" fmla="*/ 44 h 48"/>
              <a:gd name="T52" fmla="*/ 39 w 363"/>
              <a:gd name="T53" fmla="*/ 13 h 48"/>
              <a:gd name="T54" fmla="*/ 147 w 363"/>
              <a:gd name="T55" fmla="*/ 37 h 48"/>
              <a:gd name="T56" fmla="*/ 128 w 363"/>
              <a:gd name="T57" fmla="*/ 34 h 48"/>
              <a:gd name="T58" fmla="*/ 147 w 363"/>
              <a:gd name="T59" fmla="*/ 26 h 48"/>
              <a:gd name="T60" fmla="*/ 141 w 363"/>
              <a:gd name="T61" fmla="*/ 0 h 48"/>
              <a:gd name="T62" fmla="*/ 124 w 363"/>
              <a:gd name="T63" fmla="*/ 11 h 48"/>
              <a:gd name="T64" fmla="*/ 147 w 363"/>
              <a:gd name="T65" fmla="*/ 16 h 48"/>
              <a:gd name="T66" fmla="*/ 138 w 363"/>
              <a:gd name="T67" fmla="*/ 19 h 48"/>
              <a:gd name="T68" fmla="*/ 133 w 363"/>
              <a:gd name="T69" fmla="*/ 48 h 48"/>
              <a:gd name="T70" fmla="*/ 158 w 363"/>
              <a:gd name="T71" fmla="*/ 46 h 48"/>
              <a:gd name="T72" fmla="*/ 141 w 363"/>
              <a:gd name="T73" fmla="*/ 0 h 48"/>
              <a:gd name="T74" fmla="*/ 293 w 363"/>
              <a:gd name="T75" fmla="*/ 39 h 48"/>
              <a:gd name="T76" fmla="*/ 284 w 363"/>
              <a:gd name="T77" fmla="*/ 0 h 48"/>
              <a:gd name="T78" fmla="*/ 274 w 363"/>
              <a:gd name="T79" fmla="*/ 1 h 48"/>
              <a:gd name="T80" fmla="*/ 290 w 363"/>
              <a:gd name="T81" fmla="*/ 48 h 48"/>
              <a:gd name="T82" fmla="*/ 316 w 363"/>
              <a:gd name="T83" fmla="*/ 46 h 48"/>
              <a:gd name="T84" fmla="*/ 308 w 363"/>
              <a:gd name="T85" fmla="*/ 0 h 48"/>
              <a:gd name="T86" fmla="*/ 305 w 363"/>
              <a:gd name="T87" fmla="*/ 35 h 48"/>
              <a:gd name="T88" fmla="*/ 344 w 363"/>
              <a:gd name="T89" fmla="*/ 48 h 48"/>
              <a:gd name="T90" fmla="*/ 348 w 363"/>
              <a:gd name="T91" fmla="*/ 19 h 48"/>
              <a:gd name="T92" fmla="*/ 347 w 363"/>
              <a:gd name="T93" fmla="*/ 8 h 48"/>
              <a:gd name="T94" fmla="*/ 361 w 363"/>
              <a:gd name="T95" fmla="*/ 3 h 48"/>
              <a:gd name="T96" fmla="*/ 329 w 363"/>
              <a:gd name="T97" fmla="*/ 13 h 48"/>
              <a:gd name="T98" fmla="*/ 352 w 363"/>
              <a:gd name="T99" fmla="*/ 34 h 48"/>
              <a:gd name="T100" fmla="*/ 330 w 363"/>
              <a:gd name="T101" fmla="*/ 38 h 48"/>
              <a:gd name="T102" fmla="*/ 183 w 363"/>
              <a:gd name="T103" fmla="*/ 9 h 48"/>
              <a:gd name="T104" fmla="*/ 205 w 363"/>
              <a:gd name="T105" fmla="*/ 23 h 48"/>
              <a:gd name="T106" fmla="*/ 183 w 363"/>
              <a:gd name="T107" fmla="*/ 39 h 48"/>
              <a:gd name="T108" fmla="*/ 192 w 363"/>
              <a:gd name="T109" fmla="*/ 0 h 48"/>
              <a:gd name="T110" fmla="*/ 173 w 363"/>
              <a:gd name="T111" fmla="*/ 46 h 48"/>
              <a:gd name="T112" fmla="*/ 216 w 363"/>
              <a:gd name="T113" fmla="*/ 2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3" h="48">
                <a:moveTo>
                  <a:pt x="228" y="46"/>
                </a:moveTo>
                <a:cubicBezTo>
                  <a:pt x="228" y="46"/>
                  <a:pt x="236" y="48"/>
                  <a:pt x="246" y="48"/>
                </a:cubicBezTo>
                <a:cubicBezTo>
                  <a:pt x="257" y="48"/>
                  <a:pt x="262" y="47"/>
                  <a:pt x="262" y="47"/>
                </a:cubicBezTo>
                <a:cubicBezTo>
                  <a:pt x="262" y="39"/>
                  <a:pt x="262" y="39"/>
                  <a:pt x="262" y="39"/>
                </a:cubicBezTo>
                <a:cubicBezTo>
                  <a:pt x="262" y="39"/>
                  <a:pt x="257" y="40"/>
                  <a:pt x="249" y="40"/>
                </a:cubicBezTo>
                <a:cubicBezTo>
                  <a:pt x="242" y="40"/>
                  <a:pt x="238" y="39"/>
                  <a:pt x="238" y="39"/>
                </a:cubicBezTo>
                <a:cubicBezTo>
                  <a:pt x="238" y="27"/>
                  <a:pt x="238" y="27"/>
                  <a:pt x="238" y="27"/>
                </a:cubicBezTo>
                <a:cubicBezTo>
                  <a:pt x="259" y="27"/>
                  <a:pt x="259" y="27"/>
                  <a:pt x="259" y="27"/>
                </a:cubicBezTo>
                <a:cubicBezTo>
                  <a:pt x="259" y="19"/>
                  <a:pt x="259" y="19"/>
                  <a:pt x="259" y="19"/>
                </a:cubicBezTo>
                <a:cubicBezTo>
                  <a:pt x="238" y="19"/>
                  <a:pt x="238" y="19"/>
                  <a:pt x="238" y="19"/>
                </a:cubicBezTo>
                <a:cubicBezTo>
                  <a:pt x="238" y="9"/>
                  <a:pt x="238" y="9"/>
                  <a:pt x="238" y="9"/>
                </a:cubicBezTo>
                <a:cubicBezTo>
                  <a:pt x="238" y="9"/>
                  <a:pt x="242" y="8"/>
                  <a:pt x="248" y="8"/>
                </a:cubicBezTo>
                <a:cubicBezTo>
                  <a:pt x="255" y="8"/>
                  <a:pt x="261" y="9"/>
                  <a:pt x="261" y="9"/>
                </a:cubicBezTo>
                <a:cubicBezTo>
                  <a:pt x="261" y="1"/>
                  <a:pt x="261" y="1"/>
                  <a:pt x="261" y="1"/>
                </a:cubicBezTo>
                <a:cubicBezTo>
                  <a:pt x="261" y="1"/>
                  <a:pt x="256" y="0"/>
                  <a:pt x="247" y="0"/>
                </a:cubicBezTo>
                <a:cubicBezTo>
                  <a:pt x="236" y="0"/>
                  <a:pt x="228" y="2"/>
                  <a:pt x="228" y="2"/>
                </a:cubicBezTo>
                <a:lnTo>
                  <a:pt x="228" y="46"/>
                </a:lnTo>
                <a:close/>
                <a:moveTo>
                  <a:pt x="81" y="27"/>
                </a:moveTo>
                <a:cubicBezTo>
                  <a:pt x="81" y="28"/>
                  <a:pt x="80" y="29"/>
                  <a:pt x="80" y="30"/>
                </a:cubicBezTo>
                <a:cubicBezTo>
                  <a:pt x="80" y="29"/>
                  <a:pt x="80" y="28"/>
                  <a:pt x="79" y="27"/>
                </a:cubicBezTo>
                <a:cubicBezTo>
                  <a:pt x="70" y="4"/>
                  <a:pt x="70" y="4"/>
                  <a:pt x="70" y="4"/>
                </a:cubicBezTo>
                <a:cubicBezTo>
                  <a:pt x="69" y="0"/>
                  <a:pt x="66" y="0"/>
                  <a:pt x="62" y="0"/>
                </a:cubicBezTo>
                <a:cubicBezTo>
                  <a:pt x="60" y="0"/>
                  <a:pt x="57" y="0"/>
                  <a:pt x="57" y="0"/>
                </a:cubicBezTo>
                <a:cubicBezTo>
                  <a:pt x="52" y="47"/>
                  <a:pt x="52" y="47"/>
                  <a:pt x="52" y="47"/>
                </a:cubicBezTo>
                <a:cubicBezTo>
                  <a:pt x="63" y="47"/>
                  <a:pt x="63" y="47"/>
                  <a:pt x="63" y="47"/>
                </a:cubicBezTo>
                <a:cubicBezTo>
                  <a:pt x="65" y="15"/>
                  <a:pt x="65" y="15"/>
                  <a:pt x="65" y="15"/>
                </a:cubicBezTo>
                <a:cubicBezTo>
                  <a:pt x="75" y="39"/>
                  <a:pt x="75" y="39"/>
                  <a:pt x="75" y="39"/>
                </a:cubicBezTo>
                <a:cubicBezTo>
                  <a:pt x="76" y="41"/>
                  <a:pt x="77" y="42"/>
                  <a:pt x="80" y="42"/>
                </a:cubicBezTo>
                <a:cubicBezTo>
                  <a:pt x="83" y="42"/>
                  <a:pt x="85" y="41"/>
                  <a:pt x="85" y="39"/>
                </a:cubicBezTo>
                <a:cubicBezTo>
                  <a:pt x="95" y="15"/>
                  <a:pt x="95" y="15"/>
                  <a:pt x="95" y="15"/>
                </a:cubicBezTo>
                <a:cubicBezTo>
                  <a:pt x="97" y="47"/>
                  <a:pt x="97" y="47"/>
                  <a:pt x="97" y="47"/>
                </a:cubicBezTo>
                <a:cubicBezTo>
                  <a:pt x="108" y="47"/>
                  <a:pt x="108" y="47"/>
                  <a:pt x="108" y="47"/>
                </a:cubicBezTo>
                <a:cubicBezTo>
                  <a:pt x="103" y="0"/>
                  <a:pt x="103" y="0"/>
                  <a:pt x="103" y="0"/>
                </a:cubicBezTo>
                <a:cubicBezTo>
                  <a:pt x="103" y="0"/>
                  <a:pt x="100" y="0"/>
                  <a:pt x="98" y="0"/>
                </a:cubicBezTo>
                <a:cubicBezTo>
                  <a:pt x="94" y="0"/>
                  <a:pt x="92" y="0"/>
                  <a:pt x="90" y="4"/>
                </a:cubicBezTo>
                <a:lnTo>
                  <a:pt x="81" y="27"/>
                </a:lnTo>
                <a:close/>
                <a:moveTo>
                  <a:pt x="29" y="37"/>
                </a:moveTo>
                <a:cubicBezTo>
                  <a:pt x="27" y="38"/>
                  <a:pt x="21" y="40"/>
                  <a:pt x="17" y="40"/>
                </a:cubicBezTo>
                <a:cubicBezTo>
                  <a:pt x="13" y="40"/>
                  <a:pt x="10" y="38"/>
                  <a:pt x="10" y="34"/>
                </a:cubicBezTo>
                <a:cubicBezTo>
                  <a:pt x="10" y="29"/>
                  <a:pt x="12" y="27"/>
                  <a:pt x="18" y="27"/>
                </a:cubicBezTo>
                <a:cubicBezTo>
                  <a:pt x="29" y="26"/>
                  <a:pt x="29" y="26"/>
                  <a:pt x="29" y="26"/>
                </a:cubicBezTo>
                <a:lnTo>
                  <a:pt x="29" y="37"/>
                </a:lnTo>
                <a:close/>
                <a:moveTo>
                  <a:pt x="23" y="0"/>
                </a:moveTo>
                <a:cubicBezTo>
                  <a:pt x="14" y="0"/>
                  <a:pt x="6" y="2"/>
                  <a:pt x="3" y="3"/>
                </a:cubicBezTo>
                <a:cubicBezTo>
                  <a:pt x="6" y="11"/>
                  <a:pt x="6" y="11"/>
                  <a:pt x="6" y="11"/>
                </a:cubicBezTo>
                <a:cubicBezTo>
                  <a:pt x="6" y="11"/>
                  <a:pt x="13" y="9"/>
                  <a:pt x="20" y="9"/>
                </a:cubicBezTo>
                <a:cubicBezTo>
                  <a:pt x="26" y="9"/>
                  <a:pt x="29" y="10"/>
                  <a:pt x="29" y="16"/>
                </a:cubicBezTo>
                <a:cubicBezTo>
                  <a:pt x="29" y="19"/>
                  <a:pt x="29" y="19"/>
                  <a:pt x="29" y="19"/>
                </a:cubicBezTo>
                <a:cubicBezTo>
                  <a:pt x="20" y="19"/>
                  <a:pt x="20" y="19"/>
                  <a:pt x="20" y="19"/>
                </a:cubicBezTo>
                <a:cubicBezTo>
                  <a:pt x="4" y="19"/>
                  <a:pt x="0" y="26"/>
                  <a:pt x="0" y="34"/>
                </a:cubicBezTo>
                <a:cubicBezTo>
                  <a:pt x="0" y="45"/>
                  <a:pt x="8" y="48"/>
                  <a:pt x="15" y="48"/>
                </a:cubicBezTo>
                <a:cubicBezTo>
                  <a:pt x="24" y="48"/>
                  <a:pt x="29" y="44"/>
                  <a:pt x="29" y="44"/>
                </a:cubicBezTo>
                <a:cubicBezTo>
                  <a:pt x="30" y="44"/>
                  <a:pt x="31" y="46"/>
                  <a:pt x="39" y="46"/>
                </a:cubicBezTo>
                <a:cubicBezTo>
                  <a:pt x="39" y="13"/>
                  <a:pt x="39" y="13"/>
                  <a:pt x="39" y="13"/>
                </a:cubicBezTo>
                <a:cubicBezTo>
                  <a:pt x="39" y="4"/>
                  <a:pt x="33" y="0"/>
                  <a:pt x="23" y="0"/>
                </a:cubicBezTo>
                <a:moveTo>
                  <a:pt x="147" y="37"/>
                </a:moveTo>
                <a:cubicBezTo>
                  <a:pt x="145" y="38"/>
                  <a:pt x="140" y="40"/>
                  <a:pt x="136" y="40"/>
                </a:cubicBezTo>
                <a:cubicBezTo>
                  <a:pt x="131" y="40"/>
                  <a:pt x="128" y="38"/>
                  <a:pt x="128" y="34"/>
                </a:cubicBezTo>
                <a:cubicBezTo>
                  <a:pt x="128" y="29"/>
                  <a:pt x="130" y="27"/>
                  <a:pt x="136" y="27"/>
                </a:cubicBezTo>
                <a:cubicBezTo>
                  <a:pt x="147" y="26"/>
                  <a:pt x="147" y="26"/>
                  <a:pt x="147" y="26"/>
                </a:cubicBezTo>
                <a:lnTo>
                  <a:pt x="147" y="37"/>
                </a:lnTo>
                <a:close/>
                <a:moveTo>
                  <a:pt x="141" y="0"/>
                </a:moveTo>
                <a:cubicBezTo>
                  <a:pt x="132" y="0"/>
                  <a:pt x="125" y="2"/>
                  <a:pt x="122" y="3"/>
                </a:cubicBezTo>
                <a:cubicBezTo>
                  <a:pt x="124" y="11"/>
                  <a:pt x="124" y="11"/>
                  <a:pt x="124" y="11"/>
                </a:cubicBezTo>
                <a:cubicBezTo>
                  <a:pt x="124" y="11"/>
                  <a:pt x="131" y="9"/>
                  <a:pt x="138" y="9"/>
                </a:cubicBezTo>
                <a:cubicBezTo>
                  <a:pt x="144" y="9"/>
                  <a:pt x="147" y="10"/>
                  <a:pt x="147" y="16"/>
                </a:cubicBezTo>
                <a:cubicBezTo>
                  <a:pt x="147" y="19"/>
                  <a:pt x="147" y="19"/>
                  <a:pt x="147" y="19"/>
                </a:cubicBezTo>
                <a:cubicBezTo>
                  <a:pt x="138" y="19"/>
                  <a:pt x="138" y="19"/>
                  <a:pt x="138" y="19"/>
                </a:cubicBezTo>
                <a:cubicBezTo>
                  <a:pt x="123" y="19"/>
                  <a:pt x="118" y="26"/>
                  <a:pt x="118" y="34"/>
                </a:cubicBezTo>
                <a:cubicBezTo>
                  <a:pt x="118" y="45"/>
                  <a:pt x="126" y="48"/>
                  <a:pt x="133" y="48"/>
                </a:cubicBezTo>
                <a:cubicBezTo>
                  <a:pt x="142" y="48"/>
                  <a:pt x="147" y="44"/>
                  <a:pt x="148" y="44"/>
                </a:cubicBezTo>
                <a:cubicBezTo>
                  <a:pt x="148" y="44"/>
                  <a:pt x="150" y="46"/>
                  <a:pt x="158" y="46"/>
                </a:cubicBezTo>
                <a:cubicBezTo>
                  <a:pt x="158" y="13"/>
                  <a:pt x="158" y="13"/>
                  <a:pt x="158" y="13"/>
                </a:cubicBezTo>
                <a:cubicBezTo>
                  <a:pt x="158" y="4"/>
                  <a:pt x="151" y="0"/>
                  <a:pt x="141" y="0"/>
                </a:cubicBezTo>
                <a:moveTo>
                  <a:pt x="305" y="35"/>
                </a:moveTo>
                <a:cubicBezTo>
                  <a:pt x="303" y="37"/>
                  <a:pt x="298" y="39"/>
                  <a:pt x="293" y="39"/>
                </a:cubicBezTo>
                <a:cubicBezTo>
                  <a:pt x="286" y="39"/>
                  <a:pt x="284" y="35"/>
                  <a:pt x="284" y="28"/>
                </a:cubicBezTo>
                <a:cubicBezTo>
                  <a:pt x="284" y="0"/>
                  <a:pt x="284" y="0"/>
                  <a:pt x="284" y="0"/>
                </a:cubicBezTo>
                <a:cubicBezTo>
                  <a:pt x="283" y="0"/>
                  <a:pt x="283" y="0"/>
                  <a:pt x="283" y="0"/>
                </a:cubicBezTo>
                <a:cubicBezTo>
                  <a:pt x="281" y="0"/>
                  <a:pt x="275" y="0"/>
                  <a:pt x="274" y="1"/>
                </a:cubicBezTo>
                <a:cubicBezTo>
                  <a:pt x="274" y="29"/>
                  <a:pt x="274" y="29"/>
                  <a:pt x="274" y="29"/>
                </a:cubicBezTo>
                <a:cubicBezTo>
                  <a:pt x="274" y="42"/>
                  <a:pt x="277" y="48"/>
                  <a:pt x="290" y="48"/>
                </a:cubicBezTo>
                <a:cubicBezTo>
                  <a:pt x="300" y="48"/>
                  <a:pt x="305" y="44"/>
                  <a:pt x="306" y="44"/>
                </a:cubicBezTo>
                <a:cubicBezTo>
                  <a:pt x="306" y="44"/>
                  <a:pt x="309" y="46"/>
                  <a:pt x="316" y="46"/>
                </a:cubicBezTo>
                <a:cubicBezTo>
                  <a:pt x="316" y="1"/>
                  <a:pt x="316" y="1"/>
                  <a:pt x="316" y="1"/>
                </a:cubicBezTo>
                <a:cubicBezTo>
                  <a:pt x="315" y="1"/>
                  <a:pt x="310" y="0"/>
                  <a:pt x="308" y="0"/>
                </a:cubicBezTo>
                <a:cubicBezTo>
                  <a:pt x="305" y="0"/>
                  <a:pt x="305" y="0"/>
                  <a:pt x="305" y="0"/>
                </a:cubicBezTo>
                <a:lnTo>
                  <a:pt x="305" y="35"/>
                </a:lnTo>
                <a:close/>
                <a:moveTo>
                  <a:pt x="328" y="46"/>
                </a:moveTo>
                <a:cubicBezTo>
                  <a:pt x="328" y="46"/>
                  <a:pt x="335" y="48"/>
                  <a:pt x="344" y="48"/>
                </a:cubicBezTo>
                <a:cubicBezTo>
                  <a:pt x="352" y="48"/>
                  <a:pt x="363" y="45"/>
                  <a:pt x="363" y="33"/>
                </a:cubicBezTo>
                <a:cubicBezTo>
                  <a:pt x="363" y="26"/>
                  <a:pt x="357" y="23"/>
                  <a:pt x="348" y="19"/>
                </a:cubicBezTo>
                <a:cubicBezTo>
                  <a:pt x="343" y="18"/>
                  <a:pt x="339" y="16"/>
                  <a:pt x="339" y="13"/>
                </a:cubicBezTo>
                <a:cubicBezTo>
                  <a:pt x="339" y="11"/>
                  <a:pt x="340" y="8"/>
                  <a:pt x="347" y="8"/>
                </a:cubicBezTo>
                <a:cubicBezTo>
                  <a:pt x="352" y="8"/>
                  <a:pt x="358" y="11"/>
                  <a:pt x="358" y="11"/>
                </a:cubicBezTo>
                <a:cubicBezTo>
                  <a:pt x="361" y="3"/>
                  <a:pt x="361" y="3"/>
                  <a:pt x="361" y="3"/>
                </a:cubicBezTo>
                <a:cubicBezTo>
                  <a:pt x="359" y="2"/>
                  <a:pt x="354" y="0"/>
                  <a:pt x="346" y="0"/>
                </a:cubicBezTo>
                <a:cubicBezTo>
                  <a:pt x="337" y="0"/>
                  <a:pt x="329" y="4"/>
                  <a:pt x="329" y="13"/>
                </a:cubicBezTo>
                <a:cubicBezTo>
                  <a:pt x="329" y="23"/>
                  <a:pt x="337" y="26"/>
                  <a:pt x="344" y="28"/>
                </a:cubicBezTo>
                <a:cubicBezTo>
                  <a:pt x="349" y="29"/>
                  <a:pt x="352" y="31"/>
                  <a:pt x="352" y="34"/>
                </a:cubicBezTo>
                <a:cubicBezTo>
                  <a:pt x="352" y="37"/>
                  <a:pt x="351" y="40"/>
                  <a:pt x="343" y="40"/>
                </a:cubicBezTo>
                <a:cubicBezTo>
                  <a:pt x="337" y="40"/>
                  <a:pt x="330" y="38"/>
                  <a:pt x="330" y="38"/>
                </a:cubicBezTo>
                <a:lnTo>
                  <a:pt x="328" y="46"/>
                </a:lnTo>
                <a:close/>
                <a:moveTo>
                  <a:pt x="183" y="9"/>
                </a:moveTo>
                <a:cubicBezTo>
                  <a:pt x="185" y="8"/>
                  <a:pt x="188" y="8"/>
                  <a:pt x="191" y="8"/>
                </a:cubicBezTo>
                <a:cubicBezTo>
                  <a:pt x="199" y="8"/>
                  <a:pt x="205" y="12"/>
                  <a:pt x="205" y="23"/>
                </a:cubicBezTo>
                <a:cubicBezTo>
                  <a:pt x="205" y="34"/>
                  <a:pt x="202" y="40"/>
                  <a:pt x="190" y="40"/>
                </a:cubicBezTo>
                <a:cubicBezTo>
                  <a:pt x="187" y="40"/>
                  <a:pt x="183" y="39"/>
                  <a:pt x="183" y="39"/>
                </a:cubicBezTo>
                <a:lnTo>
                  <a:pt x="183" y="9"/>
                </a:lnTo>
                <a:close/>
                <a:moveTo>
                  <a:pt x="192" y="0"/>
                </a:moveTo>
                <a:cubicBezTo>
                  <a:pt x="186" y="0"/>
                  <a:pt x="178" y="1"/>
                  <a:pt x="173" y="2"/>
                </a:cubicBezTo>
                <a:cubicBezTo>
                  <a:pt x="173" y="46"/>
                  <a:pt x="173" y="46"/>
                  <a:pt x="173" y="46"/>
                </a:cubicBezTo>
                <a:cubicBezTo>
                  <a:pt x="177" y="47"/>
                  <a:pt x="185" y="48"/>
                  <a:pt x="190" y="48"/>
                </a:cubicBezTo>
                <a:cubicBezTo>
                  <a:pt x="208" y="48"/>
                  <a:pt x="216" y="41"/>
                  <a:pt x="216" y="23"/>
                </a:cubicBezTo>
                <a:cubicBezTo>
                  <a:pt x="216" y="9"/>
                  <a:pt x="207" y="0"/>
                  <a:pt x="192" y="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s-ES"/>
          </a:p>
        </p:txBody>
      </p:sp>
      <p:sp>
        <p:nvSpPr>
          <p:cNvPr id="37" name="Freeform 36"/>
          <p:cNvSpPr>
            <a:spLocks noEditPoints="1"/>
          </p:cNvSpPr>
          <p:nvPr/>
        </p:nvSpPr>
        <p:spPr bwMode="auto">
          <a:xfrm>
            <a:off x="576823" y="1608818"/>
            <a:ext cx="489585" cy="407035"/>
          </a:xfrm>
          <a:custGeom>
            <a:avLst/>
            <a:gdLst>
              <a:gd name="T0" fmla="*/ 56 w 344"/>
              <a:gd name="T1" fmla="*/ 0 h 286"/>
              <a:gd name="T2" fmla="*/ 44 w 344"/>
              <a:gd name="T3" fmla="*/ 2 h 286"/>
              <a:gd name="T4" fmla="*/ 24 w 344"/>
              <a:gd name="T5" fmla="*/ 10 h 286"/>
              <a:gd name="T6" fmla="*/ 10 w 344"/>
              <a:gd name="T7" fmla="*/ 26 h 286"/>
              <a:gd name="T8" fmla="*/ 2 w 344"/>
              <a:gd name="T9" fmla="*/ 46 h 286"/>
              <a:gd name="T10" fmla="*/ 0 w 344"/>
              <a:gd name="T11" fmla="*/ 230 h 286"/>
              <a:gd name="T12" fmla="*/ 2 w 344"/>
              <a:gd name="T13" fmla="*/ 242 h 286"/>
              <a:gd name="T14" fmla="*/ 10 w 344"/>
              <a:gd name="T15" fmla="*/ 262 h 286"/>
              <a:gd name="T16" fmla="*/ 24 w 344"/>
              <a:gd name="T17" fmla="*/ 278 h 286"/>
              <a:gd name="T18" fmla="*/ 44 w 344"/>
              <a:gd name="T19" fmla="*/ 286 h 286"/>
              <a:gd name="T20" fmla="*/ 288 w 344"/>
              <a:gd name="T21" fmla="*/ 286 h 286"/>
              <a:gd name="T22" fmla="*/ 300 w 344"/>
              <a:gd name="T23" fmla="*/ 286 h 286"/>
              <a:gd name="T24" fmla="*/ 320 w 344"/>
              <a:gd name="T25" fmla="*/ 278 h 286"/>
              <a:gd name="T26" fmla="*/ 334 w 344"/>
              <a:gd name="T27" fmla="*/ 262 h 286"/>
              <a:gd name="T28" fmla="*/ 344 w 344"/>
              <a:gd name="T29" fmla="*/ 242 h 286"/>
              <a:gd name="T30" fmla="*/ 344 w 344"/>
              <a:gd name="T31" fmla="*/ 58 h 286"/>
              <a:gd name="T32" fmla="*/ 344 w 344"/>
              <a:gd name="T33" fmla="*/ 46 h 286"/>
              <a:gd name="T34" fmla="*/ 334 w 344"/>
              <a:gd name="T35" fmla="*/ 26 h 286"/>
              <a:gd name="T36" fmla="*/ 320 w 344"/>
              <a:gd name="T37" fmla="*/ 10 h 286"/>
              <a:gd name="T38" fmla="*/ 300 w 344"/>
              <a:gd name="T39" fmla="*/ 2 h 286"/>
              <a:gd name="T40" fmla="*/ 288 w 344"/>
              <a:gd name="T41" fmla="*/ 0 h 286"/>
              <a:gd name="T42" fmla="*/ 148 w 344"/>
              <a:gd name="T43" fmla="*/ 142 h 286"/>
              <a:gd name="T44" fmla="*/ 144 w 344"/>
              <a:gd name="T45" fmla="*/ 136 h 286"/>
              <a:gd name="T46" fmla="*/ 136 w 344"/>
              <a:gd name="T47" fmla="*/ 122 h 286"/>
              <a:gd name="T48" fmla="*/ 134 w 344"/>
              <a:gd name="T49" fmla="*/ 112 h 286"/>
              <a:gd name="T50" fmla="*/ 138 w 344"/>
              <a:gd name="T51" fmla="*/ 98 h 286"/>
              <a:gd name="T52" fmla="*/ 146 w 344"/>
              <a:gd name="T53" fmla="*/ 88 h 286"/>
              <a:gd name="T54" fmla="*/ 158 w 344"/>
              <a:gd name="T55" fmla="*/ 80 h 286"/>
              <a:gd name="T56" fmla="*/ 172 w 344"/>
              <a:gd name="T57" fmla="*/ 76 h 286"/>
              <a:gd name="T58" fmla="*/ 178 w 344"/>
              <a:gd name="T59" fmla="*/ 78 h 286"/>
              <a:gd name="T60" fmla="*/ 192 w 344"/>
              <a:gd name="T61" fmla="*/ 82 h 286"/>
              <a:gd name="T62" fmla="*/ 202 w 344"/>
              <a:gd name="T63" fmla="*/ 92 h 286"/>
              <a:gd name="T64" fmla="*/ 208 w 344"/>
              <a:gd name="T65" fmla="*/ 106 h 286"/>
              <a:gd name="T66" fmla="*/ 208 w 344"/>
              <a:gd name="T67" fmla="*/ 112 h 286"/>
              <a:gd name="T68" fmla="*/ 204 w 344"/>
              <a:gd name="T69" fmla="*/ 128 h 286"/>
              <a:gd name="T70" fmla="*/ 196 w 344"/>
              <a:gd name="T71" fmla="*/ 140 h 286"/>
              <a:gd name="T72" fmla="*/ 126 w 344"/>
              <a:gd name="T73" fmla="*/ 228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4" h="286">
                <a:moveTo>
                  <a:pt x="288" y="0"/>
                </a:moveTo>
                <a:lnTo>
                  <a:pt x="56" y="0"/>
                </a:lnTo>
                <a:lnTo>
                  <a:pt x="56" y="0"/>
                </a:lnTo>
                <a:lnTo>
                  <a:pt x="44" y="2"/>
                </a:lnTo>
                <a:lnTo>
                  <a:pt x="34" y="6"/>
                </a:lnTo>
                <a:lnTo>
                  <a:pt x="24" y="10"/>
                </a:lnTo>
                <a:lnTo>
                  <a:pt x="16" y="18"/>
                </a:lnTo>
                <a:lnTo>
                  <a:pt x="10" y="26"/>
                </a:lnTo>
                <a:lnTo>
                  <a:pt x="4" y="36"/>
                </a:lnTo>
                <a:lnTo>
                  <a:pt x="2" y="46"/>
                </a:lnTo>
                <a:lnTo>
                  <a:pt x="0" y="58"/>
                </a:lnTo>
                <a:lnTo>
                  <a:pt x="0" y="230"/>
                </a:lnTo>
                <a:lnTo>
                  <a:pt x="0" y="230"/>
                </a:lnTo>
                <a:lnTo>
                  <a:pt x="2" y="242"/>
                </a:lnTo>
                <a:lnTo>
                  <a:pt x="4" y="252"/>
                </a:lnTo>
                <a:lnTo>
                  <a:pt x="10" y="262"/>
                </a:lnTo>
                <a:lnTo>
                  <a:pt x="16" y="270"/>
                </a:lnTo>
                <a:lnTo>
                  <a:pt x="24" y="278"/>
                </a:lnTo>
                <a:lnTo>
                  <a:pt x="34" y="282"/>
                </a:lnTo>
                <a:lnTo>
                  <a:pt x="44" y="286"/>
                </a:lnTo>
                <a:lnTo>
                  <a:pt x="56" y="286"/>
                </a:lnTo>
                <a:lnTo>
                  <a:pt x="288" y="286"/>
                </a:lnTo>
                <a:lnTo>
                  <a:pt x="288" y="286"/>
                </a:lnTo>
                <a:lnTo>
                  <a:pt x="300" y="286"/>
                </a:lnTo>
                <a:lnTo>
                  <a:pt x="310" y="282"/>
                </a:lnTo>
                <a:lnTo>
                  <a:pt x="320" y="278"/>
                </a:lnTo>
                <a:lnTo>
                  <a:pt x="328" y="270"/>
                </a:lnTo>
                <a:lnTo>
                  <a:pt x="334" y="262"/>
                </a:lnTo>
                <a:lnTo>
                  <a:pt x="340" y="252"/>
                </a:lnTo>
                <a:lnTo>
                  <a:pt x="344" y="242"/>
                </a:lnTo>
                <a:lnTo>
                  <a:pt x="344" y="230"/>
                </a:lnTo>
                <a:lnTo>
                  <a:pt x="344" y="58"/>
                </a:lnTo>
                <a:lnTo>
                  <a:pt x="344" y="58"/>
                </a:lnTo>
                <a:lnTo>
                  <a:pt x="344" y="46"/>
                </a:lnTo>
                <a:lnTo>
                  <a:pt x="340" y="36"/>
                </a:lnTo>
                <a:lnTo>
                  <a:pt x="334" y="26"/>
                </a:lnTo>
                <a:lnTo>
                  <a:pt x="328" y="18"/>
                </a:lnTo>
                <a:lnTo>
                  <a:pt x="320" y="10"/>
                </a:lnTo>
                <a:lnTo>
                  <a:pt x="310" y="6"/>
                </a:lnTo>
                <a:lnTo>
                  <a:pt x="300" y="2"/>
                </a:lnTo>
                <a:lnTo>
                  <a:pt x="288" y="0"/>
                </a:lnTo>
                <a:lnTo>
                  <a:pt x="288" y="0"/>
                </a:lnTo>
                <a:close/>
                <a:moveTo>
                  <a:pt x="126" y="228"/>
                </a:moveTo>
                <a:lnTo>
                  <a:pt x="148" y="142"/>
                </a:lnTo>
                <a:lnTo>
                  <a:pt x="148" y="142"/>
                </a:lnTo>
                <a:lnTo>
                  <a:pt x="144" y="136"/>
                </a:lnTo>
                <a:lnTo>
                  <a:pt x="138" y="130"/>
                </a:lnTo>
                <a:lnTo>
                  <a:pt x="136" y="122"/>
                </a:lnTo>
                <a:lnTo>
                  <a:pt x="134" y="112"/>
                </a:lnTo>
                <a:lnTo>
                  <a:pt x="134" y="112"/>
                </a:lnTo>
                <a:lnTo>
                  <a:pt x="136" y="106"/>
                </a:lnTo>
                <a:lnTo>
                  <a:pt x="138" y="98"/>
                </a:lnTo>
                <a:lnTo>
                  <a:pt x="142" y="92"/>
                </a:lnTo>
                <a:lnTo>
                  <a:pt x="146" y="88"/>
                </a:lnTo>
                <a:lnTo>
                  <a:pt x="152" y="82"/>
                </a:lnTo>
                <a:lnTo>
                  <a:pt x="158" y="80"/>
                </a:lnTo>
                <a:lnTo>
                  <a:pt x="164" y="78"/>
                </a:lnTo>
                <a:lnTo>
                  <a:pt x="172" y="76"/>
                </a:lnTo>
                <a:lnTo>
                  <a:pt x="172" y="76"/>
                </a:lnTo>
                <a:lnTo>
                  <a:pt x="178" y="78"/>
                </a:lnTo>
                <a:lnTo>
                  <a:pt x="186" y="80"/>
                </a:lnTo>
                <a:lnTo>
                  <a:pt x="192" y="82"/>
                </a:lnTo>
                <a:lnTo>
                  <a:pt x="198" y="88"/>
                </a:lnTo>
                <a:lnTo>
                  <a:pt x="202" y="92"/>
                </a:lnTo>
                <a:lnTo>
                  <a:pt x="204" y="98"/>
                </a:lnTo>
                <a:lnTo>
                  <a:pt x="208" y="106"/>
                </a:lnTo>
                <a:lnTo>
                  <a:pt x="208" y="112"/>
                </a:lnTo>
                <a:lnTo>
                  <a:pt x="208" y="112"/>
                </a:lnTo>
                <a:lnTo>
                  <a:pt x="206" y="120"/>
                </a:lnTo>
                <a:lnTo>
                  <a:pt x="204" y="128"/>
                </a:lnTo>
                <a:lnTo>
                  <a:pt x="200" y="134"/>
                </a:lnTo>
                <a:lnTo>
                  <a:pt x="196" y="140"/>
                </a:lnTo>
                <a:lnTo>
                  <a:pt x="220" y="228"/>
                </a:lnTo>
                <a:lnTo>
                  <a:pt x="126" y="228"/>
                </a:lnTo>
                <a:close/>
              </a:path>
            </a:pathLst>
          </a:custGeom>
          <a:solidFill>
            <a:srgbClr val="E31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ts val="1400"/>
              </a:lnSpc>
              <a:spcAft>
                <a:spcPts val="800"/>
              </a:spcAft>
            </a:pPr>
            <a:r>
              <a:rPr lang="en-GB" sz="1200">
                <a:solidFill>
                  <a:srgbClr val="3B352D"/>
                </a:solidFill>
                <a:effectLst/>
                <a:latin typeface="Calibri Light" panose="020F0302020204030204" pitchFamily="34" charset="0"/>
                <a:ea typeface="Calibri" panose="020F0502020204030204" pitchFamily="34" charset="0"/>
                <a:cs typeface="Times New Roman" panose="02020603050405020304" pitchFamily="18" charset="0"/>
              </a:rPr>
              <a:t> </a:t>
            </a:r>
            <a:endParaRPr lang="en-IE" sz="1200">
              <a:solidFill>
                <a:srgbClr val="3B352D"/>
              </a:solidFill>
              <a:effectLst/>
              <a:latin typeface="Calibri Light" panose="020F0302020204030204" pitchFamily="34" charset="0"/>
              <a:ea typeface="Calibri" panose="020F0502020204030204" pitchFamily="34" charset="0"/>
              <a:cs typeface="Times New Roman" panose="02020603050405020304" pitchFamily="18" charset="0"/>
            </a:endParaRPr>
          </a:p>
        </p:txBody>
      </p:sp>
      <p:sp>
        <p:nvSpPr>
          <p:cNvPr id="38" name="TextBox 51"/>
          <p:cNvSpPr txBox="1"/>
          <p:nvPr/>
        </p:nvSpPr>
        <p:spPr>
          <a:xfrm>
            <a:off x="494961" y="2005331"/>
            <a:ext cx="852170" cy="180975"/>
          </a:xfrm>
          <a:prstGeom prst="rect">
            <a:avLst/>
          </a:prstGeom>
          <a:noFill/>
        </p:spPr>
        <p:txBody>
          <a:bodyPr wrap="square" rtlCol="0">
            <a:spAutoFit/>
          </a:bodyPr>
          <a:lstStyle/>
          <a:p>
            <a:pPr>
              <a:spcAft>
                <a:spcPts val="0"/>
              </a:spcAft>
            </a:pPr>
            <a:r>
              <a:rPr lang="en-US" sz="600" kern="120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rPr>
              <a:t>CONFIDENTIAL</a:t>
            </a:r>
            <a:endParaRPr lang="en-IE" sz="1200">
              <a:solidFill>
                <a:srgbClr val="3B352D"/>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9" name="Freeform 38"/>
          <p:cNvSpPr>
            <a:spLocks/>
          </p:cNvSpPr>
          <p:nvPr/>
        </p:nvSpPr>
        <p:spPr bwMode="auto">
          <a:xfrm>
            <a:off x="706291" y="1533949"/>
            <a:ext cx="233680" cy="79375"/>
          </a:xfrm>
          <a:custGeom>
            <a:avLst/>
            <a:gdLst>
              <a:gd name="T0" fmla="*/ 20 w 164"/>
              <a:gd name="T1" fmla="*/ 56 h 56"/>
              <a:gd name="T2" fmla="*/ 20 w 164"/>
              <a:gd name="T3" fmla="*/ 56 h 56"/>
              <a:gd name="T4" fmla="*/ 22 w 164"/>
              <a:gd name="T5" fmla="*/ 46 h 56"/>
              <a:gd name="T6" fmla="*/ 26 w 164"/>
              <a:gd name="T7" fmla="*/ 36 h 56"/>
              <a:gd name="T8" fmla="*/ 30 w 164"/>
              <a:gd name="T9" fmla="*/ 30 h 56"/>
              <a:gd name="T10" fmla="*/ 36 w 164"/>
              <a:gd name="T11" fmla="*/ 26 h 56"/>
              <a:gd name="T12" fmla="*/ 42 w 164"/>
              <a:gd name="T13" fmla="*/ 22 h 56"/>
              <a:gd name="T14" fmla="*/ 54 w 164"/>
              <a:gd name="T15" fmla="*/ 20 h 56"/>
              <a:gd name="T16" fmla="*/ 82 w 164"/>
              <a:gd name="T17" fmla="*/ 20 h 56"/>
              <a:gd name="T18" fmla="*/ 82 w 164"/>
              <a:gd name="T19" fmla="*/ 20 h 56"/>
              <a:gd name="T20" fmla="*/ 112 w 164"/>
              <a:gd name="T21" fmla="*/ 20 h 56"/>
              <a:gd name="T22" fmla="*/ 122 w 164"/>
              <a:gd name="T23" fmla="*/ 22 h 56"/>
              <a:gd name="T24" fmla="*/ 130 w 164"/>
              <a:gd name="T25" fmla="*/ 26 h 56"/>
              <a:gd name="T26" fmla="*/ 136 w 164"/>
              <a:gd name="T27" fmla="*/ 30 h 56"/>
              <a:gd name="T28" fmla="*/ 140 w 164"/>
              <a:gd name="T29" fmla="*/ 36 h 56"/>
              <a:gd name="T30" fmla="*/ 142 w 164"/>
              <a:gd name="T31" fmla="*/ 46 h 56"/>
              <a:gd name="T32" fmla="*/ 144 w 164"/>
              <a:gd name="T33" fmla="*/ 56 h 56"/>
              <a:gd name="T34" fmla="*/ 164 w 164"/>
              <a:gd name="T35" fmla="*/ 56 h 56"/>
              <a:gd name="T36" fmla="*/ 164 w 164"/>
              <a:gd name="T37" fmla="*/ 56 h 56"/>
              <a:gd name="T38" fmla="*/ 162 w 164"/>
              <a:gd name="T39" fmla="*/ 38 h 56"/>
              <a:gd name="T40" fmla="*/ 156 w 164"/>
              <a:gd name="T41" fmla="*/ 24 h 56"/>
              <a:gd name="T42" fmla="*/ 148 w 164"/>
              <a:gd name="T43" fmla="*/ 14 h 56"/>
              <a:gd name="T44" fmla="*/ 138 w 164"/>
              <a:gd name="T45" fmla="*/ 6 h 56"/>
              <a:gd name="T46" fmla="*/ 126 w 164"/>
              <a:gd name="T47" fmla="*/ 2 h 56"/>
              <a:gd name="T48" fmla="*/ 112 w 164"/>
              <a:gd name="T49" fmla="*/ 0 h 56"/>
              <a:gd name="T50" fmla="*/ 82 w 164"/>
              <a:gd name="T51" fmla="*/ 0 h 56"/>
              <a:gd name="T52" fmla="*/ 82 w 164"/>
              <a:gd name="T53" fmla="*/ 0 h 56"/>
              <a:gd name="T54" fmla="*/ 52 w 164"/>
              <a:gd name="T55" fmla="*/ 0 h 56"/>
              <a:gd name="T56" fmla="*/ 38 w 164"/>
              <a:gd name="T57" fmla="*/ 2 h 56"/>
              <a:gd name="T58" fmla="*/ 26 w 164"/>
              <a:gd name="T59" fmla="*/ 6 h 56"/>
              <a:gd name="T60" fmla="*/ 16 w 164"/>
              <a:gd name="T61" fmla="*/ 14 h 56"/>
              <a:gd name="T62" fmla="*/ 8 w 164"/>
              <a:gd name="T63" fmla="*/ 24 h 56"/>
              <a:gd name="T64" fmla="*/ 2 w 164"/>
              <a:gd name="T65" fmla="*/ 38 h 56"/>
              <a:gd name="T66" fmla="*/ 0 w 164"/>
              <a:gd name="T67" fmla="*/ 56 h 56"/>
              <a:gd name="T68" fmla="*/ 20 w 164"/>
              <a:gd name="T69"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4" h="56">
                <a:moveTo>
                  <a:pt x="20" y="56"/>
                </a:moveTo>
                <a:lnTo>
                  <a:pt x="20" y="56"/>
                </a:lnTo>
                <a:lnTo>
                  <a:pt x="22" y="46"/>
                </a:lnTo>
                <a:lnTo>
                  <a:pt x="26" y="36"/>
                </a:lnTo>
                <a:lnTo>
                  <a:pt x="30" y="30"/>
                </a:lnTo>
                <a:lnTo>
                  <a:pt x="36" y="26"/>
                </a:lnTo>
                <a:lnTo>
                  <a:pt x="42" y="22"/>
                </a:lnTo>
                <a:lnTo>
                  <a:pt x="54" y="20"/>
                </a:lnTo>
                <a:lnTo>
                  <a:pt x="82" y="20"/>
                </a:lnTo>
                <a:lnTo>
                  <a:pt x="82" y="20"/>
                </a:lnTo>
                <a:lnTo>
                  <a:pt x="112" y="20"/>
                </a:lnTo>
                <a:lnTo>
                  <a:pt x="122" y="22"/>
                </a:lnTo>
                <a:lnTo>
                  <a:pt x="130" y="26"/>
                </a:lnTo>
                <a:lnTo>
                  <a:pt x="136" y="30"/>
                </a:lnTo>
                <a:lnTo>
                  <a:pt x="140" y="36"/>
                </a:lnTo>
                <a:lnTo>
                  <a:pt x="142" y="46"/>
                </a:lnTo>
                <a:lnTo>
                  <a:pt x="144" y="56"/>
                </a:lnTo>
                <a:lnTo>
                  <a:pt x="164" y="56"/>
                </a:lnTo>
                <a:lnTo>
                  <a:pt x="164" y="56"/>
                </a:lnTo>
                <a:lnTo>
                  <a:pt x="162" y="38"/>
                </a:lnTo>
                <a:lnTo>
                  <a:pt x="156" y="24"/>
                </a:lnTo>
                <a:lnTo>
                  <a:pt x="148" y="14"/>
                </a:lnTo>
                <a:lnTo>
                  <a:pt x="138" y="6"/>
                </a:lnTo>
                <a:lnTo>
                  <a:pt x="126" y="2"/>
                </a:lnTo>
                <a:lnTo>
                  <a:pt x="112" y="0"/>
                </a:lnTo>
                <a:lnTo>
                  <a:pt x="82" y="0"/>
                </a:lnTo>
                <a:lnTo>
                  <a:pt x="82" y="0"/>
                </a:lnTo>
                <a:lnTo>
                  <a:pt x="52" y="0"/>
                </a:lnTo>
                <a:lnTo>
                  <a:pt x="38" y="2"/>
                </a:lnTo>
                <a:lnTo>
                  <a:pt x="26" y="6"/>
                </a:lnTo>
                <a:lnTo>
                  <a:pt x="16" y="14"/>
                </a:lnTo>
                <a:lnTo>
                  <a:pt x="8" y="24"/>
                </a:lnTo>
                <a:lnTo>
                  <a:pt x="2" y="38"/>
                </a:lnTo>
                <a:lnTo>
                  <a:pt x="0" y="56"/>
                </a:lnTo>
                <a:lnTo>
                  <a:pt x="20" y="56"/>
                </a:lnTo>
                <a:close/>
              </a:path>
            </a:pathLst>
          </a:custGeom>
          <a:solidFill>
            <a:srgbClr val="E31F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ts val="1400"/>
              </a:lnSpc>
              <a:spcAft>
                <a:spcPts val="800"/>
              </a:spcAft>
            </a:pPr>
            <a:r>
              <a:rPr lang="en-GB" sz="1200">
                <a:solidFill>
                  <a:srgbClr val="3B352D"/>
                </a:solidFill>
                <a:effectLst/>
                <a:latin typeface="Calibri Light" panose="020F0302020204030204" pitchFamily="34" charset="0"/>
                <a:ea typeface="Calibri" panose="020F0502020204030204" pitchFamily="34" charset="0"/>
                <a:cs typeface="Times New Roman" panose="02020603050405020304" pitchFamily="18" charset="0"/>
              </a:rPr>
              <a:t> </a:t>
            </a:r>
            <a:endParaRPr lang="en-IE" sz="1200">
              <a:solidFill>
                <a:srgbClr val="3B352D"/>
              </a:solidFill>
              <a:effectLst/>
              <a:latin typeface="Calibri Light" panose="020F0302020204030204" pitchFamily="34" charset="0"/>
              <a:ea typeface="Calibri" panose="020F0502020204030204" pitchFamily="34" charset="0"/>
              <a:cs typeface="Times New Roman" panose="02020603050405020304" pitchFamily="18" charset="0"/>
            </a:endParaRPr>
          </a:p>
        </p:txBody>
      </p:sp>
      <p:sp>
        <p:nvSpPr>
          <p:cNvPr id="40" name="TextBox 50"/>
          <p:cNvSpPr txBox="1"/>
          <p:nvPr/>
        </p:nvSpPr>
        <p:spPr>
          <a:xfrm rot="16200000">
            <a:off x="213338" y="1678512"/>
            <a:ext cx="563245" cy="200055"/>
          </a:xfrm>
          <a:prstGeom prst="rect">
            <a:avLst/>
          </a:prstGeom>
          <a:noFill/>
        </p:spPr>
        <p:txBody>
          <a:bodyPr wrap="square" rtlCol="0">
            <a:spAutoFit/>
          </a:bodyPr>
          <a:lstStyle/>
          <a:p>
            <a:pPr>
              <a:spcAft>
                <a:spcPts val="0"/>
              </a:spcAft>
            </a:pPr>
            <a:r>
              <a:rPr lang="en-US" sz="700" kern="1200" dirty="0">
                <a:effectLst/>
                <a:latin typeface="Calibri" panose="020F0502020204030204" pitchFamily="34" charset="0"/>
                <a:ea typeface="Times New Roman" panose="02020603050405020304" pitchFamily="18" charset="0"/>
                <a:cs typeface="Times New Roman" panose="02020603050405020304" pitchFamily="18" charset="0"/>
              </a:rPr>
              <a:t>Strictly</a:t>
            </a:r>
            <a:endParaRPr lang="en-IE" sz="1600" dirty="0">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9" name="Text Placeholder 8">
            <a:extLst>
              <a:ext uri="{FF2B5EF4-FFF2-40B4-BE49-F238E27FC236}">
                <a16:creationId xmlns:a16="http://schemas.microsoft.com/office/drawing/2014/main" id="{D74FD026-5C3E-46BA-9AA2-503F532CC5B9}"/>
              </a:ext>
            </a:extLst>
          </p:cNvPr>
          <p:cNvSpPr>
            <a:spLocks noGrp="1"/>
          </p:cNvSpPr>
          <p:nvPr>
            <p:ph type="body" sz="quarter" idx="15"/>
            <p:custDataLst>
              <p:custData r:id="rId1"/>
            </p:custDataLst>
          </p:nvPr>
        </p:nvSpPr>
        <p:spPr/>
        <p:txBody>
          <a:bodyPr/>
          <a:lstStyle/>
          <a:p>
            <a:endParaRPr lang="en-US"/>
          </a:p>
        </p:txBody>
      </p:sp>
    </p:spTree>
    <p:extLst>
      <p:ext uri="{BB962C8B-B14F-4D97-AF65-F5344CB8AC3E}">
        <p14:creationId xmlns:p14="http://schemas.microsoft.com/office/powerpoint/2010/main" val="1041734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sz="quarter" idx="18"/>
          </p:nvPr>
        </p:nvSpPr>
        <p:spPr>
          <a:xfrm>
            <a:off x="227051" y="1351048"/>
            <a:ext cx="8421307" cy="5207721"/>
          </a:xfrm>
        </p:spPr>
        <p:txBody>
          <a:bodyPr>
            <a:normAutofit/>
          </a:bodyPr>
          <a:lstStyle/>
          <a:p>
            <a:pPr algn="just"/>
            <a:r>
              <a:rPr lang="en-GB" sz="1800" dirty="0"/>
              <a:t>It’s an essential product in the </a:t>
            </a:r>
            <a:r>
              <a:rPr lang="en-GB" sz="1800" dirty="0">
                <a:solidFill>
                  <a:schemeClr val="tx1"/>
                </a:solidFill>
              </a:rPr>
              <a:t>Electronic Ticketing portfolio</a:t>
            </a:r>
            <a:r>
              <a:rPr lang="en-GB" sz="1800" dirty="0"/>
              <a:t>. But it’s also used for non-ticketing activities</a:t>
            </a:r>
          </a:p>
          <a:p>
            <a:pPr algn="just"/>
            <a:r>
              <a:rPr lang="en-GB" sz="1800" dirty="0"/>
              <a:t>It captures booking elements and ticketing elements from the PNR and interacts with the mid/back-office system</a:t>
            </a:r>
          </a:p>
          <a:p>
            <a:endParaRPr lang="en-GB" sz="1800" dirty="0"/>
          </a:p>
          <a:p>
            <a:endParaRPr lang="en-GB" sz="1800" dirty="0"/>
          </a:p>
          <a:p>
            <a:endParaRPr lang="en-GB" sz="1800" dirty="0"/>
          </a:p>
          <a:p>
            <a:endParaRPr lang="en-GB" sz="1800" dirty="0"/>
          </a:p>
          <a:p>
            <a:endParaRPr lang="en-GB" sz="1800" dirty="0"/>
          </a:p>
          <a:p>
            <a:r>
              <a:rPr lang="en-GB" sz="1800" dirty="0"/>
              <a:t>It’s used by all types of travel agencies worldwide for:</a:t>
            </a:r>
          </a:p>
          <a:p>
            <a:pPr lvl="1"/>
            <a:r>
              <a:rPr lang="en-GB" sz="1600" dirty="0"/>
              <a:t>Accounting/Invoicing</a:t>
            </a:r>
          </a:p>
          <a:p>
            <a:pPr lvl="1"/>
            <a:r>
              <a:rPr lang="en-GB" sz="1600" dirty="0"/>
              <a:t>Quality control</a:t>
            </a:r>
          </a:p>
          <a:p>
            <a:pPr lvl="1"/>
            <a:r>
              <a:rPr lang="en-GB" sz="1600" dirty="0"/>
              <a:t>Statistics</a:t>
            </a:r>
          </a:p>
          <a:p>
            <a:pPr lvl="1"/>
            <a:r>
              <a:rPr lang="en-GB" sz="1600" dirty="0"/>
              <a:t>Other applications (like mobile app)</a:t>
            </a:r>
          </a:p>
        </p:txBody>
      </p:sp>
      <p:sp>
        <p:nvSpPr>
          <p:cNvPr id="10" name="Marcador de número de diapositiva 9"/>
          <p:cNvSpPr>
            <a:spLocks noGrp="1"/>
          </p:cNvSpPr>
          <p:nvPr>
            <p:ph type="sldNum" sz="quarter" idx="4"/>
          </p:nvPr>
        </p:nvSpPr>
        <p:spPr>
          <a:xfrm>
            <a:off x="8832719" y="4860931"/>
            <a:ext cx="186198" cy="123111"/>
          </a:xfrm>
        </p:spPr>
        <p:txBody>
          <a:bodyPr/>
          <a:lstStyle/>
          <a:p>
            <a:fld id="{E57627FB-D816-4EA7-98E3-793F2D9BC93A}" type="slidenum">
              <a:rPr lang="es-ES" smtClean="0"/>
              <a:pPr/>
              <a:t>2</a:t>
            </a:fld>
            <a:endParaRPr lang="es-ES" dirty="0"/>
          </a:p>
        </p:txBody>
      </p:sp>
      <p:sp>
        <p:nvSpPr>
          <p:cNvPr id="9" name="Marcador de pie de página 8"/>
          <p:cNvSpPr>
            <a:spLocks noGrp="1"/>
          </p:cNvSpPr>
          <p:nvPr>
            <p:ph type="ftr" sz="quarter" idx="3"/>
          </p:nvPr>
        </p:nvSpPr>
        <p:spPr/>
        <p:txBody>
          <a:bodyPr/>
          <a:lstStyle/>
          <a:p>
            <a:r>
              <a:rPr lang="en-US"/>
              <a:t>© 2016 Amadeus IT Group SA</a:t>
            </a:r>
            <a:endParaRPr lang="es-ES" dirty="0"/>
          </a:p>
        </p:txBody>
      </p:sp>
      <p:sp>
        <p:nvSpPr>
          <p:cNvPr id="8" name="Title 7"/>
          <p:cNvSpPr>
            <a:spLocks noGrp="1"/>
          </p:cNvSpPr>
          <p:nvPr>
            <p:ph type="title"/>
          </p:nvPr>
        </p:nvSpPr>
        <p:spPr/>
        <p:txBody>
          <a:bodyPr/>
          <a:lstStyle/>
          <a:p>
            <a:r>
              <a:rPr lang="en-GB" dirty="0"/>
              <a:t>Introduction</a:t>
            </a:r>
          </a:p>
        </p:txBody>
      </p:sp>
      <p:sp>
        <p:nvSpPr>
          <p:cNvPr id="11" name="Text Placeholder 10"/>
          <p:cNvSpPr>
            <a:spLocks noGrp="1"/>
          </p:cNvSpPr>
          <p:nvPr>
            <p:ph type="body" sz="quarter" idx="13"/>
          </p:nvPr>
        </p:nvSpPr>
        <p:spPr/>
        <p:txBody>
          <a:bodyPr/>
          <a:lstStyle/>
          <a:p>
            <a:r>
              <a:rPr lang="en-GB" dirty="0"/>
              <a:t>Positioning</a:t>
            </a:r>
          </a:p>
        </p:txBody>
      </p:sp>
      <p:graphicFrame>
        <p:nvGraphicFramePr>
          <p:cNvPr id="2" name="Diagram 1"/>
          <p:cNvGraphicFramePr/>
          <p:nvPr>
            <p:extLst>
              <p:ext uri="{D42A27DB-BD31-4B8C-83A1-F6EECF244321}">
                <p14:modId xmlns:p14="http://schemas.microsoft.com/office/powerpoint/2010/main" val="1483280445"/>
              </p:ext>
            </p:extLst>
          </p:nvPr>
        </p:nvGraphicFramePr>
        <p:xfrm>
          <a:off x="1787797" y="2488017"/>
          <a:ext cx="6096000" cy="18643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TextBox 12"/>
          <p:cNvSpPr txBox="1"/>
          <p:nvPr/>
        </p:nvSpPr>
        <p:spPr>
          <a:xfrm>
            <a:off x="1835325" y="3857952"/>
            <a:ext cx="1581218" cy="276999"/>
          </a:xfrm>
          <a:prstGeom prst="rect">
            <a:avLst/>
          </a:prstGeom>
          <a:noFill/>
        </p:spPr>
        <p:txBody>
          <a:bodyPr wrap="square" rtlCol="0">
            <a:spAutoFit/>
          </a:bodyPr>
          <a:lstStyle/>
          <a:p>
            <a:pPr algn="ctr"/>
            <a:r>
              <a:rPr lang="en-US" sz="1200" dirty="0"/>
              <a:t>Create/modify PNR</a:t>
            </a:r>
            <a:endParaRPr lang="en-IE" sz="1200" dirty="0"/>
          </a:p>
        </p:txBody>
      </p:sp>
      <p:pic>
        <p:nvPicPr>
          <p:cNvPr id="14" name="Picture 1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170865" y="4139869"/>
            <a:ext cx="921488" cy="921488"/>
          </a:xfrm>
          <a:prstGeom prst="rect">
            <a:avLst/>
          </a:prstGeom>
        </p:spPr>
      </p:pic>
      <p:sp>
        <p:nvSpPr>
          <p:cNvPr id="15" name="TextBox 14"/>
          <p:cNvSpPr txBox="1"/>
          <p:nvPr/>
        </p:nvSpPr>
        <p:spPr>
          <a:xfrm>
            <a:off x="4021096" y="3857951"/>
            <a:ext cx="1728976" cy="276999"/>
          </a:xfrm>
          <a:prstGeom prst="rect">
            <a:avLst/>
          </a:prstGeom>
          <a:noFill/>
        </p:spPr>
        <p:txBody>
          <a:bodyPr wrap="square" rtlCol="0">
            <a:spAutoFit/>
          </a:bodyPr>
          <a:lstStyle/>
          <a:p>
            <a:r>
              <a:rPr lang="en-US" sz="1200" dirty="0"/>
              <a:t>Issue/modify documents</a:t>
            </a:r>
            <a:endParaRPr lang="en-IE" sz="1200" dirty="0"/>
          </a:p>
        </p:txBody>
      </p:sp>
      <p:pic>
        <p:nvPicPr>
          <p:cNvPr id="16" name="Picture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5589900">
            <a:off x="4341967" y="4041272"/>
            <a:ext cx="1087234" cy="1087234"/>
          </a:xfrm>
          <a:prstGeom prst="rect">
            <a:avLst/>
          </a:prstGeom>
        </p:spPr>
      </p:pic>
      <p:pic>
        <p:nvPicPr>
          <p:cNvPr id="17" name="Picture 1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183656" y="4102364"/>
            <a:ext cx="1034047" cy="1034047"/>
          </a:xfrm>
          <a:prstGeom prst="rect">
            <a:avLst/>
          </a:prstGeom>
          <a:solidFill>
            <a:schemeClr val="bg1"/>
          </a:solidFill>
        </p:spPr>
      </p:pic>
      <p:pic>
        <p:nvPicPr>
          <p:cNvPr id="18" name="Picture 1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858795" y="4009299"/>
            <a:ext cx="1187302" cy="1187302"/>
          </a:xfrm>
          <a:prstGeom prst="rect">
            <a:avLst/>
          </a:prstGeom>
          <a:noFill/>
        </p:spPr>
      </p:pic>
      <p:sp>
        <p:nvSpPr>
          <p:cNvPr id="19" name="TextBox 18"/>
          <p:cNvSpPr txBox="1"/>
          <p:nvPr/>
        </p:nvSpPr>
        <p:spPr>
          <a:xfrm>
            <a:off x="6354626" y="3870770"/>
            <a:ext cx="1561070" cy="461665"/>
          </a:xfrm>
          <a:prstGeom prst="rect">
            <a:avLst/>
          </a:prstGeom>
          <a:noFill/>
        </p:spPr>
        <p:txBody>
          <a:bodyPr wrap="square" rtlCol="0">
            <a:spAutoFit/>
          </a:bodyPr>
          <a:lstStyle/>
          <a:p>
            <a:pPr algn="ctr"/>
            <a:r>
              <a:rPr lang="en-US" sz="1200" dirty="0"/>
              <a:t>Invoicing, Accounting</a:t>
            </a:r>
          </a:p>
          <a:p>
            <a:pPr algn="ctr"/>
            <a:r>
              <a:rPr lang="en-US" sz="1200" dirty="0"/>
              <a:t>Statistics</a:t>
            </a:r>
            <a:endParaRPr lang="en-IE" sz="1200" dirty="0"/>
          </a:p>
        </p:txBody>
      </p:sp>
      <p:pic>
        <p:nvPicPr>
          <p:cNvPr id="20" name="Picture 1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flipH="1">
            <a:off x="362021" y="2874027"/>
            <a:ext cx="1077686" cy="1077686"/>
          </a:xfrm>
          <a:prstGeom prst="rect">
            <a:avLst/>
          </a:prstGeom>
        </p:spPr>
      </p:pic>
      <p:grpSp>
        <p:nvGrpSpPr>
          <p:cNvPr id="21" name="Group 20"/>
          <p:cNvGrpSpPr/>
          <p:nvPr/>
        </p:nvGrpSpPr>
        <p:grpSpPr>
          <a:xfrm>
            <a:off x="1392797" y="3214298"/>
            <a:ext cx="339494" cy="397144"/>
            <a:chOff x="1766887" y="733585"/>
            <a:chExt cx="339494" cy="397144"/>
          </a:xfrm>
        </p:grpSpPr>
        <p:sp>
          <p:nvSpPr>
            <p:cNvPr id="22" name="Right Arrow 21"/>
            <p:cNvSpPr/>
            <p:nvPr/>
          </p:nvSpPr>
          <p:spPr>
            <a:xfrm>
              <a:off x="1766887" y="733585"/>
              <a:ext cx="339494" cy="397144"/>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23" name="Right Arrow 4"/>
            <p:cNvSpPr/>
            <p:nvPr/>
          </p:nvSpPr>
          <p:spPr>
            <a:xfrm>
              <a:off x="1766887" y="813014"/>
              <a:ext cx="237646" cy="2382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IE" sz="1700" kern="1200"/>
            </a:p>
          </p:txBody>
        </p:sp>
      </p:grpSp>
      <p:sp>
        <p:nvSpPr>
          <p:cNvPr id="24" name="TextBox 23"/>
          <p:cNvSpPr txBox="1"/>
          <p:nvPr>
            <p:custDataLst>
              <p:custData r:id="rId1"/>
            </p:custDataLst>
          </p:nvPr>
        </p:nvSpPr>
        <p:spPr>
          <a:xfrm>
            <a:off x="60736" y="3862530"/>
            <a:ext cx="1581218" cy="276999"/>
          </a:xfrm>
          <a:prstGeom prst="rect">
            <a:avLst/>
          </a:prstGeom>
          <a:noFill/>
        </p:spPr>
        <p:txBody>
          <a:bodyPr wrap="square" rtlCol="0">
            <a:spAutoFit/>
          </a:bodyPr>
          <a:lstStyle/>
          <a:p>
            <a:pPr algn="ctr"/>
            <a:r>
              <a:rPr lang="en-US" sz="1200" dirty="0"/>
              <a:t>Travel Agent</a:t>
            </a:r>
            <a:endParaRPr lang="en-IE" sz="1200" dirty="0"/>
          </a:p>
        </p:txBody>
      </p:sp>
    </p:spTree>
    <p:extLst>
      <p:ext uri="{BB962C8B-B14F-4D97-AF65-F5344CB8AC3E}">
        <p14:creationId xmlns:p14="http://schemas.microsoft.com/office/powerpoint/2010/main" val="281118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ppt_x"/>
                                          </p:val>
                                        </p:tav>
                                        <p:tav tm="100000">
                                          <p:val>
                                            <p:strVal val="#ppt_x"/>
                                          </p:val>
                                        </p:tav>
                                      </p:tavLst>
                                    </p:anim>
                                    <p:anim calcmode="lin" valueType="num">
                                      <p:cBhvr additive="base">
                                        <p:cTn id="39" dur="500" fill="hold"/>
                                        <p:tgtEl>
                                          <p:spTgt spid="15"/>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 calcmode="lin" valueType="num">
                                      <p:cBhvr additive="base">
                                        <p:cTn id="56" dur="500" fill="hold"/>
                                        <p:tgtEl>
                                          <p:spTgt spid="18"/>
                                        </p:tgtEl>
                                        <p:attrNameLst>
                                          <p:attrName>ppt_x</p:attrName>
                                        </p:attrNameLst>
                                      </p:cBhvr>
                                      <p:tavLst>
                                        <p:tav tm="0">
                                          <p:val>
                                            <p:strVal val="#ppt_x"/>
                                          </p:val>
                                        </p:tav>
                                        <p:tav tm="100000">
                                          <p:val>
                                            <p:strVal val="#ppt_x"/>
                                          </p:val>
                                        </p:tav>
                                      </p:tavLst>
                                    </p:anim>
                                    <p:anim calcmode="lin" valueType="num">
                                      <p:cBhvr additive="base">
                                        <p:cTn id="5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2">
                                            <p:txEl>
                                              <p:pRg st="7" end="7"/>
                                            </p:txEl>
                                          </p:spTgt>
                                        </p:tgtEl>
                                        <p:attrNameLst>
                                          <p:attrName>style.visibility</p:attrName>
                                        </p:attrNameLst>
                                      </p:cBhvr>
                                      <p:to>
                                        <p:strVal val="visible"/>
                                      </p:to>
                                    </p:set>
                                    <p:animEffect transition="in" filter="fade">
                                      <p:cBhvr>
                                        <p:cTn id="62" dur="500"/>
                                        <p:tgtEl>
                                          <p:spTgt spid="12">
                                            <p:txEl>
                                              <p:pRg st="7" end="7"/>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2">
                                            <p:txEl>
                                              <p:pRg st="8" end="8"/>
                                            </p:txEl>
                                          </p:spTgt>
                                        </p:tgtEl>
                                        <p:attrNameLst>
                                          <p:attrName>style.visibility</p:attrName>
                                        </p:attrNameLst>
                                      </p:cBhvr>
                                      <p:to>
                                        <p:strVal val="visible"/>
                                      </p:to>
                                    </p:set>
                                    <p:animEffect transition="in" filter="fade">
                                      <p:cBhvr>
                                        <p:cTn id="65" dur="500"/>
                                        <p:tgtEl>
                                          <p:spTgt spid="12">
                                            <p:txEl>
                                              <p:pRg st="8" end="8"/>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2">
                                            <p:txEl>
                                              <p:pRg st="9" end="9"/>
                                            </p:txEl>
                                          </p:spTgt>
                                        </p:tgtEl>
                                        <p:attrNameLst>
                                          <p:attrName>style.visibility</p:attrName>
                                        </p:attrNameLst>
                                      </p:cBhvr>
                                      <p:to>
                                        <p:strVal val="visible"/>
                                      </p:to>
                                    </p:set>
                                    <p:animEffect transition="in" filter="fade">
                                      <p:cBhvr>
                                        <p:cTn id="68" dur="500"/>
                                        <p:tgtEl>
                                          <p:spTgt spid="12">
                                            <p:txEl>
                                              <p:pRg st="9" end="9"/>
                                            </p:tx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2">
                                            <p:txEl>
                                              <p:pRg st="10" end="10"/>
                                            </p:txEl>
                                          </p:spTgt>
                                        </p:tgtEl>
                                        <p:attrNameLst>
                                          <p:attrName>style.visibility</p:attrName>
                                        </p:attrNameLst>
                                      </p:cBhvr>
                                      <p:to>
                                        <p:strVal val="visible"/>
                                      </p:to>
                                    </p:set>
                                    <p:animEffect transition="in" filter="fade">
                                      <p:cBhvr>
                                        <p:cTn id="71" dur="500"/>
                                        <p:tgtEl>
                                          <p:spTgt spid="12">
                                            <p:txEl>
                                              <p:pRg st="10" end="10"/>
                                            </p:txEl>
                                          </p:spTgt>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2">
                                            <p:txEl>
                                              <p:pRg st="11" end="11"/>
                                            </p:txEl>
                                          </p:spTgt>
                                        </p:tgtEl>
                                        <p:attrNameLst>
                                          <p:attrName>style.visibility</p:attrName>
                                        </p:attrNameLst>
                                      </p:cBhvr>
                                      <p:to>
                                        <p:strVal val="visible"/>
                                      </p:to>
                                    </p:set>
                                    <p:animEffect transition="in" filter="fade">
                                      <p:cBhvr>
                                        <p:cTn id="74" dur="500"/>
                                        <p:tgtEl>
                                          <p:spTgt spid="12">
                                            <p:txEl>
                                              <p:pRg st="11" end="1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Graphic spid="2" grpId="0">
        <p:bldAsOne/>
      </p:bldGraphic>
      <p:bldP spid="13" grpId="0"/>
      <p:bldP spid="15" grpId="0"/>
      <p:bldP spid="19"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sz="quarter" idx="18"/>
          </p:nvPr>
        </p:nvSpPr>
        <p:spPr/>
        <p:txBody>
          <a:bodyPr>
            <a:normAutofit/>
          </a:bodyPr>
          <a:lstStyle/>
          <a:p>
            <a:pPr algn="just"/>
            <a:r>
              <a:rPr lang="en-GB" sz="1800" dirty="0"/>
              <a:t>Amadeus Interface Records are pseudo-</a:t>
            </a:r>
            <a:r>
              <a:rPr lang="en-GB" sz="1800" dirty="0" err="1"/>
              <a:t>Edifact</a:t>
            </a:r>
            <a:r>
              <a:rPr lang="en-GB" sz="1800" dirty="0"/>
              <a:t> messages sent from Amadeus Central System to the agencies back-office accounting and data management systems, in real-time</a:t>
            </a:r>
          </a:p>
          <a:p>
            <a:r>
              <a:rPr lang="en-GB" sz="1800" dirty="0"/>
              <a:t>Two types of messages:</a:t>
            </a:r>
          </a:p>
          <a:p>
            <a:pPr lvl="1" algn="just"/>
            <a:r>
              <a:rPr lang="en-GB" sz="1600" dirty="0"/>
              <a:t>Back-Office A.I.Rs (Amadeus Interface Records) are triggered at document issuance time (and follow-up actions) automatically or can be generated manually (TTP/BTK)</a:t>
            </a:r>
          </a:p>
          <a:p>
            <a:pPr lvl="1" algn="just"/>
            <a:r>
              <a:rPr lang="en-GB" sz="1600" dirty="0"/>
              <a:t>IMRs (Information Management Records) are triggered by the creation/modification of Amadeus PNRs, automatically or manually (BT)</a:t>
            </a:r>
          </a:p>
        </p:txBody>
      </p:sp>
      <p:sp>
        <p:nvSpPr>
          <p:cNvPr id="10" name="Marcador de número de diapositiva 9"/>
          <p:cNvSpPr>
            <a:spLocks noGrp="1"/>
          </p:cNvSpPr>
          <p:nvPr>
            <p:ph type="sldNum" sz="quarter" idx="4"/>
          </p:nvPr>
        </p:nvSpPr>
        <p:spPr/>
        <p:txBody>
          <a:bodyPr/>
          <a:lstStyle/>
          <a:p>
            <a:fld id="{E57627FB-D816-4EA7-98E3-793F2D9BC93A}" type="slidenum">
              <a:rPr lang="es-ES" smtClean="0"/>
              <a:pPr/>
              <a:t>3</a:t>
            </a:fld>
            <a:endParaRPr lang="es-ES" dirty="0"/>
          </a:p>
        </p:txBody>
      </p:sp>
      <p:sp>
        <p:nvSpPr>
          <p:cNvPr id="9" name="Marcador de pie de página 8"/>
          <p:cNvSpPr>
            <a:spLocks noGrp="1"/>
          </p:cNvSpPr>
          <p:nvPr>
            <p:ph type="ftr" sz="quarter" idx="3"/>
          </p:nvPr>
        </p:nvSpPr>
        <p:spPr/>
        <p:txBody>
          <a:bodyPr/>
          <a:lstStyle/>
          <a:p>
            <a:r>
              <a:rPr lang="en-US"/>
              <a:t>© 2016 Amadeus IT Group SA</a:t>
            </a:r>
            <a:endParaRPr lang="es-ES" dirty="0"/>
          </a:p>
        </p:txBody>
      </p:sp>
      <p:sp>
        <p:nvSpPr>
          <p:cNvPr id="8" name="Title 7"/>
          <p:cNvSpPr>
            <a:spLocks noGrp="1"/>
          </p:cNvSpPr>
          <p:nvPr>
            <p:ph type="title"/>
          </p:nvPr>
        </p:nvSpPr>
        <p:spPr/>
        <p:txBody>
          <a:bodyPr/>
          <a:lstStyle/>
          <a:p>
            <a:r>
              <a:rPr lang="en-GB" dirty="0"/>
              <a:t>Introduction</a:t>
            </a:r>
          </a:p>
        </p:txBody>
      </p:sp>
      <p:sp>
        <p:nvSpPr>
          <p:cNvPr id="11" name="Text Placeholder 10"/>
          <p:cNvSpPr>
            <a:spLocks noGrp="1"/>
          </p:cNvSpPr>
          <p:nvPr>
            <p:ph type="body" sz="quarter" idx="13"/>
          </p:nvPr>
        </p:nvSpPr>
        <p:spPr/>
        <p:txBody>
          <a:bodyPr/>
          <a:lstStyle/>
          <a:p>
            <a:r>
              <a:rPr lang="en-GB" dirty="0"/>
              <a:t>What is it?</a:t>
            </a:r>
          </a:p>
        </p:txBody>
      </p:sp>
      <p:pic>
        <p:nvPicPr>
          <p:cNvPr id="7" name="Picture 6" descr="D:\Documents\A.I.R\AIR flow diagram.png"/>
          <p:cNvPicPr/>
          <p:nvPr>
            <p:custDataLst>
              <p:custData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456660" y="4040371"/>
            <a:ext cx="6198782" cy="2268353"/>
          </a:xfrm>
          <a:prstGeom prst="rect">
            <a:avLst/>
          </a:prstGeom>
          <a:noFill/>
          <a:ln>
            <a:noFill/>
          </a:ln>
        </p:spPr>
      </p:pic>
    </p:spTree>
    <p:extLst>
      <p:ext uri="{BB962C8B-B14F-4D97-AF65-F5344CB8AC3E}">
        <p14:creationId xmlns:p14="http://schemas.microsoft.com/office/powerpoint/2010/main" val="311907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fade">
                                      <p:cBhvr>
                                        <p:cTn id="15" dur="500"/>
                                        <p:tgtEl>
                                          <p:spTgt spid="1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xEl>
                                              <p:pRg st="3" end="3"/>
                                            </p:txEl>
                                          </p:spTgt>
                                        </p:tgtEl>
                                        <p:attrNameLst>
                                          <p:attrName>style.visibility</p:attrName>
                                        </p:attrNameLst>
                                      </p:cBhvr>
                                      <p:to>
                                        <p:strVal val="visible"/>
                                      </p:to>
                                    </p:set>
                                    <p:animEffect transition="in" filter="fade">
                                      <p:cBhvr>
                                        <p:cTn id="18" dur="500"/>
                                        <p:tgtEl>
                                          <p:spTgt spid="1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8"/>
          </p:nvPr>
        </p:nvSpPr>
        <p:spPr/>
        <p:txBody>
          <a:bodyPr/>
          <a:lstStyle/>
          <a:p>
            <a:r>
              <a:rPr lang="en-GB" sz="1800" dirty="0"/>
              <a:t>Triggers and content are customisable via the office profile</a:t>
            </a:r>
          </a:p>
          <a:p>
            <a:r>
              <a:rPr lang="en-GB" sz="1800" b="1" dirty="0"/>
              <a:t>The triggers</a:t>
            </a:r>
            <a:r>
              <a:rPr lang="en-GB" sz="1800" dirty="0"/>
              <a:t> you can define which type of AIR/IMR you want to generate</a:t>
            </a:r>
          </a:p>
          <a:p>
            <a:pPr algn="just"/>
            <a:r>
              <a:rPr lang="en-GB" sz="1800" b="1" dirty="0"/>
              <a:t>The content</a:t>
            </a:r>
            <a:r>
              <a:rPr lang="en-GB" sz="1800" dirty="0"/>
              <a:t>: you can define which data you want to include in the A.I.R. </a:t>
            </a:r>
            <a:br>
              <a:rPr lang="en-GB" sz="1800" dirty="0"/>
            </a:br>
            <a:br>
              <a:rPr lang="en-GB" sz="1800" dirty="0"/>
            </a:br>
            <a:r>
              <a:rPr lang="en-GB" sz="1800" dirty="0"/>
              <a:t>It can also be defined in a customization key which overrides office profile settings. The key enable the agent to benefit from data without the need to upgrade version. The same key can be used for several offices (very useful for big corporations, TMCs).</a:t>
            </a:r>
            <a:br>
              <a:rPr lang="en-GB" sz="1800" dirty="0"/>
            </a:br>
            <a:r>
              <a:rPr lang="en-GB" sz="1800" dirty="0"/>
              <a:t>This is usually done by the ACO via a UI (‘customisation tool’).</a:t>
            </a:r>
          </a:p>
          <a:p>
            <a:pPr algn="just"/>
            <a:r>
              <a:rPr lang="en-GB" sz="1800" dirty="0"/>
              <a:t>It’s used by all Amadeus products (A.I.R.s can be generated for air, non-air, miscellaneous segments, e-ticketing, EMD, light ticketing, offers, </a:t>
            </a:r>
            <a:r>
              <a:rPr lang="en-GB" sz="1800" dirty="0" err="1"/>
              <a:t>etc</a:t>
            </a:r>
            <a:r>
              <a:rPr lang="en-GB" sz="1800" dirty="0"/>
              <a:t>) </a:t>
            </a:r>
          </a:p>
          <a:p>
            <a:endParaRPr lang="en-IE" dirty="0"/>
          </a:p>
        </p:txBody>
      </p:sp>
      <p:sp>
        <p:nvSpPr>
          <p:cNvPr id="3" name="Slide Number Placeholder 2"/>
          <p:cNvSpPr>
            <a:spLocks noGrp="1"/>
          </p:cNvSpPr>
          <p:nvPr>
            <p:ph type="sldNum" sz="quarter" idx="4"/>
          </p:nvPr>
        </p:nvSpPr>
        <p:spPr/>
        <p:txBody>
          <a:bodyPr/>
          <a:lstStyle/>
          <a:p>
            <a:fld id="{E57627FB-D816-4EA7-98E3-793F2D9BC93A}" type="slidenum">
              <a:rPr lang="es-ES" smtClean="0"/>
              <a:pPr/>
              <a:t>4</a:t>
            </a:fld>
            <a:endParaRPr lang="es-ES" dirty="0"/>
          </a:p>
        </p:txBody>
      </p:sp>
      <p:sp>
        <p:nvSpPr>
          <p:cNvPr id="4" name="Footer Placeholder 3"/>
          <p:cNvSpPr>
            <a:spLocks noGrp="1"/>
          </p:cNvSpPr>
          <p:nvPr>
            <p:ph type="ftr" sz="quarter" idx="3"/>
          </p:nvPr>
        </p:nvSpPr>
        <p:spPr/>
        <p:txBody>
          <a:bodyPr/>
          <a:lstStyle/>
          <a:p>
            <a:r>
              <a:rPr lang="en-GB" noProof="0"/>
              <a:t>© 2016 Amadeus IT Group SA</a:t>
            </a:r>
            <a:endParaRPr lang="en-GB" noProof="0" dirty="0"/>
          </a:p>
        </p:txBody>
      </p:sp>
      <p:sp>
        <p:nvSpPr>
          <p:cNvPr id="5" name="Title 4"/>
          <p:cNvSpPr>
            <a:spLocks noGrp="1"/>
          </p:cNvSpPr>
          <p:nvPr>
            <p:ph type="title"/>
          </p:nvPr>
        </p:nvSpPr>
        <p:spPr/>
        <p:txBody>
          <a:bodyPr/>
          <a:lstStyle/>
          <a:p>
            <a:r>
              <a:rPr lang="en-US" dirty="0"/>
              <a:t>Triggers &amp; Content</a:t>
            </a:r>
            <a:endParaRPr lang="en-IE" dirty="0"/>
          </a:p>
        </p:txBody>
      </p:sp>
      <p:sp>
        <p:nvSpPr>
          <p:cNvPr id="6" name="Text Placeholder 5"/>
          <p:cNvSpPr>
            <a:spLocks noGrp="1"/>
          </p:cNvSpPr>
          <p:nvPr>
            <p:ph type="body" sz="quarter" idx="13"/>
            <p:custDataLst>
              <p:custData r:id="rId1"/>
            </p:custDataLst>
          </p:nvPr>
        </p:nvSpPr>
        <p:spPr/>
        <p:txBody>
          <a:bodyPr/>
          <a:lstStyle/>
          <a:p>
            <a:endParaRPr lang="en-IE" dirty="0"/>
          </a:p>
        </p:txBody>
      </p:sp>
    </p:spTree>
    <p:extLst>
      <p:ext uri="{BB962C8B-B14F-4D97-AF65-F5344CB8AC3E}">
        <p14:creationId xmlns:p14="http://schemas.microsoft.com/office/powerpoint/2010/main" val="1423337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4"/>
          </p:nvPr>
        </p:nvPicPr>
        <p:blipFill>
          <a:blip r:embed="rId4">
            <a:extLst>
              <a:ext uri="{28A0092B-C50C-407E-A947-70E740481C1C}">
                <a14:useLocalDpi xmlns:a14="http://schemas.microsoft.com/office/drawing/2010/main" val="0"/>
              </a:ext>
            </a:extLst>
          </a:blip>
          <a:stretch>
            <a:fillRect/>
          </a:stretch>
        </p:blipFill>
        <p:spPr>
          <a:xfrm>
            <a:off x="6" y="3341914"/>
            <a:ext cx="4129713" cy="3516086"/>
          </a:xfrm>
        </p:spPr>
      </p:pic>
      <p:sp>
        <p:nvSpPr>
          <p:cNvPr id="5" name="Text Placeholder 4"/>
          <p:cNvSpPr>
            <a:spLocks noGrp="1"/>
          </p:cNvSpPr>
          <p:nvPr>
            <p:ph type="body" sz="quarter" idx="13"/>
          </p:nvPr>
        </p:nvSpPr>
        <p:spPr>
          <a:xfrm>
            <a:off x="219456" y="822131"/>
            <a:ext cx="3664521" cy="1349538"/>
          </a:xfrm>
        </p:spPr>
        <p:txBody>
          <a:bodyPr/>
          <a:lstStyle/>
          <a:p>
            <a:r>
              <a:rPr lang="en-GB" dirty="0"/>
              <a:t>Mirror vs. Shadow</a:t>
            </a:r>
          </a:p>
        </p:txBody>
      </p:sp>
      <p:sp>
        <p:nvSpPr>
          <p:cNvPr id="7" name="Text Placeholder 6"/>
          <p:cNvSpPr>
            <a:spLocks noGrp="1"/>
          </p:cNvSpPr>
          <p:nvPr>
            <p:ph type="body" sz="quarter" idx="18"/>
          </p:nvPr>
        </p:nvSpPr>
        <p:spPr/>
        <p:txBody>
          <a:bodyPr/>
          <a:lstStyle/>
          <a:p>
            <a:r>
              <a:rPr lang="en-GB" sz="1800" dirty="0"/>
              <a:t>It can be sent to several destinations (primary or secondary):</a:t>
            </a:r>
          </a:p>
          <a:p>
            <a:endParaRPr lang="en-GB" dirty="0"/>
          </a:p>
          <a:p>
            <a:pPr lvl="1" algn="just"/>
            <a:r>
              <a:rPr lang="en-GB" b="1" dirty="0"/>
              <a:t>Mirror process</a:t>
            </a:r>
            <a:r>
              <a:rPr lang="en-GB" dirty="0"/>
              <a:t>: copy of A.I.R where triggers and content are decided by the mirror office</a:t>
            </a:r>
          </a:p>
          <a:p>
            <a:pPr algn="just"/>
            <a:endParaRPr lang="en-GB" dirty="0"/>
          </a:p>
          <a:p>
            <a:pPr lvl="1" algn="just"/>
            <a:r>
              <a:rPr lang="en-GB" b="1" dirty="0"/>
              <a:t>Shadow process</a:t>
            </a:r>
            <a:r>
              <a:rPr lang="en-GB" dirty="0"/>
              <a:t>: copy of A.I.R where triggers come from the origin office. Can be customised by the receiving office</a:t>
            </a:r>
          </a:p>
        </p:txBody>
      </p:sp>
      <p:sp>
        <p:nvSpPr>
          <p:cNvPr id="18" name="Marcador de número de diapositiva 17"/>
          <p:cNvSpPr>
            <a:spLocks noGrp="1"/>
          </p:cNvSpPr>
          <p:nvPr>
            <p:ph type="sldNum" sz="quarter" idx="4"/>
          </p:nvPr>
        </p:nvSpPr>
        <p:spPr/>
        <p:txBody>
          <a:bodyPr/>
          <a:lstStyle/>
          <a:p>
            <a:fld id="{E57627FB-D816-4EA7-98E3-793F2D9BC93A}" type="slidenum">
              <a:rPr lang="es-ES" smtClean="0"/>
              <a:pPr/>
              <a:t>5</a:t>
            </a:fld>
            <a:endParaRPr lang="es-ES" dirty="0"/>
          </a:p>
        </p:txBody>
      </p:sp>
      <p:sp>
        <p:nvSpPr>
          <p:cNvPr id="21" name="Marcador de pie de página 20"/>
          <p:cNvSpPr>
            <a:spLocks noGrp="1"/>
          </p:cNvSpPr>
          <p:nvPr>
            <p:ph type="ftr" sz="quarter" idx="3"/>
          </p:nvPr>
        </p:nvSpPr>
        <p:spPr/>
        <p:txBody>
          <a:bodyPr/>
          <a:lstStyle/>
          <a:p>
            <a:r>
              <a:rPr lang="en-US"/>
              <a:t>© 2016 Amadeus IT Group SA</a:t>
            </a:r>
            <a:endParaRPr lang="es-ES" dirty="0"/>
          </a:p>
        </p:txBody>
      </p:sp>
      <p:sp>
        <p:nvSpPr>
          <p:cNvPr id="4" name="Title 3"/>
          <p:cNvSpPr>
            <a:spLocks noGrp="1"/>
          </p:cNvSpPr>
          <p:nvPr>
            <p:ph type="title"/>
          </p:nvPr>
        </p:nvSpPr>
        <p:spPr/>
        <p:txBody>
          <a:bodyPr/>
          <a:lstStyle/>
          <a:p>
            <a:r>
              <a:rPr lang="en-GB" dirty="0"/>
              <a:t>Multi-destination product</a:t>
            </a:r>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46112" y="5261629"/>
            <a:ext cx="1034143" cy="1034143"/>
          </a:xfrm>
          <a:prstGeom prst="rect">
            <a:avLst/>
          </a:prstGeom>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4524340" y="3966019"/>
            <a:ext cx="1077686" cy="1077686"/>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95220" y="4253247"/>
            <a:ext cx="1034143" cy="1034143"/>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21348" y="5220342"/>
            <a:ext cx="1034143" cy="1034143"/>
          </a:xfrm>
          <a:prstGeom prst="rect">
            <a:avLst/>
          </a:prstGeom>
        </p:spPr>
      </p:pic>
      <p:sp>
        <p:nvSpPr>
          <p:cNvPr id="9" name="TextBox 8"/>
          <p:cNvSpPr txBox="1"/>
          <p:nvPr/>
        </p:nvSpPr>
        <p:spPr>
          <a:xfrm>
            <a:off x="4686317" y="4826586"/>
            <a:ext cx="689612" cy="338554"/>
          </a:xfrm>
          <a:prstGeom prst="rect">
            <a:avLst/>
          </a:prstGeom>
          <a:noFill/>
        </p:spPr>
        <p:txBody>
          <a:bodyPr wrap="none" rtlCol="0">
            <a:spAutoFit/>
          </a:bodyPr>
          <a:lstStyle/>
          <a:p>
            <a:r>
              <a:rPr lang="en-US" sz="1600" dirty="0"/>
              <a:t>Origin</a:t>
            </a:r>
            <a:endParaRPr lang="en-IE" dirty="0"/>
          </a:p>
        </p:txBody>
      </p:sp>
      <p:sp>
        <p:nvSpPr>
          <p:cNvPr id="15" name="TextBox 14"/>
          <p:cNvSpPr txBox="1"/>
          <p:nvPr/>
        </p:nvSpPr>
        <p:spPr>
          <a:xfrm>
            <a:off x="4604788" y="6045994"/>
            <a:ext cx="836511" cy="338554"/>
          </a:xfrm>
          <a:prstGeom prst="rect">
            <a:avLst/>
          </a:prstGeom>
          <a:noFill/>
        </p:spPr>
        <p:txBody>
          <a:bodyPr wrap="none" rtlCol="0">
            <a:spAutoFit/>
          </a:bodyPr>
          <a:lstStyle/>
          <a:p>
            <a:r>
              <a:rPr lang="en-US" sz="1600" dirty="0"/>
              <a:t>Primary</a:t>
            </a:r>
            <a:endParaRPr lang="en-IE" dirty="0"/>
          </a:p>
        </p:txBody>
      </p:sp>
      <p:sp>
        <p:nvSpPr>
          <p:cNvPr id="16" name="TextBox 15"/>
          <p:cNvSpPr txBox="1"/>
          <p:nvPr/>
        </p:nvSpPr>
        <p:spPr>
          <a:xfrm>
            <a:off x="6523838" y="5058168"/>
            <a:ext cx="1469313" cy="338554"/>
          </a:xfrm>
          <a:prstGeom prst="rect">
            <a:avLst/>
          </a:prstGeom>
          <a:noFill/>
        </p:spPr>
        <p:txBody>
          <a:bodyPr wrap="none" rtlCol="0">
            <a:spAutoFit/>
          </a:bodyPr>
          <a:lstStyle/>
          <a:p>
            <a:r>
              <a:rPr lang="en-US" sz="1600" dirty="0"/>
              <a:t>Mirror/Shadow</a:t>
            </a:r>
            <a:endParaRPr lang="en-IE" sz="1600" dirty="0"/>
          </a:p>
        </p:txBody>
      </p:sp>
      <p:sp>
        <p:nvSpPr>
          <p:cNvPr id="17" name="TextBox 16"/>
          <p:cNvSpPr txBox="1"/>
          <p:nvPr/>
        </p:nvSpPr>
        <p:spPr>
          <a:xfrm>
            <a:off x="6523838" y="6037437"/>
            <a:ext cx="1469313" cy="338554"/>
          </a:xfrm>
          <a:prstGeom prst="rect">
            <a:avLst/>
          </a:prstGeom>
          <a:noFill/>
        </p:spPr>
        <p:txBody>
          <a:bodyPr wrap="none" rtlCol="0">
            <a:spAutoFit/>
          </a:bodyPr>
          <a:lstStyle/>
          <a:p>
            <a:r>
              <a:rPr lang="en-US" sz="1600" dirty="0"/>
              <a:t>Mirror/Shadow</a:t>
            </a:r>
            <a:endParaRPr lang="en-IE" dirty="0"/>
          </a:p>
        </p:txBody>
      </p:sp>
      <p:cxnSp>
        <p:nvCxnSpPr>
          <p:cNvPr id="14" name="Straight Arrow Connector 13"/>
          <p:cNvCxnSpPr/>
          <p:nvPr/>
        </p:nvCxnSpPr>
        <p:spPr>
          <a:xfrm flipV="1">
            <a:off x="5580255" y="4909457"/>
            <a:ext cx="1027374" cy="990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602026" y="5900057"/>
            <a:ext cx="10056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9" idx="2"/>
          </p:cNvCxnSpPr>
          <p:nvPr>
            <p:custDataLst>
              <p:custData r:id="rId1"/>
            </p:custDataLst>
          </p:nvPr>
        </p:nvCxnSpPr>
        <p:spPr>
          <a:xfrm>
            <a:off x="5031123" y="5165140"/>
            <a:ext cx="32060" cy="272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093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500"/>
                                        <p:tgtEl>
                                          <p:spTgt spid="7">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par>
                                <p:cTn id="46" presetID="10" presetClass="entr" presetSubtype="0" fill="hold"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P spid="15"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8"/>
          </p:nvPr>
        </p:nvSpPr>
        <p:spPr/>
        <p:txBody>
          <a:bodyPr>
            <a:normAutofit/>
          </a:bodyPr>
          <a:lstStyle/>
          <a:p>
            <a:r>
              <a:rPr lang="en-GB" sz="1800" dirty="0"/>
              <a:t>Once an A.I.R/I.M.R has been created by the system, a retention process starts:</a:t>
            </a:r>
          </a:p>
          <a:p>
            <a:pPr marL="0" indent="0">
              <a:buNone/>
            </a:pPr>
            <a:r>
              <a:rPr lang="en-GB" sz="1800" dirty="0"/>
              <a:t>         the records are kept </a:t>
            </a:r>
            <a:r>
              <a:rPr lang="en-GB" sz="2800" b="1" dirty="0"/>
              <a:t>28 days </a:t>
            </a:r>
            <a:br>
              <a:rPr lang="en-GB" sz="2800" b="1" dirty="0"/>
            </a:br>
            <a:endParaRPr lang="en-GB" sz="2800" b="1" dirty="0"/>
          </a:p>
          <a:p>
            <a:endParaRPr lang="en-GB" sz="1800" b="1" dirty="0"/>
          </a:p>
          <a:p>
            <a:r>
              <a:rPr lang="en-GB" sz="1800" dirty="0"/>
              <a:t>During that period, the A.I.R/I.M.R can be displayed or manually retransmitted if needed</a:t>
            </a:r>
            <a:endParaRPr lang="en-IE" sz="1800" dirty="0"/>
          </a:p>
        </p:txBody>
      </p:sp>
      <p:sp>
        <p:nvSpPr>
          <p:cNvPr id="3" name="Slide Number Placeholder 2"/>
          <p:cNvSpPr>
            <a:spLocks noGrp="1"/>
          </p:cNvSpPr>
          <p:nvPr>
            <p:ph type="sldNum" sz="quarter" idx="4"/>
          </p:nvPr>
        </p:nvSpPr>
        <p:spPr/>
        <p:txBody>
          <a:bodyPr/>
          <a:lstStyle/>
          <a:p>
            <a:fld id="{E57627FB-D816-4EA7-98E3-793F2D9BC93A}" type="slidenum">
              <a:rPr lang="es-ES" smtClean="0"/>
              <a:pPr/>
              <a:t>6</a:t>
            </a:fld>
            <a:endParaRPr lang="es-ES" dirty="0"/>
          </a:p>
        </p:txBody>
      </p:sp>
      <p:sp>
        <p:nvSpPr>
          <p:cNvPr id="4" name="Footer Placeholder 3"/>
          <p:cNvSpPr>
            <a:spLocks noGrp="1"/>
          </p:cNvSpPr>
          <p:nvPr>
            <p:ph type="ftr" sz="quarter" idx="3"/>
          </p:nvPr>
        </p:nvSpPr>
        <p:spPr/>
        <p:txBody>
          <a:bodyPr/>
          <a:lstStyle/>
          <a:p>
            <a:r>
              <a:rPr lang="en-GB" noProof="0"/>
              <a:t>© 2016 Amadeus IT Group SA</a:t>
            </a:r>
            <a:endParaRPr lang="en-GB" noProof="0" dirty="0"/>
          </a:p>
        </p:txBody>
      </p:sp>
      <p:sp>
        <p:nvSpPr>
          <p:cNvPr id="5" name="Title 4"/>
          <p:cNvSpPr>
            <a:spLocks noGrp="1"/>
          </p:cNvSpPr>
          <p:nvPr>
            <p:ph type="title"/>
          </p:nvPr>
        </p:nvSpPr>
        <p:spPr/>
        <p:txBody>
          <a:bodyPr/>
          <a:lstStyle/>
          <a:p>
            <a:r>
              <a:rPr lang="en-US" dirty="0"/>
              <a:t>Retention process</a:t>
            </a:r>
            <a:endParaRPr lang="en-IE" dirty="0"/>
          </a:p>
        </p:txBody>
      </p:sp>
      <p:sp>
        <p:nvSpPr>
          <p:cNvPr id="6" name="Text Placeholder 5"/>
          <p:cNvSpPr>
            <a:spLocks noGrp="1"/>
          </p:cNvSpPr>
          <p:nvPr>
            <p:ph type="body" sz="quarter" idx="13"/>
          </p:nvPr>
        </p:nvSpPr>
        <p:spPr/>
        <p:txBody>
          <a:bodyPr/>
          <a:lstStyle/>
          <a:p>
            <a:endParaRPr lang="en-IE"/>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24815" y="1820788"/>
            <a:ext cx="1298944" cy="1298944"/>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33285" y="3910457"/>
            <a:ext cx="1371471" cy="1371471"/>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12217" y="3910457"/>
            <a:ext cx="1415902" cy="1415902"/>
          </a:xfrm>
          <a:prstGeom prst="rect">
            <a:avLst/>
          </a:prstGeom>
        </p:spPr>
      </p:pic>
      <p:cxnSp>
        <p:nvCxnSpPr>
          <p:cNvPr id="12" name="Straight Arrow Connector 11"/>
          <p:cNvCxnSpPr/>
          <p:nvPr>
            <p:custDataLst>
              <p:custData r:id="rId1"/>
            </p:custDataLst>
          </p:nvPr>
        </p:nvCxnSpPr>
        <p:spPr>
          <a:xfrm>
            <a:off x="4091516" y="4596192"/>
            <a:ext cx="93566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121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fade">
                                      <p:cBhvr>
                                        <p:cTn id="15" dur="500"/>
                                        <p:tgtEl>
                                          <p:spTgt spid="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par>
                          <p:cTn id="27" fill="hold">
                            <p:stCondLst>
                              <p:cond delay="500"/>
                            </p:stCondLst>
                            <p:childTnLst>
                              <p:par>
                                <p:cTn id="28" presetID="53" presetClass="entr" presetSubtype="16"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Marcador de número de diapositiva 58"/>
          <p:cNvSpPr>
            <a:spLocks noGrp="1"/>
          </p:cNvSpPr>
          <p:nvPr>
            <p:ph type="sldNum" sz="quarter" idx="4"/>
          </p:nvPr>
        </p:nvSpPr>
        <p:spPr/>
        <p:txBody>
          <a:bodyPr/>
          <a:lstStyle/>
          <a:p>
            <a:fld id="{E57627FB-D816-4EA7-98E3-793F2D9BC93A}" type="slidenum">
              <a:rPr lang="es-ES" smtClean="0"/>
              <a:pPr/>
              <a:t>7</a:t>
            </a:fld>
            <a:endParaRPr lang="es-ES" dirty="0"/>
          </a:p>
        </p:txBody>
      </p:sp>
      <p:sp>
        <p:nvSpPr>
          <p:cNvPr id="7" name="Text Placeholder 6"/>
          <p:cNvSpPr>
            <a:spLocks noGrp="1"/>
          </p:cNvSpPr>
          <p:nvPr>
            <p:ph type="body" sz="quarter" idx="18"/>
          </p:nvPr>
        </p:nvSpPr>
        <p:spPr>
          <a:xfrm>
            <a:off x="2068960" y="2289059"/>
            <a:ext cx="3968359" cy="956604"/>
          </a:xfrm>
        </p:spPr>
        <p:txBody>
          <a:bodyPr/>
          <a:lstStyle/>
          <a:p>
            <a:r>
              <a:rPr lang="en-GB" dirty="0"/>
              <a:t>Display A.I.R / I.M.R (for helpdesk only)  </a:t>
            </a:r>
          </a:p>
        </p:txBody>
      </p:sp>
      <p:sp>
        <p:nvSpPr>
          <p:cNvPr id="8" name="Text Placeholder 7"/>
          <p:cNvSpPr>
            <a:spLocks noGrp="1"/>
          </p:cNvSpPr>
          <p:nvPr>
            <p:ph type="body" sz="quarter" idx="36"/>
          </p:nvPr>
        </p:nvSpPr>
        <p:spPr>
          <a:xfrm>
            <a:off x="471142" y="2152802"/>
            <a:ext cx="1335887" cy="663649"/>
          </a:xfrm>
        </p:spPr>
        <p:txBody>
          <a:bodyPr/>
          <a:lstStyle/>
          <a:p>
            <a:r>
              <a:rPr lang="en-GB" dirty="0"/>
              <a:t>TTZB</a:t>
            </a:r>
          </a:p>
        </p:txBody>
      </p:sp>
      <p:sp>
        <p:nvSpPr>
          <p:cNvPr id="9" name="Text Placeholder 8"/>
          <p:cNvSpPr>
            <a:spLocks noGrp="1"/>
          </p:cNvSpPr>
          <p:nvPr>
            <p:ph type="body" sz="quarter" idx="38"/>
          </p:nvPr>
        </p:nvSpPr>
        <p:spPr>
          <a:xfrm>
            <a:off x="471142" y="2817413"/>
            <a:ext cx="944001" cy="663649"/>
          </a:xfrm>
        </p:spPr>
        <p:txBody>
          <a:bodyPr/>
          <a:lstStyle/>
          <a:p>
            <a:r>
              <a:rPr lang="en-GB" dirty="0"/>
              <a:t>BD</a:t>
            </a:r>
          </a:p>
        </p:txBody>
      </p:sp>
      <p:sp>
        <p:nvSpPr>
          <p:cNvPr id="10" name="Text Placeholder 9"/>
          <p:cNvSpPr>
            <a:spLocks noGrp="1"/>
          </p:cNvSpPr>
          <p:nvPr>
            <p:ph type="body" sz="quarter" idx="41"/>
          </p:nvPr>
        </p:nvSpPr>
        <p:spPr>
          <a:xfrm>
            <a:off x="2068960" y="2953271"/>
            <a:ext cx="3968359" cy="956604"/>
          </a:xfrm>
        </p:spPr>
        <p:txBody>
          <a:bodyPr/>
          <a:lstStyle/>
          <a:p>
            <a:r>
              <a:rPr lang="en-GB" dirty="0"/>
              <a:t>Display list of A.I.Rs/I.M.Rs</a:t>
            </a:r>
          </a:p>
        </p:txBody>
      </p:sp>
      <p:sp>
        <p:nvSpPr>
          <p:cNvPr id="11" name="Text Placeholder 10"/>
          <p:cNvSpPr>
            <a:spLocks noGrp="1"/>
          </p:cNvSpPr>
          <p:nvPr>
            <p:ph type="body" sz="quarter" idx="42"/>
          </p:nvPr>
        </p:nvSpPr>
        <p:spPr>
          <a:xfrm>
            <a:off x="443927" y="3535185"/>
            <a:ext cx="1020201" cy="663649"/>
          </a:xfrm>
        </p:spPr>
        <p:txBody>
          <a:bodyPr/>
          <a:lstStyle/>
          <a:p>
            <a:r>
              <a:rPr lang="en-GB" dirty="0"/>
              <a:t>BG</a:t>
            </a:r>
          </a:p>
        </p:txBody>
      </p:sp>
      <p:sp>
        <p:nvSpPr>
          <p:cNvPr id="22" name="Text Placeholder 21"/>
          <p:cNvSpPr>
            <a:spLocks noGrp="1"/>
          </p:cNvSpPr>
          <p:nvPr>
            <p:ph type="body" sz="quarter" idx="43"/>
          </p:nvPr>
        </p:nvSpPr>
        <p:spPr>
          <a:xfrm>
            <a:off x="2068960" y="3564319"/>
            <a:ext cx="3968359" cy="956604"/>
          </a:xfrm>
        </p:spPr>
        <p:txBody>
          <a:bodyPr/>
          <a:lstStyle/>
          <a:p>
            <a:r>
              <a:rPr lang="en-GB" dirty="0"/>
              <a:t>Display generated A.I.Rs/I.M.Rs from a specific PNR</a:t>
            </a:r>
          </a:p>
        </p:txBody>
      </p:sp>
      <p:sp>
        <p:nvSpPr>
          <p:cNvPr id="38" name="Marcador de pie de página 37"/>
          <p:cNvSpPr>
            <a:spLocks noGrp="1"/>
          </p:cNvSpPr>
          <p:nvPr>
            <p:ph type="ftr" sz="quarter" idx="3"/>
          </p:nvPr>
        </p:nvSpPr>
        <p:spPr/>
        <p:txBody>
          <a:bodyPr/>
          <a:lstStyle/>
          <a:p>
            <a:r>
              <a:rPr lang="en-GB"/>
              <a:t>© 2016 Amadeus IT Group SA</a:t>
            </a:r>
            <a:endParaRPr lang="en-GB" dirty="0"/>
          </a:p>
        </p:txBody>
      </p:sp>
      <p:sp>
        <p:nvSpPr>
          <p:cNvPr id="4" name="Title 3"/>
          <p:cNvSpPr>
            <a:spLocks noGrp="1"/>
          </p:cNvSpPr>
          <p:nvPr>
            <p:ph type="title"/>
          </p:nvPr>
        </p:nvSpPr>
        <p:spPr/>
        <p:txBody>
          <a:bodyPr/>
          <a:lstStyle/>
          <a:p>
            <a:r>
              <a:rPr lang="en-GB" dirty="0"/>
              <a:t>Cryptic entries</a:t>
            </a:r>
          </a:p>
        </p:txBody>
      </p:sp>
      <p:sp>
        <p:nvSpPr>
          <p:cNvPr id="5" name="Text Placeholder 4"/>
          <p:cNvSpPr>
            <a:spLocks noGrp="1"/>
          </p:cNvSpPr>
          <p:nvPr>
            <p:ph type="body" sz="quarter" idx="13"/>
          </p:nvPr>
        </p:nvSpPr>
        <p:spPr/>
        <p:txBody>
          <a:bodyPr/>
          <a:lstStyle/>
          <a:p>
            <a:endParaRPr lang="en-GB" dirty="0"/>
          </a:p>
        </p:txBody>
      </p:sp>
      <p:pic>
        <p:nvPicPr>
          <p:cNvPr id="12" name="Picture Placeholder 11"/>
          <p:cNvPicPr>
            <a:picLocks noGrp="1" noChangeAspect="1"/>
          </p:cNvPicPr>
          <p:nvPr>
            <p:ph type="pic" sz="quarter" idx="16"/>
          </p:nvPr>
        </p:nvPicPr>
        <p:blipFill>
          <a:blip r:embed="rId4">
            <a:extLst>
              <a:ext uri="{28A0092B-C50C-407E-A947-70E740481C1C}">
                <a14:useLocalDpi xmlns:a14="http://schemas.microsoft.com/office/drawing/2010/main" val="0"/>
              </a:ext>
            </a:extLst>
          </a:blip>
          <a:srcRect l="2952" r="2952"/>
          <a:stretch>
            <a:fillRect/>
          </a:stretch>
        </p:blipFill>
        <p:spPr>
          <a:xfrm>
            <a:off x="6145779" y="2410588"/>
            <a:ext cx="2686940" cy="2604372"/>
          </a:xfrm>
          <a:prstGeom prst="roundRect">
            <a:avLst/>
          </a:prstGeom>
        </p:spPr>
      </p:pic>
      <p:sp>
        <p:nvSpPr>
          <p:cNvPr id="19" name="Text Placeholder 10"/>
          <p:cNvSpPr txBox="1">
            <a:spLocks/>
          </p:cNvSpPr>
          <p:nvPr/>
        </p:nvSpPr>
        <p:spPr>
          <a:xfrm>
            <a:off x="461939" y="4306631"/>
            <a:ext cx="942571" cy="6636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Clr>
                <a:schemeClr val="accent2"/>
              </a:buClr>
              <a:buSzPct val="80000"/>
              <a:buFont typeface="Calibri" panose="020F0502020204030204" pitchFamily="34" charset="0"/>
              <a:buNone/>
              <a:defRPr sz="4500" kern="1200">
                <a:solidFill>
                  <a:schemeClr val="accent3"/>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lumMod val="50000"/>
                  </a:schemeClr>
                </a:solidFill>
                <a:latin typeface="+mj-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lumMod val="50000"/>
                  </a:schemeClr>
                </a:solidFill>
                <a:latin typeface="+mj-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100" kern="1200">
                <a:solidFill>
                  <a:schemeClr val="bg1">
                    <a:lumMod val="50000"/>
                  </a:schemeClr>
                </a:solidFill>
                <a:latin typeface="+mj-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100" kern="1200">
                <a:solidFill>
                  <a:schemeClr val="bg1">
                    <a:lumMod val="50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accent2">
                    <a:lumMod val="20000"/>
                    <a:lumOff val="80000"/>
                  </a:schemeClr>
                </a:solidFill>
              </a:rPr>
              <a:t>BR</a:t>
            </a:r>
          </a:p>
        </p:txBody>
      </p:sp>
      <p:sp>
        <p:nvSpPr>
          <p:cNvPr id="20" name="Text Placeholder 21"/>
          <p:cNvSpPr txBox="1">
            <a:spLocks/>
          </p:cNvSpPr>
          <p:nvPr/>
        </p:nvSpPr>
        <p:spPr>
          <a:xfrm>
            <a:off x="2068959" y="4439958"/>
            <a:ext cx="3968359" cy="956604"/>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Clr>
                <a:schemeClr val="accent2"/>
              </a:buClr>
              <a:buSzPct val="80000"/>
              <a:buFont typeface="Calibri" panose="020F0502020204030204" pitchFamily="34" charset="0"/>
              <a:buNone/>
              <a:defRPr sz="1800" kern="1200">
                <a:solidFill>
                  <a:schemeClr val="bg1">
                    <a:lumMod val="50000"/>
                  </a:schemeClr>
                </a:solidFill>
                <a:latin typeface="+mj-lt"/>
                <a:ea typeface="+mn-ea"/>
                <a:cs typeface="+mn-cs"/>
              </a:defRPr>
            </a:lvl1pPr>
            <a:lvl2pPr marL="342875" indent="0" algn="l" defTabSz="914400" rtl="0" eaLnBrk="1" latinLnBrk="0" hangingPunct="1">
              <a:lnSpc>
                <a:spcPct val="90000"/>
              </a:lnSpc>
              <a:spcBef>
                <a:spcPts val="500"/>
              </a:spcBef>
              <a:buClr>
                <a:schemeClr val="accent2"/>
              </a:buClr>
              <a:buFont typeface="Arial" panose="020B0604020202020204" pitchFamily="34" charset="0"/>
              <a:buNone/>
              <a:defRPr sz="1400" kern="1200">
                <a:solidFill>
                  <a:schemeClr val="bg1">
                    <a:lumMod val="50000"/>
                  </a:schemeClr>
                </a:solidFill>
                <a:latin typeface="+mj-lt"/>
                <a:ea typeface="+mn-ea"/>
                <a:cs typeface="+mn-cs"/>
              </a:defRPr>
            </a:lvl2pPr>
            <a:lvl3pPr marL="685749" indent="0" algn="l" defTabSz="914400" rtl="0" eaLnBrk="1" latinLnBrk="0" hangingPunct="1">
              <a:lnSpc>
                <a:spcPct val="90000"/>
              </a:lnSpc>
              <a:spcBef>
                <a:spcPts val="500"/>
              </a:spcBef>
              <a:buClr>
                <a:schemeClr val="accent2"/>
              </a:buClr>
              <a:buFont typeface="Arial" panose="020B0604020202020204" pitchFamily="34" charset="0"/>
              <a:buNone/>
              <a:defRPr sz="1200" kern="1200">
                <a:solidFill>
                  <a:schemeClr val="bg1">
                    <a:lumMod val="50000"/>
                  </a:schemeClr>
                </a:solidFill>
                <a:latin typeface="+mj-lt"/>
                <a:ea typeface="+mn-ea"/>
                <a:cs typeface="+mn-cs"/>
              </a:defRPr>
            </a:lvl3pPr>
            <a:lvl4pPr marL="1028624" indent="0" algn="l" defTabSz="914400" rtl="0" eaLnBrk="1" latinLnBrk="0" hangingPunct="1">
              <a:lnSpc>
                <a:spcPct val="90000"/>
              </a:lnSpc>
              <a:spcBef>
                <a:spcPts val="500"/>
              </a:spcBef>
              <a:buClr>
                <a:schemeClr val="accent2"/>
              </a:buClr>
              <a:buFont typeface="Arial" panose="020B0604020202020204" pitchFamily="34" charset="0"/>
              <a:buNone/>
              <a:defRPr sz="1100" kern="1200">
                <a:solidFill>
                  <a:schemeClr val="bg1">
                    <a:lumMod val="50000"/>
                  </a:schemeClr>
                </a:solidFill>
                <a:latin typeface="+mj-lt"/>
                <a:ea typeface="+mn-ea"/>
                <a:cs typeface="+mn-cs"/>
              </a:defRPr>
            </a:lvl4pPr>
            <a:lvl5pPr marL="1371498" indent="0" algn="l" defTabSz="914400" rtl="0" eaLnBrk="1" latinLnBrk="0" hangingPunct="1">
              <a:lnSpc>
                <a:spcPct val="90000"/>
              </a:lnSpc>
              <a:spcBef>
                <a:spcPts val="500"/>
              </a:spcBef>
              <a:buClr>
                <a:schemeClr val="accent2"/>
              </a:buClr>
              <a:buFont typeface="Arial" panose="020B0604020202020204" pitchFamily="34" charset="0"/>
              <a:buNone/>
              <a:defRPr sz="1100" kern="1200">
                <a:solidFill>
                  <a:schemeClr val="bg1">
                    <a:lumMod val="50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Retransmit</a:t>
            </a:r>
          </a:p>
        </p:txBody>
      </p:sp>
      <p:sp>
        <p:nvSpPr>
          <p:cNvPr id="14" name="TextBox 13"/>
          <p:cNvSpPr txBox="1"/>
          <p:nvPr/>
        </p:nvSpPr>
        <p:spPr>
          <a:xfrm>
            <a:off x="219456" y="1436914"/>
            <a:ext cx="8583375" cy="369332"/>
          </a:xfrm>
          <a:prstGeom prst="rect">
            <a:avLst/>
          </a:prstGeom>
          <a:noFill/>
        </p:spPr>
        <p:txBody>
          <a:bodyPr wrap="none" rtlCol="0">
            <a:spAutoFit/>
          </a:bodyPr>
          <a:lstStyle/>
          <a:p>
            <a:r>
              <a:rPr lang="en-US" dirty="0">
                <a:solidFill>
                  <a:schemeClr val="bg1">
                    <a:lumMod val="50000"/>
                  </a:schemeClr>
                </a:solidFill>
                <a:latin typeface="+mj-lt"/>
              </a:rPr>
              <a:t>Several cryptic entries are available for the agents. They are controlled by LSS permissions</a:t>
            </a:r>
            <a:endParaRPr lang="en-IE" dirty="0">
              <a:solidFill>
                <a:schemeClr val="bg1">
                  <a:lumMod val="50000"/>
                </a:schemeClr>
              </a:solidFill>
              <a:latin typeface="+mj-lt"/>
            </a:endParaRPr>
          </a:p>
        </p:txBody>
      </p:sp>
      <p:sp>
        <p:nvSpPr>
          <p:cNvPr id="16" name="Text Placeholder 10"/>
          <p:cNvSpPr txBox="1">
            <a:spLocks/>
          </p:cNvSpPr>
          <p:nvPr/>
        </p:nvSpPr>
        <p:spPr>
          <a:xfrm>
            <a:off x="347411" y="5926470"/>
            <a:ext cx="5840900" cy="6636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Clr>
                <a:schemeClr val="accent2"/>
              </a:buClr>
              <a:buSzPct val="80000"/>
              <a:buFont typeface="Calibri" panose="020F0502020204030204" pitchFamily="34" charset="0"/>
              <a:buNone/>
              <a:defRPr sz="4500" kern="1200">
                <a:solidFill>
                  <a:schemeClr val="accent3"/>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lumMod val="50000"/>
                  </a:schemeClr>
                </a:solidFill>
                <a:latin typeface="+mj-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lumMod val="50000"/>
                  </a:schemeClr>
                </a:solidFill>
                <a:latin typeface="+mj-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100" kern="1200">
                <a:solidFill>
                  <a:schemeClr val="bg1">
                    <a:lumMod val="50000"/>
                  </a:schemeClr>
                </a:solidFill>
                <a:latin typeface="+mj-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100" kern="1200">
                <a:solidFill>
                  <a:schemeClr val="bg1">
                    <a:lumMod val="50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accent2"/>
                </a:solidFill>
              </a:rPr>
              <a:t>BB / BASTART / BSSTOP</a:t>
            </a:r>
          </a:p>
        </p:txBody>
      </p:sp>
      <p:sp>
        <p:nvSpPr>
          <p:cNvPr id="17" name="Text Placeholder 21"/>
          <p:cNvSpPr txBox="1">
            <a:spLocks/>
          </p:cNvSpPr>
          <p:nvPr/>
        </p:nvSpPr>
        <p:spPr>
          <a:xfrm>
            <a:off x="6002231" y="5964361"/>
            <a:ext cx="3968359" cy="956604"/>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Clr>
                <a:schemeClr val="accent2"/>
              </a:buClr>
              <a:buSzPct val="80000"/>
              <a:buFont typeface="Calibri" panose="020F0502020204030204" pitchFamily="34" charset="0"/>
              <a:buNone/>
              <a:defRPr sz="1800" kern="1200">
                <a:solidFill>
                  <a:schemeClr val="bg1">
                    <a:lumMod val="50000"/>
                  </a:schemeClr>
                </a:solidFill>
                <a:latin typeface="+mj-lt"/>
                <a:ea typeface="+mn-ea"/>
                <a:cs typeface="+mn-cs"/>
              </a:defRPr>
            </a:lvl1pPr>
            <a:lvl2pPr marL="342875" indent="0" algn="l" defTabSz="914400" rtl="0" eaLnBrk="1" latinLnBrk="0" hangingPunct="1">
              <a:lnSpc>
                <a:spcPct val="90000"/>
              </a:lnSpc>
              <a:spcBef>
                <a:spcPts val="500"/>
              </a:spcBef>
              <a:buClr>
                <a:schemeClr val="accent2"/>
              </a:buClr>
              <a:buFont typeface="Arial" panose="020B0604020202020204" pitchFamily="34" charset="0"/>
              <a:buNone/>
              <a:defRPr sz="1400" kern="1200">
                <a:solidFill>
                  <a:schemeClr val="bg1">
                    <a:lumMod val="50000"/>
                  </a:schemeClr>
                </a:solidFill>
                <a:latin typeface="+mj-lt"/>
                <a:ea typeface="+mn-ea"/>
                <a:cs typeface="+mn-cs"/>
              </a:defRPr>
            </a:lvl2pPr>
            <a:lvl3pPr marL="685749" indent="0" algn="l" defTabSz="914400" rtl="0" eaLnBrk="1" latinLnBrk="0" hangingPunct="1">
              <a:lnSpc>
                <a:spcPct val="90000"/>
              </a:lnSpc>
              <a:spcBef>
                <a:spcPts val="500"/>
              </a:spcBef>
              <a:buClr>
                <a:schemeClr val="accent2"/>
              </a:buClr>
              <a:buFont typeface="Arial" panose="020B0604020202020204" pitchFamily="34" charset="0"/>
              <a:buNone/>
              <a:defRPr sz="1200" kern="1200">
                <a:solidFill>
                  <a:schemeClr val="bg1">
                    <a:lumMod val="50000"/>
                  </a:schemeClr>
                </a:solidFill>
                <a:latin typeface="+mj-lt"/>
                <a:ea typeface="+mn-ea"/>
                <a:cs typeface="+mn-cs"/>
              </a:defRPr>
            </a:lvl3pPr>
            <a:lvl4pPr marL="1028624" indent="0" algn="l" defTabSz="914400" rtl="0" eaLnBrk="1" latinLnBrk="0" hangingPunct="1">
              <a:lnSpc>
                <a:spcPct val="90000"/>
              </a:lnSpc>
              <a:spcBef>
                <a:spcPts val="500"/>
              </a:spcBef>
              <a:buClr>
                <a:schemeClr val="accent2"/>
              </a:buClr>
              <a:buFont typeface="Arial" panose="020B0604020202020204" pitchFamily="34" charset="0"/>
              <a:buNone/>
              <a:defRPr sz="1100" kern="1200">
                <a:solidFill>
                  <a:schemeClr val="bg1">
                    <a:lumMod val="50000"/>
                  </a:schemeClr>
                </a:solidFill>
                <a:latin typeface="+mj-lt"/>
                <a:ea typeface="+mn-ea"/>
                <a:cs typeface="+mn-cs"/>
              </a:defRPr>
            </a:lvl4pPr>
            <a:lvl5pPr marL="1371498" indent="0" algn="l" defTabSz="914400" rtl="0" eaLnBrk="1" latinLnBrk="0" hangingPunct="1">
              <a:lnSpc>
                <a:spcPct val="90000"/>
              </a:lnSpc>
              <a:spcBef>
                <a:spcPts val="500"/>
              </a:spcBef>
              <a:buClr>
                <a:schemeClr val="accent2"/>
              </a:buClr>
              <a:buFont typeface="Arial" panose="020B0604020202020204" pitchFamily="34" charset="0"/>
              <a:buNone/>
              <a:defRPr sz="1100" kern="1200">
                <a:solidFill>
                  <a:schemeClr val="bg1">
                    <a:lumMod val="50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Display, start, stop </a:t>
            </a:r>
            <a:br>
              <a:rPr lang="en-GB" dirty="0"/>
            </a:br>
            <a:r>
              <a:rPr lang="en-GB" dirty="0"/>
              <a:t>transmission queue</a:t>
            </a:r>
          </a:p>
        </p:txBody>
      </p:sp>
      <p:sp>
        <p:nvSpPr>
          <p:cNvPr id="18" name="Text Placeholder 10"/>
          <p:cNvSpPr txBox="1">
            <a:spLocks/>
          </p:cNvSpPr>
          <p:nvPr/>
        </p:nvSpPr>
        <p:spPr>
          <a:xfrm>
            <a:off x="444212" y="5128883"/>
            <a:ext cx="942571" cy="6636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Clr>
                <a:schemeClr val="accent2"/>
              </a:buClr>
              <a:buSzPct val="80000"/>
              <a:buFont typeface="Calibri" panose="020F0502020204030204" pitchFamily="34" charset="0"/>
              <a:buNone/>
              <a:defRPr sz="4500" kern="1200">
                <a:solidFill>
                  <a:schemeClr val="accent3"/>
                </a:solidFill>
                <a:latin typeface="+mj-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lumMod val="50000"/>
                  </a:schemeClr>
                </a:solidFill>
                <a:latin typeface="+mj-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200" kern="1200">
                <a:solidFill>
                  <a:schemeClr val="bg1">
                    <a:lumMod val="50000"/>
                  </a:schemeClr>
                </a:solidFill>
                <a:latin typeface="+mj-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100" kern="1200">
                <a:solidFill>
                  <a:schemeClr val="bg1">
                    <a:lumMod val="50000"/>
                  </a:schemeClr>
                </a:solidFill>
                <a:latin typeface="+mj-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100" kern="1200">
                <a:solidFill>
                  <a:schemeClr val="bg1">
                    <a:lumMod val="50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accent4">
                    <a:lumMod val="90000"/>
                  </a:schemeClr>
                </a:solidFill>
              </a:rPr>
              <a:t>BT</a:t>
            </a:r>
          </a:p>
        </p:txBody>
      </p:sp>
      <p:sp>
        <p:nvSpPr>
          <p:cNvPr id="21" name="Text Placeholder 21"/>
          <p:cNvSpPr txBox="1">
            <a:spLocks/>
          </p:cNvSpPr>
          <p:nvPr>
            <p:custDataLst>
              <p:custData r:id="rId1"/>
            </p:custDataLst>
          </p:nvPr>
        </p:nvSpPr>
        <p:spPr>
          <a:xfrm>
            <a:off x="2072498" y="5262210"/>
            <a:ext cx="3968359" cy="956604"/>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Clr>
                <a:schemeClr val="accent2"/>
              </a:buClr>
              <a:buSzPct val="80000"/>
              <a:buFont typeface="Calibri" panose="020F0502020204030204" pitchFamily="34" charset="0"/>
              <a:buNone/>
              <a:defRPr sz="1800" kern="1200">
                <a:solidFill>
                  <a:schemeClr val="bg1">
                    <a:lumMod val="50000"/>
                  </a:schemeClr>
                </a:solidFill>
                <a:latin typeface="+mj-lt"/>
                <a:ea typeface="+mn-ea"/>
                <a:cs typeface="+mn-cs"/>
              </a:defRPr>
            </a:lvl1pPr>
            <a:lvl2pPr marL="342875" indent="0" algn="l" defTabSz="914400" rtl="0" eaLnBrk="1" latinLnBrk="0" hangingPunct="1">
              <a:lnSpc>
                <a:spcPct val="90000"/>
              </a:lnSpc>
              <a:spcBef>
                <a:spcPts val="500"/>
              </a:spcBef>
              <a:buClr>
                <a:schemeClr val="accent2"/>
              </a:buClr>
              <a:buFont typeface="Arial" panose="020B0604020202020204" pitchFamily="34" charset="0"/>
              <a:buNone/>
              <a:defRPr sz="1400" kern="1200">
                <a:solidFill>
                  <a:schemeClr val="bg1">
                    <a:lumMod val="50000"/>
                  </a:schemeClr>
                </a:solidFill>
                <a:latin typeface="+mj-lt"/>
                <a:ea typeface="+mn-ea"/>
                <a:cs typeface="+mn-cs"/>
              </a:defRPr>
            </a:lvl2pPr>
            <a:lvl3pPr marL="685749" indent="0" algn="l" defTabSz="914400" rtl="0" eaLnBrk="1" latinLnBrk="0" hangingPunct="1">
              <a:lnSpc>
                <a:spcPct val="90000"/>
              </a:lnSpc>
              <a:spcBef>
                <a:spcPts val="500"/>
              </a:spcBef>
              <a:buClr>
                <a:schemeClr val="accent2"/>
              </a:buClr>
              <a:buFont typeface="Arial" panose="020B0604020202020204" pitchFamily="34" charset="0"/>
              <a:buNone/>
              <a:defRPr sz="1200" kern="1200">
                <a:solidFill>
                  <a:schemeClr val="bg1">
                    <a:lumMod val="50000"/>
                  </a:schemeClr>
                </a:solidFill>
                <a:latin typeface="+mj-lt"/>
                <a:ea typeface="+mn-ea"/>
                <a:cs typeface="+mn-cs"/>
              </a:defRPr>
            </a:lvl3pPr>
            <a:lvl4pPr marL="1028624" indent="0" algn="l" defTabSz="914400" rtl="0" eaLnBrk="1" latinLnBrk="0" hangingPunct="1">
              <a:lnSpc>
                <a:spcPct val="90000"/>
              </a:lnSpc>
              <a:spcBef>
                <a:spcPts val="500"/>
              </a:spcBef>
              <a:buClr>
                <a:schemeClr val="accent2"/>
              </a:buClr>
              <a:buFont typeface="Arial" panose="020B0604020202020204" pitchFamily="34" charset="0"/>
              <a:buNone/>
              <a:defRPr sz="1100" kern="1200">
                <a:solidFill>
                  <a:schemeClr val="bg1">
                    <a:lumMod val="50000"/>
                  </a:schemeClr>
                </a:solidFill>
                <a:latin typeface="+mj-lt"/>
                <a:ea typeface="+mn-ea"/>
                <a:cs typeface="+mn-cs"/>
              </a:defRPr>
            </a:lvl4pPr>
            <a:lvl5pPr marL="1371498" indent="0" algn="l" defTabSz="914400" rtl="0" eaLnBrk="1" latinLnBrk="0" hangingPunct="1">
              <a:lnSpc>
                <a:spcPct val="90000"/>
              </a:lnSpc>
              <a:spcBef>
                <a:spcPts val="500"/>
              </a:spcBef>
              <a:buClr>
                <a:schemeClr val="accent2"/>
              </a:buClr>
              <a:buFont typeface="Arial" panose="020B0604020202020204" pitchFamily="34" charset="0"/>
              <a:buNone/>
              <a:defRPr sz="1100" kern="1200">
                <a:solidFill>
                  <a:schemeClr val="bg1">
                    <a:lumMod val="50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Generate manual IMR</a:t>
            </a:r>
          </a:p>
        </p:txBody>
      </p:sp>
    </p:spTree>
    <p:extLst>
      <p:ext uri="{BB962C8B-B14F-4D97-AF65-F5344CB8AC3E}">
        <p14:creationId xmlns:p14="http://schemas.microsoft.com/office/powerpoint/2010/main" val="211128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500"/>
                                        <p:tgtEl>
                                          <p:spTgt spid="9">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fade">
                                      <p:cBhvr>
                                        <p:cTn id="23" dur="500"/>
                                        <p:tgtEl>
                                          <p:spTgt spid="1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animEffect transition="in" filter="fade">
                                      <p:cBhvr>
                                        <p:cTn id="28" dur="500"/>
                                        <p:tgtEl>
                                          <p:spTgt spid="1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xEl>
                                              <p:pRg st="0" end="0"/>
                                            </p:txEl>
                                          </p:spTgt>
                                        </p:tgtEl>
                                        <p:attrNameLst>
                                          <p:attrName>style.visibility</p:attrName>
                                        </p:attrNameLst>
                                      </p:cBhvr>
                                      <p:to>
                                        <p:strVal val="visible"/>
                                      </p:to>
                                    </p:set>
                                    <p:animEffect transition="in" filter="fade">
                                      <p:cBhvr>
                                        <p:cTn id="31" dur="500"/>
                                        <p:tgtEl>
                                          <p:spTgt spid="22">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P spid="9" grpId="0" build="p"/>
      <p:bldP spid="10" grpId="0" build="p"/>
      <p:bldP spid="11" grpId="0" build="p"/>
      <p:bldP spid="22" grpId="0" build="p"/>
      <p:bldP spid="19" grpId="0"/>
      <p:bldP spid="20" grpId="0"/>
      <p:bldP spid="14" grpId="0"/>
      <p:bldP spid="16" grpId="0"/>
      <p:bldP spid="17" grpId="0"/>
      <p:bldP spid="18"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rot="16200000">
            <a:off x="-3162641" y="3187724"/>
            <a:ext cx="6858001" cy="482549"/>
          </a:xfrm>
        </p:spPr>
        <p:txBody>
          <a:bodyPr/>
          <a:lstStyle/>
          <a:p>
            <a:pPr algn="ctr"/>
            <a:r>
              <a:rPr lang="en-GB" dirty="0"/>
              <a:t>Sample</a:t>
            </a:r>
          </a:p>
        </p:txBody>
      </p:sp>
      <p:pic>
        <p:nvPicPr>
          <p:cNvPr id="43" name="Picture 42"/>
          <p:cNvPicPr>
            <a:picLocks noChangeAspect="1"/>
          </p:cNvPicPr>
          <p:nvPr/>
        </p:nvPicPr>
        <p:blipFill>
          <a:blip r:embed="rId4"/>
          <a:stretch>
            <a:fillRect/>
          </a:stretch>
        </p:blipFill>
        <p:spPr>
          <a:xfrm>
            <a:off x="587829" y="233338"/>
            <a:ext cx="7415667" cy="6406948"/>
          </a:xfrm>
          <a:prstGeom prst="rect">
            <a:avLst/>
          </a:prstGeom>
        </p:spPr>
      </p:pic>
      <p:sp>
        <p:nvSpPr>
          <p:cNvPr id="67" name="Marcador de número de diapositiva 58"/>
          <p:cNvSpPr>
            <a:spLocks noGrp="1"/>
          </p:cNvSpPr>
          <p:nvPr>
            <p:ph type="sldNum" sz="quarter" idx="4"/>
            <p:custDataLst>
              <p:custData r:id="rId1"/>
            </p:custDataLst>
          </p:nvPr>
        </p:nvSpPr>
        <p:spPr>
          <a:xfrm>
            <a:off x="8832719" y="6519611"/>
            <a:ext cx="186198" cy="123111"/>
          </a:xfrm>
        </p:spPr>
        <p:txBody>
          <a:bodyPr/>
          <a:lstStyle/>
          <a:p>
            <a:r>
              <a:rPr lang="es-ES" dirty="0"/>
              <a:t>8</a:t>
            </a:r>
          </a:p>
        </p:txBody>
      </p:sp>
    </p:spTree>
    <p:extLst>
      <p:ext uri="{BB962C8B-B14F-4D97-AF65-F5344CB8AC3E}">
        <p14:creationId xmlns:p14="http://schemas.microsoft.com/office/powerpoint/2010/main" val="179599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E57627FB-D816-4EA7-98E3-793F2D9BC93A}" type="slidenum">
              <a:rPr lang="es-ES" smtClean="0"/>
              <a:pPr/>
              <a:t>9</a:t>
            </a:fld>
            <a:endParaRPr lang="es-ES" dirty="0"/>
          </a:p>
        </p:txBody>
      </p:sp>
      <p:pic>
        <p:nvPicPr>
          <p:cNvPr id="12" name="Picture 11"/>
          <p:cNvPicPr>
            <a:picLocks noChangeAspect="1"/>
          </p:cNvPicPr>
          <p:nvPr/>
        </p:nvPicPr>
        <p:blipFill>
          <a:blip r:embed="rId3"/>
          <a:stretch>
            <a:fillRect/>
          </a:stretch>
        </p:blipFill>
        <p:spPr>
          <a:xfrm>
            <a:off x="533399" y="173362"/>
            <a:ext cx="8033657" cy="2241365"/>
          </a:xfrm>
          <a:prstGeom prst="rect">
            <a:avLst/>
          </a:prstGeom>
        </p:spPr>
      </p:pic>
      <p:pic>
        <p:nvPicPr>
          <p:cNvPr id="13" name="Picture 12"/>
          <p:cNvPicPr>
            <a:picLocks noChangeAspect="1"/>
          </p:cNvPicPr>
          <p:nvPr/>
        </p:nvPicPr>
        <p:blipFill>
          <a:blip r:embed="rId4"/>
          <a:stretch>
            <a:fillRect/>
          </a:stretch>
        </p:blipFill>
        <p:spPr>
          <a:xfrm>
            <a:off x="587890" y="2332442"/>
            <a:ext cx="7882554" cy="2056683"/>
          </a:xfrm>
          <a:prstGeom prst="rect">
            <a:avLst/>
          </a:prstGeom>
        </p:spPr>
      </p:pic>
      <p:sp>
        <p:nvSpPr>
          <p:cNvPr id="14" name="Title 3"/>
          <p:cNvSpPr>
            <a:spLocks noGrp="1"/>
          </p:cNvSpPr>
          <p:nvPr>
            <p:ph type="title"/>
            <p:custDataLst>
              <p:custData r:id="rId1"/>
            </p:custDataLst>
          </p:nvPr>
        </p:nvSpPr>
        <p:spPr>
          <a:xfrm rot="16200000">
            <a:off x="-3162641" y="3187724"/>
            <a:ext cx="6858001" cy="482549"/>
          </a:xfrm>
        </p:spPr>
        <p:txBody>
          <a:bodyPr/>
          <a:lstStyle/>
          <a:p>
            <a:pPr algn="ctr"/>
            <a:r>
              <a:rPr lang="en-GB" dirty="0"/>
              <a:t>Sample</a:t>
            </a:r>
          </a:p>
        </p:txBody>
      </p:sp>
    </p:spTree>
    <p:extLst>
      <p:ext uri="{BB962C8B-B14F-4D97-AF65-F5344CB8AC3E}">
        <p14:creationId xmlns:p14="http://schemas.microsoft.com/office/powerpoint/2010/main" val="1343784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8"/>
          </p:nvPr>
        </p:nvSpPr>
        <p:spPr/>
        <p:txBody>
          <a:bodyPr vert="horz" lIns="91440" tIns="45720" rIns="91440" bIns="45720" rtlCol="0" anchor="t">
            <a:normAutofit/>
          </a:bodyPr>
          <a:lstStyle/>
          <a:p>
            <a:pPr marL="130810" indent="-130810" algn="just"/>
            <a:r>
              <a:rPr lang="en-US" sz="1800" dirty="0"/>
              <a:t>A review on similar products like AIR/IMR, Amadeus Booking Data Feed (ex-IMR Premium) and TTR Feed was performed</a:t>
            </a:r>
            <a:endParaRPr lang="en-US" dirty="0"/>
          </a:p>
          <a:p>
            <a:pPr marL="130810" indent="-130810" algn="just"/>
            <a:r>
              <a:rPr lang="en-US" sz="1800" dirty="0"/>
              <a:t>The objective was to compare products, clarify product positioning, find synergies, eliminate duplication, coordinate and anticipate impacts on other products</a:t>
            </a:r>
            <a:endParaRPr lang="en-IE" dirty="0">
              <a:cs typeface="Calibri Light" panose="020F0302020204030204"/>
            </a:endParaRPr>
          </a:p>
        </p:txBody>
      </p:sp>
      <p:sp>
        <p:nvSpPr>
          <p:cNvPr id="3" name="Slide Number Placeholder 2"/>
          <p:cNvSpPr>
            <a:spLocks noGrp="1"/>
          </p:cNvSpPr>
          <p:nvPr>
            <p:ph type="sldNum" sz="quarter" idx="4"/>
          </p:nvPr>
        </p:nvSpPr>
        <p:spPr/>
        <p:txBody>
          <a:bodyPr/>
          <a:lstStyle/>
          <a:p>
            <a:fld id="{E57627FB-D816-4EA7-98E3-793F2D9BC93A}" type="slidenum">
              <a:rPr lang="es-ES" smtClean="0"/>
              <a:pPr/>
              <a:t>10</a:t>
            </a:fld>
            <a:endParaRPr lang="es-ES" dirty="0"/>
          </a:p>
        </p:txBody>
      </p:sp>
      <p:sp>
        <p:nvSpPr>
          <p:cNvPr id="4" name="Footer Placeholder 3"/>
          <p:cNvSpPr>
            <a:spLocks noGrp="1"/>
          </p:cNvSpPr>
          <p:nvPr>
            <p:ph type="ftr" sz="quarter" idx="3"/>
          </p:nvPr>
        </p:nvSpPr>
        <p:spPr/>
        <p:txBody>
          <a:bodyPr/>
          <a:lstStyle/>
          <a:p>
            <a:r>
              <a:rPr lang="en-GB" noProof="0"/>
              <a:t>© 2016 Amadeus IT Group SA</a:t>
            </a:r>
            <a:endParaRPr lang="en-GB" noProof="0" dirty="0"/>
          </a:p>
        </p:txBody>
      </p:sp>
      <p:sp>
        <p:nvSpPr>
          <p:cNvPr id="5" name="Title 4"/>
          <p:cNvSpPr>
            <a:spLocks noGrp="1"/>
          </p:cNvSpPr>
          <p:nvPr>
            <p:ph type="title"/>
          </p:nvPr>
        </p:nvSpPr>
        <p:spPr/>
        <p:txBody>
          <a:bodyPr/>
          <a:lstStyle/>
          <a:p>
            <a:r>
              <a:rPr lang="en-US">
                <a:cs typeface="Calibri Light"/>
              </a:rPr>
              <a:t>BO A.I.R - Product Positioning</a:t>
            </a:r>
            <a:endParaRPr lang="en-US" dirty="0">
              <a:cs typeface="Calibri Light"/>
            </a:endParaRPr>
          </a:p>
        </p:txBody>
      </p:sp>
      <p:sp>
        <p:nvSpPr>
          <p:cNvPr id="6" name="Text Placeholder 5"/>
          <p:cNvSpPr>
            <a:spLocks noGrp="1"/>
          </p:cNvSpPr>
          <p:nvPr>
            <p:ph type="body" sz="quarter" idx="13"/>
          </p:nvPr>
        </p:nvSpPr>
        <p:spPr/>
        <p:txBody>
          <a:bodyPr/>
          <a:lstStyle/>
          <a:p>
            <a:r>
              <a:rPr lang="en-US" dirty="0"/>
              <a:t>Introduction</a:t>
            </a:r>
            <a:endParaRPr lang="en-IE" dirty="0"/>
          </a:p>
        </p:txBody>
      </p:sp>
      <p:graphicFrame>
        <p:nvGraphicFramePr>
          <p:cNvPr id="7" name="Diagram 6"/>
          <p:cNvGraphicFramePr/>
          <p:nvPr>
            <p:custDataLst>
              <p:custData r:id="rId1"/>
            </p:custDataLst>
            <p:extLst>
              <p:ext uri="{D42A27DB-BD31-4B8C-83A1-F6EECF244321}">
                <p14:modId xmlns:p14="http://schemas.microsoft.com/office/powerpoint/2010/main" val="859602224"/>
              </p:ext>
            </p:extLst>
          </p:nvPr>
        </p:nvGraphicFramePr>
        <p:xfrm>
          <a:off x="2277095" y="3293616"/>
          <a:ext cx="4320693" cy="14720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61134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Graphic spid="7"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número de diapositiva 9"/>
          <p:cNvSpPr>
            <a:spLocks noGrp="1"/>
          </p:cNvSpPr>
          <p:nvPr>
            <p:ph type="sldNum" sz="quarter" idx="4"/>
          </p:nvPr>
        </p:nvSpPr>
        <p:spPr/>
        <p:txBody>
          <a:bodyPr/>
          <a:lstStyle/>
          <a:p>
            <a:fld id="{E57627FB-D816-4EA7-98E3-793F2D9BC93A}" type="slidenum">
              <a:rPr lang="es-ES" smtClean="0"/>
              <a:pPr/>
              <a:t>11</a:t>
            </a:fld>
            <a:endParaRPr lang="es-ES" dirty="0"/>
          </a:p>
        </p:txBody>
      </p:sp>
      <p:sp>
        <p:nvSpPr>
          <p:cNvPr id="9" name="Marcador de pie de página 8"/>
          <p:cNvSpPr>
            <a:spLocks noGrp="1"/>
          </p:cNvSpPr>
          <p:nvPr>
            <p:ph type="ftr" sz="quarter" idx="3"/>
          </p:nvPr>
        </p:nvSpPr>
        <p:spPr/>
        <p:txBody>
          <a:bodyPr/>
          <a:lstStyle/>
          <a:p>
            <a:r>
              <a:rPr lang="en-US"/>
              <a:t>© 2016 Amadeus IT Group SA</a:t>
            </a:r>
            <a:endParaRPr lang="es-ES" dirty="0"/>
          </a:p>
        </p:txBody>
      </p:sp>
      <p:sp>
        <p:nvSpPr>
          <p:cNvPr id="8" name="Title 7"/>
          <p:cNvSpPr>
            <a:spLocks noGrp="1"/>
          </p:cNvSpPr>
          <p:nvPr>
            <p:ph type="title"/>
          </p:nvPr>
        </p:nvSpPr>
        <p:spPr/>
        <p:txBody>
          <a:bodyPr/>
          <a:lstStyle/>
          <a:p>
            <a:r>
              <a:rPr lang="en-GB"/>
              <a:t>Comparison of the feeds (1/2)</a:t>
            </a:r>
            <a:endParaRPr lang="en-GB" dirty="0"/>
          </a:p>
        </p:txBody>
      </p:sp>
      <p:graphicFrame>
        <p:nvGraphicFramePr>
          <p:cNvPr id="7" name="Content Placeholder 10"/>
          <p:cNvGraphicFramePr>
            <a:graphicFrameLocks/>
          </p:cNvGraphicFramePr>
          <p:nvPr/>
        </p:nvGraphicFramePr>
        <p:xfrm>
          <a:off x="288474" y="1300945"/>
          <a:ext cx="8352606" cy="4236720"/>
        </p:xfrm>
        <a:graphic>
          <a:graphicData uri="http://schemas.openxmlformats.org/drawingml/2006/table">
            <a:tbl>
              <a:tblPr bandRow="1">
                <a:tableStyleId>{C083E6E3-FA7D-4D7B-A595-EF9225AFEA82}</a:tableStyleId>
              </a:tblPr>
              <a:tblGrid>
                <a:gridCol w="1219995">
                  <a:extLst>
                    <a:ext uri="{9D8B030D-6E8A-4147-A177-3AD203B41FA5}">
                      <a16:colId xmlns:a16="http://schemas.microsoft.com/office/drawing/2014/main" val="20000"/>
                    </a:ext>
                  </a:extLst>
                </a:gridCol>
                <a:gridCol w="1731145">
                  <a:extLst>
                    <a:ext uri="{9D8B030D-6E8A-4147-A177-3AD203B41FA5}">
                      <a16:colId xmlns:a16="http://schemas.microsoft.com/office/drawing/2014/main" val="20001"/>
                    </a:ext>
                  </a:extLst>
                </a:gridCol>
                <a:gridCol w="1899822">
                  <a:extLst>
                    <a:ext uri="{9D8B030D-6E8A-4147-A177-3AD203B41FA5}">
                      <a16:colId xmlns:a16="http://schemas.microsoft.com/office/drawing/2014/main" val="20002"/>
                    </a:ext>
                  </a:extLst>
                </a:gridCol>
                <a:gridCol w="1775535">
                  <a:extLst>
                    <a:ext uri="{9D8B030D-6E8A-4147-A177-3AD203B41FA5}">
                      <a16:colId xmlns:a16="http://schemas.microsoft.com/office/drawing/2014/main" val="20003"/>
                    </a:ext>
                  </a:extLst>
                </a:gridCol>
                <a:gridCol w="1726109">
                  <a:extLst>
                    <a:ext uri="{9D8B030D-6E8A-4147-A177-3AD203B41FA5}">
                      <a16:colId xmlns:a16="http://schemas.microsoft.com/office/drawing/2014/main" val="20004"/>
                    </a:ext>
                  </a:extLst>
                </a:gridCol>
              </a:tblGrid>
              <a:tr h="699415">
                <a:tc>
                  <a:txBody>
                    <a:bodyPr/>
                    <a:lstStyle/>
                    <a:p>
                      <a:r>
                        <a:rPr lang="en-GB" sz="1100" b="0" kern="1200" dirty="0">
                          <a:effectLst/>
                          <a:latin typeface="Verdana" panose="020B0604030504040204" pitchFamily="34" charset="0"/>
                          <a:ea typeface="Verdana" panose="020B0604030504040204" pitchFamily="34" charset="0"/>
                          <a:cs typeface="Verdana" panose="020B0604030504040204" pitchFamily="34" charset="0"/>
                        </a:rPr>
                        <a:t>Description</a:t>
                      </a:r>
                      <a:endParaRPr lang="en-IE" sz="1100" b="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marL="0" lvl="0" indent="0">
                        <a:buFont typeface="Arial" panose="020B0604020202020204" pitchFamily="34" charset="0"/>
                        <a:buNone/>
                      </a:pPr>
                      <a:r>
                        <a:rPr lang="en-GB" sz="1100" b="0" kern="1200" dirty="0">
                          <a:effectLst/>
                          <a:latin typeface="Verdana" panose="020B0604030504040204" pitchFamily="34" charset="0"/>
                          <a:ea typeface="Verdana" panose="020B0604030504040204" pitchFamily="34" charset="0"/>
                          <a:cs typeface="Verdana" panose="020B0604030504040204" pitchFamily="34" charset="0"/>
                        </a:rPr>
                        <a:t>Rich and customisable PNR data feed to client’s IT system</a:t>
                      </a:r>
                      <a:endParaRPr lang="en-GB" sz="1100" b="0" kern="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b="0" dirty="0">
                          <a:latin typeface="Verdana" panose="020B0604030504040204" pitchFamily="34" charset="0"/>
                          <a:ea typeface="Verdana" panose="020B0604030504040204" pitchFamily="34" charset="0"/>
                          <a:cs typeface="Verdana" panose="020B0604030504040204" pitchFamily="34" charset="0"/>
                        </a:rPr>
                        <a:t>Transaction activity from PNR, TST, TSM to generate structured data to back-office</a:t>
                      </a:r>
                      <a:r>
                        <a:rPr lang="en-US" sz="1100" b="0" baseline="0" dirty="0">
                          <a:latin typeface="Verdana" panose="020B0604030504040204" pitchFamily="34" charset="0"/>
                          <a:ea typeface="Verdana" panose="020B0604030504040204" pitchFamily="34" charset="0"/>
                          <a:cs typeface="Verdana" panose="020B0604030504040204" pitchFamily="34" charset="0"/>
                        </a:rPr>
                        <a:t> systems</a:t>
                      </a:r>
                      <a:endParaRPr lang="en-US" sz="1100" b="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b="0" dirty="0">
                          <a:latin typeface="Verdana" panose="020B0604030504040204" pitchFamily="34" charset="0"/>
                          <a:ea typeface="Verdana" panose="020B0604030504040204" pitchFamily="34" charset="0"/>
                          <a:cs typeface="Verdana" panose="020B0604030504040204" pitchFamily="34" charset="0"/>
                        </a:rPr>
                        <a:t>Transaction activity from PNR to generate structured</a:t>
                      </a:r>
                      <a:r>
                        <a:rPr lang="en-US" sz="1100" b="0" baseline="0" dirty="0">
                          <a:latin typeface="Verdana" panose="020B0604030504040204" pitchFamily="34" charset="0"/>
                          <a:ea typeface="Verdana" panose="020B0604030504040204" pitchFamily="34" charset="0"/>
                          <a:cs typeface="Verdana" panose="020B0604030504040204" pitchFamily="34" charset="0"/>
                        </a:rPr>
                        <a:t> data and statistics to BOS or IT systems </a:t>
                      </a:r>
                      <a:endParaRPr lang="en-US" sz="1100" b="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b="0" dirty="0">
                          <a:latin typeface="Verdana" panose="020B0604030504040204" pitchFamily="34" charset="0"/>
                          <a:ea typeface="Verdana" panose="020B0604030504040204" pitchFamily="34" charset="0"/>
                          <a:cs typeface="Verdana" panose="020B0604030504040204" pitchFamily="34" charset="0"/>
                        </a:rPr>
                        <a:t>Complementary data feed to provide extended data stored in the TTR</a:t>
                      </a:r>
                      <a:endParaRPr lang="en-IE" sz="1100" b="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0"/>
                  </a:ext>
                </a:extLst>
              </a:tr>
              <a:tr h="547368">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Usage</a:t>
                      </a:r>
                      <a:endParaRPr lang="en-IE" sz="1100" b="1"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Quality</a:t>
                      </a:r>
                      <a:r>
                        <a:rPr lang="en-US" sz="1100" baseline="0" dirty="0">
                          <a:latin typeface="Verdana" panose="020B0604030504040204" pitchFamily="34" charset="0"/>
                          <a:ea typeface="Verdana" panose="020B0604030504040204" pitchFamily="34" charset="0"/>
                          <a:cs typeface="Verdana" panose="020B0604030504040204" pitchFamily="34" charset="0"/>
                        </a:rPr>
                        <a:t> control, customer notifications, MBO feeding</a:t>
                      </a:r>
                      <a:endParaRPr lang="en-US"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MBO</a:t>
                      </a:r>
                      <a:r>
                        <a:rPr lang="en-US" sz="1100" baseline="0" dirty="0">
                          <a:latin typeface="Verdana" panose="020B0604030504040204" pitchFamily="34" charset="0"/>
                          <a:ea typeface="Verdana" panose="020B0604030504040204" pitchFamily="34" charset="0"/>
                          <a:cs typeface="Verdana" panose="020B0604030504040204" pitchFamily="34" charset="0"/>
                        </a:rPr>
                        <a:t> feeding for invoicing and accounting purposes</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Compile statistical or management</a:t>
                      </a:r>
                      <a:r>
                        <a:rPr lang="en-US" sz="1100" baseline="0" dirty="0">
                          <a:latin typeface="Verdana" panose="020B0604030504040204" pitchFamily="34" charset="0"/>
                          <a:ea typeface="Verdana" panose="020B0604030504040204" pitchFamily="34" charset="0"/>
                          <a:cs typeface="Verdana" panose="020B0604030504040204" pitchFamily="34" charset="0"/>
                        </a:rPr>
                        <a:t> information reports</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Feeding MBO</a:t>
                      </a:r>
                      <a:r>
                        <a:rPr lang="en-US" sz="1100" baseline="0" dirty="0">
                          <a:latin typeface="Verdana" panose="020B0604030504040204" pitchFamily="34" charset="0"/>
                          <a:ea typeface="Verdana" panose="020B0604030504040204" pitchFamily="34" charset="0"/>
                          <a:cs typeface="Verdana" panose="020B0604030504040204" pitchFamily="34" charset="0"/>
                        </a:rPr>
                        <a:t> and Reporting systems</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1"/>
                  </a:ext>
                </a:extLst>
              </a:tr>
              <a:tr h="699415">
                <a:tc>
                  <a:txBody>
                    <a:bodyPr/>
                    <a:lstStyle/>
                    <a:p>
                      <a:r>
                        <a:rPr lang="en-IE" sz="1100" dirty="0">
                          <a:latin typeface="Verdana" panose="020B0604030504040204" pitchFamily="34" charset="0"/>
                          <a:ea typeface="Verdana" panose="020B0604030504040204" pitchFamily="34" charset="0"/>
                          <a:cs typeface="Verdana" panose="020B0604030504040204" pitchFamily="34" charset="0"/>
                        </a:rPr>
                        <a:t>Data transferred</a:t>
                      </a:r>
                      <a:endParaRPr lang="en-IE" sz="1100" b="1"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PNR, Ticketing and DCS data</a:t>
                      </a:r>
                    </a:p>
                  </a:txBody>
                  <a:tcPr/>
                </a:tc>
                <a:tc>
                  <a:txBody>
                    <a:bodyPr/>
                    <a:lstStyle/>
                    <a:p>
                      <a:r>
                        <a:rPr lang="en-IE" sz="1100" dirty="0">
                          <a:latin typeface="Verdana" panose="020B0604030504040204" pitchFamily="34" charset="0"/>
                          <a:ea typeface="Verdana" panose="020B0604030504040204" pitchFamily="34" charset="0"/>
                          <a:cs typeface="Verdana" panose="020B0604030504040204" pitchFamily="34" charset="0"/>
                        </a:rPr>
                        <a:t>PNR,</a:t>
                      </a:r>
                      <a:r>
                        <a:rPr lang="en-IE" sz="1100" baseline="0" dirty="0">
                          <a:latin typeface="Verdana" panose="020B0604030504040204" pitchFamily="34" charset="0"/>
                          <a:ea typeface="Verdana" panose="020B0604030504040204" pitchFamily="34" charset="0"/>
                          <a:cs typeface="Verdana" panose="020B0604030504040204" pitchFamily="34" charset="0"/>
                        </a:rPr>
                        <a:t> Ticketing</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PNR, Ticketing</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TTR: ETR, FI, Stakeholders, Packages,</a:t>
                      </a:r>
                      <a:r>
                        <a:rPr lang="en-US" sz="1100" baseline="0" dirty="0">
                          <a:latin typeface="Verdana" panose="020B0604030504040204" pitchFamily="34" charset="0"/>
                          <a:ea typeface="Verdana" panose="020B0604030504040204" pitchFamily="34" charset="0"/>
                          <a:cs typeface="Verdana" panose="020B0604030504040204" pitchFamily="34" charset="0"/>
                        </a:rPr>
                        <a:t> remarks, attachment, travel requests, extended offers</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2"/>
                  </a:ext>
                </a:extLst>
              </a:tr>
              <a:tr h="395322">
                <a:tc>
                  <a:txBody>
                    <a:bodyPr/>
                    <a:lstStyle/>
                    <a:p>
                      <a:r>
                        <a:rPr lang="en-IE" sz="1100" dirty="0">
                          <a:latin typeface="Verdana" panose="020B0604030504040204" pitchFamily="34" charset="0"/>
                          <a:ea typeface="Verdana" panose="020B0604030504040204" pitchFamily="34" charset="0"/>
                          <a:cs typeface="Verdana" panose="020B0604030504040204" pitchFamily="34" charset="0"/>
                        </a:rPr>
                        <a:t>Data format</a:t>
                      </a:r>
                      <a:endParaRPr lang="en-IE" sz="1100" b="1"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True </a:t>
                      </a:r>
                      <a:r>
                        <a:rPr lang="en-US" sz="1100" dirty="0" err="1">
                          <a:latin typeface="Verdana" panose="020B0604030504040204" pitchFamily="34" charset="0"/>
                          <a:ea typeface="Verdana" panose="020B0604030504040204" pitchFamily="34" charset="0"/>
                          <a:cs typeface="Verdana" panose="020B0604030504040204" pitchFamily="34" charset="0"/>
                        </a:rPr>
                        <a:t>Edifact</a:t>
                      </a:r>
                      <a:r>
                        <a:rPr lang="en-US" sz="1100" dirty="0">
                          <a:latin typeface="Verdana" panose="020B0604030504040204" pitchFamily="34" charset="0"/>
                          <a:ea typeface="Verdana" panose="020B0604030504040204" pitchFamily="34" charset="0"/>
                          <a:cs typeface="Verdana" panose="020B0604030504040204" pitchFamily="34" charset="0"/>
                        </a:rPr>
                        <a:t> or Embedded XML</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Pseudo-</a:t>
                      </a:r>
                      <a:r>
                        <a:rPr lang="en-US" sz="1100" baseline="0" dirty="0" err="1">
                          <a:latin typeface="Verdana" panose="020B0604030504040204" pitchFamily="34" charset="0"/>
                          <a:ea typeface="Verdana" panose="020B0604030504040204" pitchFamily="34" charset="0"/>
                          <a:cs typeface="Verdana" panose="020B0604030504040204" pitchFamily="34" charset="0"/>
                        </a:rPr>
                        <a:t>Edifact</a:t>
                      </a:r>
                      <a:endParaRPr lang="en-US"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Pseudo-</a:t>
                      </a:r>
                      <a:r>
                        <a:rPr lang="en-US" sz="1100" dirty="0" err="1">
                          <a:latin typeface="Verdana" panose="020B0604030504040204" pitchFamily="34" charset="0"/>
                          <a:ea typeface="Verdana" panose="020B0604030504040204" pitchFamily="34" charset="0"/>
                          <a:cs typeface="Verdana" panose="020B0604030504040204" pitchFamily="34" charset="0"/>
                        </a:rPr>
                        <a:t>Edifact</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latin typeface="Verdana" panose="020B0604030504040204" pitchFamily="34" charset="0"/>
                          <a:ea typeface="Verdana" panose="020B0604030504040204" pitchFamily="34" charset="0"/>
                          <a:cs typeface="Verdana" panose="020B0604030504040204" pitchFamily="34" charset="0"/>
                        </a:rPr>
                        <a:t>Native XML</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3"/>
                  </a:ext>
                </a:extLst>
              </a:tr>
              <a:tr h="243275">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Delivery</a:t>
                      </a:r>
                    </a:p>
                    <a:p>
                      <a:endParaRPr lang="en-IE" sz="1100" b="1"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Batch or Real-time</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Real-time</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Real-time</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Batch or Real-time</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4"/>
                  </a:ext>
                </a:extLst>
              </a:tr>
              <a:tr h="395322">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Customization</a:t>
                      </a:r>
                      <a:endParaRPr lang="en-IE" sz="1100" b="1"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Content + Triggers + output + sending mode *</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latin typeface="Verdana" panose="020B0604030504040204" pitchFamily="34" charset="0"/>
                          <a:ea typeface="Verdana" panose="020B0604030504040204" pitchFamily="34" charset="0"/>
                          <a:cs typeface="Verdana" panose="020B0604030504040204" pitchFamily="34" charset="0"/>
                        </a:rPr>
                        <a:t>Content + Triggers + multi destination</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Content + Triggers + multi destination</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tc>
                  <a:txBody>
                    <a:bodyPr/>
                    <a:lstStyle/>
                    <a:p>
                      <a:r>
                        <a:rPr lang="en-US" sz="1100" dirty="0">
                          <a:latin typeface="Verdana" panose="020B0604030504040204" pitchFamily="34" charset="0"/>
                          <a:ea typeface="Verdana" panose="020B0604030504040204" pitchFamily="34" charset="0"/>
                          <a:cs typeface="Verdana" panose="020B0604030504040204" pitchFamily="34" charset="0"/>
                        </a:rPr>
                        <a:t>Triggers</a:t>
                      </a:r>
                      <a:endParaRPr lang="en-IE" sz="1100" dirty="0">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5"/>
                  </a:ext>
                </a:extLst>
              </a:tr>
            </a:tbl>
          </a:graphicData>
        </a:graphic>
      </p:graphicFrame>
      <p:graphicFrame>
        <p:nvGraphicFramePr>
          <p:cNvPr id="6" name="Diagram 5"/>
          <p:cNvGraphicFramePr/>
          <p:nvPr>
            <p:custDataLst>
              <p:custData r:id="rId1"/>
            </p:custDataLst>
            <p:extLst>
              <p:ext uri="{D42A27DB-BD31-4B8C-83A1-F6EECF244321}">
                <p14:modId xmlns:p14="http://schemas.microsoft.com/office/powerpoint/2010/main" val="1496899054"/>
              </p:ext>
            </p:extLst>
          </p:nvPr>
        </p:nvGraphicFramePr>
        <p:xfrm>
          <a:off x="1580225" y="932953"/>
          <a:ext cx="7060855" cy="3551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17279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1"/>
          <p:cNvSpPr txBox="1">
            <a:spLocks noChangeArrowheads="1"/>
          </p:cNvSpPr>
          <p:nvPr/>
        </p:nvSpPr>
        <p:spPr bwMode="auto">
          <a:xfrm rot="16200000">
            <a:off x="8160133" y="2973856"/>
            <a:ext cx="3964682" cy="173124"/>
          </a:xfrm>
          <a:prstGeom prst="rect">
            <a:avLst/>
          </a:prstGeom>
          <a:noFill/>
          <a:ln>
            <a:noFill/>
          </a:ln>
          <a:effectLst/>
          <a:extLst>
            <a:ext uri="{909E8E84-426E-40dd-AFC4-6F175D3DCCD1}">
              <a14:hiddenFill xmlns:a14="http://schemas.microsoft.com/office/drawing/2010/main" xmlns:p14="http://schemas.microsoft.com/office/powerpoint/2010/main" xmlns="">
                <a:solidFill>
                  <a:srgbClr val="FFFFFF"/>
                </a:solidFill>
              </a14:hiddenFill>
            </a:ext>
            <a:ext uri="{91240B29-F687-4f45-9708-019B960494DF}">
              <a14:hiddenLine xmlns:a14="http://schemas.microsoft.com/office/drawing/2010/main" xmlns:p14="http://schemas.microsoft.com/office/powerpoint/2010/main" xmlns="" w="9525">
                <a:solidFill>
                  <a:srgbClr val="000000"/>
                </a:solidFill>
                <a:miter lim="800000"/>
                <a:headEnd/>
                <a:tailEnd/>
              </a14:hiddenLine>
            </a:ext>
            <a:ext uri="{AF507438-7753-43e0-B8FC-AC1667EBCBE1}">
              <a14:hiddenEffects xmlns:a14="http://schemas.microsoft.com/office/drawing/2010/main" xmlns:p14="http://schemas.microsoft.com/office/powerpoint/2010/main" xmlns="">
                <a:effectLst>
                  <a:outerShdw dist="35921" dir="2700000" algn="ctr" rotWithShape="0">
                    <a:srgbClr val="808080"/>
                  </a:outerShdw>
                </a:effectLst>
              </a14:hiddenEffects>
            </a:ext>
          </a:extLst>
        </p:spPr>
        <p:txBody>
          <a:bodyPr>
            <a:spAutoFit/>
          </a:bodyPr>
          <a:lstStyle>
            <a:lvl1pPr eaLnBrk="0" hangingPunct="0">
              <a:spcBef>
                <a:spcPct val="50000"/>
              </a:spcBef>
              <a:defRPr sz="2000" b="1">
                <a:solidFill>
                  <a:schemeClr val="tx1"/>
                </a:solidFill>
                <a:latin typeface="Arial" pitchFamily="34" charset="0"/>
              </a:defRPr>
            </a:lvl1pPr>
            <a:lvl2pPr marL="742950" indent="-285750" eaLnBrk="0" hangingPunct="0">
              <a:spcBef>
                <a:spcPct val="50000"/>
              </a:spcBef>
              <a:defRPr sz="2000" b="1">
                <a:solidFill>
                  <a:schemeClr val="tx1"/>
                </a:solidFill>
                <a:latin typeface="Arial" pitchFamily="34" charset="0"/>
              </a:defRPr>
            </a:lvl2pPr>
            <a:lvl3pPr marL="1143000" indent="-228600" eaLnBrk="0" hangingPunct="0">
              <a:spcBef>
                <a:spcPct val="50000"/>
              </a:spcBef>
              <a:defRPr sz="2000" b="1">
                <a:solidFill>
                  <a:schemeClr val="tx1"/>
                </a:solidFill>
                <a:latin typeface="Arial" pitchFamily="34" charset="0"/>
              </a:defRPr>
            </a:lvl3pPr>
            <a:lvl4pPr marL="1600200" indent="-228600" eaLnBrk="0" hangingPunct="0">
              <a:spcBef>
                <a:spcPct val="50000"/>
              </a:spcBef>
              <a:defRPr sz="2000" b="1">
                <a:solidFill>
                  <a:schemeClr val="tx1"/>
                </a:solidFill>
                <a:latin typeface="Arial" pitchFamily="34" charset="0"/>
              </a:defRPr>
            </a:lvl4pPr>
            <a:lvl5pPr marL="2057400" indent="-228600" eaLnBrk="0" hangingPunct="0">
              <a:spcBef>
                <a:spcPct val="50000"/>
              </a:spcBef>
              <a:defRPr sz="2000" b="1">
                <a:solidFill>
                  <a:schemeClr val="tx1"/>
                </a:solidFill>
                <a:latin typeface="Arial" pitchFamily="34" charset="0"/>
              </a:defRPr>
            </a:lvl5pPr>
            <a:lvl6pPr marL="2514600" indent="-228600" eaLnBrk="0" fontAlgn="base" hangingPunct="0">
              <a:spcBef>
                <a:spcPct val="50000"/>
              </a:spcBef>
              <a:spcAft>
                <a:spcPct val="0"/>
              </a:spcAft>
              <a:defRPr sz="2000" b="1">
                <a:solidFill>
                  <a:schemeClr val="tx1"/>
                </a:solidFill>
                <a:latin typeface="Arial" pitchFamily="34" charset="0"/>
              </a:defRPr>
            </a:lvl6pPr>
            <a:lvl7pPr marL="2971800" indent="-228600" eaLnBrk="0" fontAlgn="base" hangingPunct="0">
              <a:spcBef>
                <a:spcPct val="50000"/>
              </a:spcBef>
              <a:spcAft>
                <a:spcPct val="0"/>
              </a:spcAft>
              <a:defRPr sz="2000" b="1">
                <a:solidFill>
                  <a:schemeClr val="tx1"/>
                </a:solidFill>
                <a:latin typeface="Arial" pitchFamily="34" charset="0"/>
              </a:defRPr>
            </a:lvl7pPr>
            <a:lvl8pPr marL="3429000" indent="-228600" eaLnBrk="0" fontAlgn="base" hangingPunct="0">
              <a:spcBef>
                <a:spcPct val="50000"/>
              </a:spcBef>
              <a:spcAft>
                <a:spcPct val="0"/>
              </a:spcAft>
              <a:defRPr sz="2000" b="1">
                <a:solidFill>
                  <a:schemeClr val="tx1"/>
                </a:solidFill>
                <a:latin typeface="Arial" pitchFamily="34" charset="0"/>
              </a:defRPr>
            </a:lvl8pPr>
            <a:lvl9pPr marL="3886200" indent="-228600" eaLnBrk="0" fontAlgn="base" hangingPunct="0">
              <a:spcBef>
                <a:spcPct val="50000"/>
              </a:spcBef>
              <a:spcAft>
                <a:spcPct val="0"/>
              </a:spcAft>
              <a:defRPr sz="2000" b="1">
                <a:solidFill>
                  <a:schemeClr val="tx1"/>
                </a:solidFill>
                <a:latin typeface="Arial" pitchFamily="34" charset="0"/>
              </a:defRPr>
            </a:lvl9pPr>
          </a:lstStyle>
          <a:p>
            <a:pPr>
              <a:spcBef>
                <a:spcPct val="0"/>
              </a:spcBef>
              <a:defRPr/>
            </a:pPr>
            <a:r>
              <a:rPr lang="en-GB" sz="525" b="0" dirty="0">
                <a:solidFill>
                  <a:schemeClr val="bg1"/>
                </a:solidFill>
                <a:latin typeface="+mj-lt"/>
              </a:rPr>
              <a:t>© 2014 Amadeus IT Group SA </a:t>
            </a:r>
          </a:p>
        </p:txBody>
      </p:sp>
      <p:sp>
        <p:nvSpPr>
          <p:cNvPr id="3" name="CuadroTexto 2"/>
          <p:cNvSpPr txBox="1"/>
          <p:nvPr/>
        </p:nvSpPr>
        <p:spPr>
          <a:xfrm>
            <a:off x="506417" y="2920040"/>
            <a:ext cx="2243691" cy="646331"/>
          </a:xfrm>
          <a:prstGeom prst="rect">
            <a:avLst/>
          </a:prstGeom>
          <a:noFill/>
        </p:spPr>
        <p:txBody>
          <a:bodyPr wrap="none" rtlCol="0">
            <a:spAutoFit/>
          </a:bodyPr>
          <a:lstStyle/>
          <a:p>
            <a:r>
              <a:rPr lang="en-GB" sz="3600" dirty="0">
                <a:latin typeface="+mj-lt"/>
              </a:rPr>
              <a:t>Thank you!</a:t>
            </a:r>
          </a:p>
        </p:txBody>
      </p:sp>
      <p:sp>
        <p:nvSpPr>
          <p:cNvPr id="4" name="Marcador de pie de página 3"/>
          <p:cNvSpPr>
            <a:spLocks noGrp="1"/>
          </p:cNvSpPr>
          <p:nvPr>
            <p:ph type="ftr" sz="quarter" idx="3"/>
          </p:nvPr>
        </p:nvSpPr>
        <p:spPr/>
        <p:txBody>
          <a:bodyPr/>
          <a:lstStyle/>
          <a:p>
            <a:r>
              <a:rPr lang="en-US"/>
              <a:t>© 2016 </a:t>
            </a:r>
            <a:r>
              <a:rPr lang="en-GB"/>
              <a:t>Amadeus</a:t>
            </a:r>
            <a:r>
              <a:rPr lang="en-US"/>
              <a:t> IT Group SA</a:t>
            </a:r>
            <a:endParaRPr lang="es-ES" dirty="0"/>
          </a:p>
        </p:txBody>
      </p:sp>
      <p:sp>
        <p:nvSpPr>
          <p:cNvPr id="10" name="Text Placeholder 9"/>
          <p:cNvSpPr>
            <a:spLocks noGrp="1"/>
          </p:cNvSpPr>
          <p:nvPr>
            <p:ph type="body" sz="quarter" idx="39"/>
          </p:nvPr>
        </p:nvSpPr>
        <p:spPr/>
        <p:txBody>
          <a:bodyPr/>
          <a:lstStyle/>
          <a:p>
            <a:r>
              <a:rPr lang="en-GB"/>
              <a:t>You can follow us on:</a:t>
            </a:r>
            <a:endParaRPr lang="en-GB" dirty="0"/>
          </a:p>
        </p:txBody>
      </p:sp>
      <p:sp>
        <p:nvSpPr>
          <p:cNvPr id="11" name="Text Placeholder 10"/>
          <p:cNvSpPr>
            <a:spLocks noGrp="1"/>
          </p:cNvSpPr>
          <p:nvPr>
            <p:ph type="body" sz="quarter" idx="40"/>
          </p:nvPr>
        </p:nvSpPr>
        <p:spPr/>
        <p:txBody>
          <a:bodyPr/>
          <a:lstStyle/>
          <a:p>
            <a:r>
              <a:rPr lang="en-GB"/>
              <a:t>AmadeusITgroup</a:t>
            </a:r>
            <a:endParaRPr lang="en-GB" dirty="0"/>
          </a:p>
        </p:txBody>
      </p:sp>
      <p:sp>
        <p:nvSpPr>
          <p:cNvPr id="9" name="Text Placeholder 8"/>
          <p:cNvSpPr>
            <a:spLocks noGrp="1"/>
          </p:cNvSpPr>
          <p:nvPr>
            <p:ph type="body" sz="quarter" idx="38"/>
            <p:custDataLst>
              <p:custData r:id="rId1"/>
            </p:custDataLst>
          </p:nvPr>
        </p:nvSpPr>
        <p:spPr/>
        <p:txBody>
          <a:bodyPr/>
          <a:lstStyle/>
          <a:p>
            <a:r>
              <a:rPr lang="en-GB"/>
              <a:t>amadeus.com</a:t>
            </a:r>
            <a:br>
              <a:rPr lang="en-GB"/>
            </a:br>
            <a:r>
              <a:rPr lang="en-GB"/>
              <a:t>Amadeus.com/blog</a:t>
            </a:r>
            <a:endParaRPr lang="en-GB" dirty="0"/>
          </a:p>
        </p:txBody>
      </p:sp>
    </p:spTree>
    <p:extLst>
      <p:ext uri="{BB962C8B-B14F-4D97-AF65-F5344CB8AC3E}">
        <p14:creationId xmlns:p14="http://schemas.microsoft.com/office/powerpoint/2010/main" val="3145704970"/>
      </p:ext>
    </p:extLst>
  </p:cSld>
  <p:clrMapOvr>
    <a:masterClrMapping/>
  </p:clrMapOvr>
</p:sld>
</file>

<file path=ppt/theme/theme1.xml><?xml version="1.0" encoding="utf-8"?>
<a:theme xmlns:a="http://schemas.openxmlformats.org/drawingml/2006/main" name="Office Theme">
  <a:themeElements>
    <a:clrScheme name="Custom 7">
      <a:dk1>
        <a:srgbClr val="005EB8"/>
      </a:dk1>
      <a:lt1>
        <a:srgbClr val="FFFFFF"/>
      </a:lt1>
      <a:dk2>
        <a:srgbClr val="005EB8"/>
      </a:dk2>
      <a:lt2>
        <a:srgbClr val="FFFFFF"/>
      </a:lt2>
      <a:accent1>
        <a:srgbClr val="005EB8"/>
      </a:accent1>
      <a:accent2>
        <a:srgbClr val="00A9E0"/>
      </a:accent2>
      <a:accent3>
        <a:srgbClr val="9BCAEC"/>
      </a:accent3>
      <a:accent4>
        <a:srgbClr val="D3E8F8"/>
      </a:accent4>
      <a:accent5>
        <a:srgbClr val="41388D"/>
      </a:accent5>
      <a:accent6>
        <a:srgbClr val="CE0058"/>
      </a:accent6>
      <a:hlink>
        <a:srgbClr val="005EB8"/>
      </a:hlink>
      <a:folHlink>
        <a:srgbClr val="00A9E0"/>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tricted_PPT_template(4-3).potx" id="{9A33F04E-9E8F-4B90-B678-450083DF508A}" vid="{1414E542-B2D5-4ACB-AE94-52591EBDD4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item1.xml><?xml version="1.0" encoding="utf-8"?>
<FreestylePackInfo ReferencePageId="ae979a6e-c00a-40de-8444-0fb35ee50e80" ReferenceProviderType="Workspace" ReferenceContentId="ad188e39-77d4-425d-81c9-3d5f9e5bae73" ReferenceContentVersionId="70d1af5d-7d5a-4e3f-bc38-41396e6b0c9f" ReferenceMajorVersion="1" ReferenceMinorVersion="0"/>
</file>

<file path=customXml/item2.xml><?xml version="1.0" encoding="utf-8"?>
<FreestylePackInfo ReferencePageId="1dcf48e8-df7b-4bd2-a5fb-6bc4e1f8c27e" ReferenceProviderType="Workspace" ReferenceContentId="ad188e39-77d4-425d-81c9-3d5f9e5bae73" ReferenceContentVersionId="70d1af5d-7d5a-4e3f-bc38-41396e6b0c9f" ReferenceMajorVersion="1" ReferenceMinorVersion="0"/>
</file>

<file path=customXml/item3.xml><?xml version="1.0" encoding="utf-8"?>
<FreestylePackInfo ProviderType="Workspace" CreateTime="2023-06-27T09:51:47.5825443+00:00" DocumentId="ad188e39-77d4-425d-81c9-3d5f9e5bae73" DocumentVersionId="d995cf22-b78f-4543-9f2b-f055e91d0d16"/>
</file>

<file path=customXml/item4.xml><?xml version="1.0" encoding="utf-8"?>
<FreestylePackInfo ReferencePageId="15066c5d-8152-4807-8669-d3a8c7fb4589" ReferenceProviderType="Workspace" ReferenceContentId="ad188e39-77d4-425d-81c9-3d5f9e5bae73" ReferenceContentVersionId="70d1af5d-7d5a-4e3f-bc38-41396e6b0c9f" ReferenceMajorVersion="1" ReferenceMinorVersion="0"/>
</file>

<file path=customXml/item5.xml><?xml version="1.0" encoding="utf-8"?>
<FreestylePackInfo ReferencePageId="e0b4351f-6d8f-441a-b920-41c5578d478a" ReferenceProviderType="Workspace" ReferenceContentId="ad188e39-77d4-425d-81c9-3d5f9e5bae73" ReferenceContentVersionId="70d1af5d-7d5a-4e3f-bc38-41396e6b0c9f" ReferenceMajorVersion="1" ReferenceMinorVersion="0"/>
</file>

<file path=customXml/item6.xml><?xml version="1.0" encoding="utf-8"?>
<FreestylePackInfo ReferencePageId="2a507bbd-761f-4559-97ec-7aaed93b39c3" ReferenceProviderType="Workspace" ReferenceContentId="ad188e39-77d4-425d-81c9-3d5f9e5bae73" ReferenceContentVersionId="70d1af5d-7d5a-4e3f-bc38-41396e6b0c9f" ReferenceMajorVersion="1" ReferenceMinorVersion="0"/>
</file>

<file path=customXml/item7.xml><?xml version="1.0" encoding="utf-8"?>
<FreestylePackInfo ReferencePageId="7c3696e9-5691-4042-9bdf-250d86786546" ReferenceProviderType="Workspace" ReferenceContentId="ad188e39-77d4-425d-81c9-3d5f9e5bae73" ReferenceContentVersionId="70d1af5d-7d5a-4e3f-bc38-41396e6b0c9f" ReferenceMajorVersion="1" ReferenceMinorVersion="0"/>
</file>

<file path=customXml/item8.xml><?xml version="1.0" encoding="utf-8"?>
<FreestylePackInfo ReferencePageId="5f9413d5-c192-432a-bf8e-e38ea05d11e9" ReferenceProviderType="Workspace" ReferenceContentId="ad188e39-77d4-425d-81c9-3d5f9e5bae73" ReferenceContentVersionId="70d1af5d-7d5a-4e3f-bc38-41396e6b0c9f" ReferenceMajorVersion="1" ReferenceMinorVersion="0"/>
</file>

<file path=customXml/item9.xml><?xml version="1.0" encoding="utf-8"?>
<FreestylePackInfo ReferencePageId="b7a65bae-cfe8-46bb-b96e-48e6afb3be45" ReferenceProviderType="Workspace" ReferenceContentId="ad188e39-77d4-425d-81c9-3d5f9e5bae73" ReferenceContentVersionId="70d1af5d-7d5a-4e3f-bc38-41396e6b0c9f" ReferenceMajorVersion="1" ReferenceMinorVersion="0"/>
</file>

<file path=customXml/item10.xml><?xml version="1.0" encoding="utf-8"?>
<FreestylePackInfo ReferencePageId="4b8db41d-b9de-4007-8a61-3c0e5d03aad5" ReferenceProviderType="Workspace" ReferenceContentId="ad188e39-77d4-425d-81c9-3d5f9e5bae73" ReferenceContentVersionId="70d1af5d-7d5a-4e3f-bc38-41396e6b0c9f" ReferenceMajorVersion="1" ReferenceMinorVersion="0"/>
</file>

<file path=customXml/item11.xml><?xml version="1.0" encoding="utf-8"?>
<FreestylePackInfo ReferencePageId="be6b5a15-6567-42ea-b394-2ae1bc9acbf5" ReferenceProviderType="Workspace" ReferenceContentId="ad188e39-77d4-425d-81c9-3d5f9e5bae73" ReferenceContentVersionId="70d1af5d-7d5a-4e3f-bc38-41396e6b0c9f" ReferenceMajorVersion="1" ReferenceMinorVersion="0"/>
</file>

<file path=customXml/item12.xml><?xml version="1.0" encoding="utf-8"?>
<FreestylePackInfo ReferencePageId="a22855ee-8039-4a5c-a708-b7f7ca3a6aa3" ReferenceProviderType="Workspace" ReferenceContentId="ad188e39-77d4-425d-81c9-3d5f9e5bae73" ReferenceContentVersionId="70d1af5d-7d5a-4e3f-bc38-41396e6b0c9f" ReferenceMajorVersion="1" ReferenceMinorVersion="0"/>
</file>

<file path=customXml/item13.xml><?xml version="1.0" encoding="utf-8"?>
<FreestylePackInfo ReferencePageId="e2ea62e1-7508-4cd1-8cd8-c07c45fe70c5" ReferenceProviderType="Workspace" ReferenceContentId="ad188e39-77d4-425d-81c9-3d5f9e5bae73" ReferenceContentVersionId="70d1af5d-7d5a-4e3f-bc38-41396e6b0c9f" ReferenceMajorVersion="1" ReferenceMinorVersion="0"/>
</file>

<file path=customXml/itemProps1.xml><?xml version="1.0" encoding="utf-8"?>
<ds:datastoreItem xmlns:ds="http://schemas.openxmlformats.org/officeDocument/2006/customXml" ds:itemID="{A100307C-3AB5-46F2-9737-157370D941D1}">
  <ds:schemaRefs/>
</ds:datastoreItem>
</file>

<file path=customXml/itemProps2.xml><?xml version="1.0" encoding="utf-8"?>
<ds:datastoreItem xmlns:ds="http://schemas.openxmlformats.org/officeDocument/2006/customXml" ds:itemID="{172A0A19-0822-4710-AF67-7AA1C651D557}">
  <ds:schemaRefs/>
</ds:datastoreItem>
</file>

<file path=customXml/itemProps3.xml><?xml version="1.0" encoding="utf-8"?>
<ds:datastoreItem xmlns:ds="http://schemas.openxmlformats.org/officeDocument/2006/customXml" ds:itemID="{1E629F00-4603-4C82-8CEC-4106F16DF797}">
  <ds:schemaRefs/>
</ds:datastoreItem>
</file>

<file path=customXml/itemProps4.xml><?xml version="1.0" encoding="utf-8"?>
<ds:datastoreItem xmlns:ds="http://schemas.openxmlformats.org/officeDocument/2006/customXml" ds:itemID="{4B1BDB6C-58A4-49CF-A4BE-D32C1C2CAB5E}">
  <ds:schemaRefs/>
</ds:datastoreItem>
</file>

<file path=customXml/itemProps5.xml><?xml version="1.0" encoding="utf-8"?>
<ds:datastoreItem xmlns:ds="http://schemas.openxmlformats.org/officeDocument/2006/customXml" ds:itemID="{16417486-2B1C-414D-AB8A-D73E0D849386}">
  <ds:schemaRefs/>
</ds:datastoreItem>
</file>

<file path=customXml/itemProps6.xml><?xml version="1.0" encoding="utf-8"?>
<ds:datastoreItem xmlns:ds="http://schemas.openxmlformats.org/officeDocument/2006/customXml" ds:itemID="{A1C59BE6-95B0-4CC3-9B45-48368DF6D8A0}">
  <ds:schemaRefs/>
</ds:datastoreItem>
</file>

<file path=customXml/itemProps7.xml><?xml version="1.0" encoding="utf-8"?>
<ds:datastoreItem xmlns:ds="http://schemas.openxmlformats.org/officeDocument/2006/customXml" ds:itemID="{E2452227-5AF6-4B3C-A863-94E58BA7C94C}">
  <ds:schemaRefs/>
</ds:datastoreItem>
</file>

<file path=customXml/itemProps8.xml><?xml version="1.0" encoding="utf-8"?>
<ds:datastoreItem xmlns:ds="http://schemas.openxmlformats.org/officeDocument/2006/customXml" ds:itemID="{06960F9A-6B41-4C8E-8FA5-A0EC73C4E9A9}">
  <ds:schemaRefs/>
</ds:datastoreItem>
</file>

<file path=customXml/itemProps9.xml><?xml version="1.0" encoding="utf-8"?>
<ds:datastoreItem xmlns:ds="http://schemas.openxmlformats.org/officeDocument/2006/customXml" ds:itemID="{D79FAE4D-488F-4D19-A9E8-2FD777586F7D}">
  <ds:schemaRefs/>
</ds:datastoreItem>
</file>

<file path=customXml/itemProps10.xml><?xml version="1.0" encoding="utf-8"?>
<ds:datastoreItem xmlns:ds="http://schemas.openxmlformats.org/officeDocument/2006/customXml" ds:itemID="{C623E491-7B48-4211-A33D-147D0BC102CE}">
  <ds:schemaRefs/>
</ds:datastoreItem>
</file>

<file path=customXml/itemProps11.xml><?xml version="1.0" encoding="utf-8"?>
<ds:datastoreItem xmlns:ds="http://schemas.openxmlformats.org/officeDocument/2006/customXml" ds:itemID="{9A90E41C-C0F5-48C1-B19D-2953FCC997C9}">
  <ds:schemaRefs/>
</ds:datastoreItem>
</file>

<file path=customXml/itemProps12.xml><?xml version="1.0" encoding="utf-8"?>
<ds:datastoreItem xmlns:ds="http://schemas.openxmlformats.org/officeDocument/2006/customXml" ds:itemID="{557B67BF-8F7D-4197-9904-17050F9AF600}">
  <ds:schemaRefs/>
</ds:datastoreItem>
</file>

<file path=customXml/itemProps13.xml><?xml version="1.0" encoding="utf-8"?>
<ds:datastoreItem xmlns:ds="http://schemas.openxmlformats.org/officeDocument/2006/customXml" ds:itemID="{9E777C4D-CCBE-470E-B8CA-B02517F06AB8}">
  <ds:schemaRefs/>
</ds:datastoreItem>
</file>

<file path=docProps/app.xml><?xml version="1.0" encoding="utf-8"?>
<Properties xmlns="http://schemas.openxmlformats.org/officeDocument/2006/extended-properties" xmlns:vt="http://schemas.openxmlformats.org/officeDocument/2006/docPropsVTypes">
  <Template>Restricted_PPT_template(4-3)</Template>
  <TotalTime>0</TotalTime>
  <Words>1039</Words>
  <Application>Microsoft Office PowerPoint</Application>
  <PresentationFormat>On-screen Show (4:3)</PresentationFormat>
  <Paragraphs>159</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Verdana</vt:lpstr>
      <vt:lpstr>Office Theme</vt:lpstr>
      <vt:lpstr>Amadeus Interface Record (A.I.R) for Back-Office</vt:lpstr>
      <vt:lpstr>Introduction</vt:lpstr>
      <vt:lpstr>Introduction</vt:lpstr>
      <vt:lpstr>Triggers &amp; Content</vt:lpstr>
      <vt:lpstr>Multi-destination product</vt:lpstr>
      <vt:lpstr>Retention process</vt:lpstr>
      <vt:lpstr>Cryptic entries</vt:lpstr>
      <vt:lpstr>Sample</vt:lpstr>
      <vt:lpstr>Sample</vt:lpstr>
      <vt:lpstr>BO A.I.R - Product Positioning</vt:lpstr>
      <vt:lpstr>Comparison of the feeds (1/2)</vt:lpstr>
      <vt:lpstr>PowerPoint Presentation</vt:lpstr>
    </vt:vector>
  </TitlesOfParts>
  <Company>Amadeus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Interface Record_ Product Presentation_EN</dc:title>
  <dc:creator>Emmanuel NIMSGERN</dc:creator>
  <cp:lastModifiedBy>Neeloo PEEROO</cp:lastModifiedBy>
  <cp:revision>90</cp:revision>
  <dcterms:created xsi:type="dcterms:W3CDTF">2016-08-17T07:59:38Z</dcterms:created>
  <dcterms:modified xsi:type="dcterms:W3CDTF">2023-06-27T09:55:57Z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0x010100FC73BBCA21EB488382ED3C65536830580068F81A454DB0024EA17BFF0A0501EF22</vt:lpwstr>
  </property>
  <property fmtid="{D5CDD505-2E9C-101B-9397-08002B2CF9AE}" pid="3" name="TogoLocations">
    <vt:lpwstr/>
  </property>
  <property fmtid="{D5CDD505-2E9C-101B-9397-08002B2CF9AE}" pid="4" name="TogoTags">
    <vt:lpwstr/>
  </property>
  <property fmtid="{D5CDD505-2E9C-101B-9397-08002B2CF9AE}" pid="5" name="TogoProductsCardAmadeusProducts">
    <vt:lpwstr>347;#Interface Record|9ac2c9a8-30dd-4a17-9100-e703bd9560ee</vt:lpwstr>
  </property>
  <property fmtid="{D5CDD505-2E9C-101B-9397-08002B2CF9AE}" pid="6" name="TogoDepartments">
    <vt:lpwstr/>
  </property>
  <property fmtid="{D5CDD505-2E9C-101B-9397-08002B2CF9AE}" pid="7" name="TogoDocumentsCategory">
    <vt:lpwstr/>
  </property>
  <property fmtid="{D5CDD505-2E9C-101B-9397-08002B2CF9AE}" pid="8" name="TogoProductsCardMarkets">
    <vt:lpwstr/>
  </property>
  <property fmtid="{D5CDD505-2E9C-101B-9397-08002B2CF9AE}" pid="9" name="MSIP_Label_d2db9220-a04a-4f06-aab9-80cbe5287fb3_Enabled">
    <vt:lpwstr>true</vt:lpwstr>
  </property>
  <property fmtid="{D5CDD505-2E9C-101B-9397-08002B2CF9AE}" pid="10" name="MSIP_Label_d2db9220-a04a-4f06-aab9-80cbe5287fb3_SetDate">
    <vt:lpwstr>2023-06-27T09:55:55Z</vt:lpwstr>
  </property>
  <property fmtid="{D5CDD505-2E9C-101B-9397-08002B2CF9AE}" pid="11" name="MSIP_Label_d2db9220-a04a-4f06-aab9-80cbe5287fb3_Method">
    <vt:lpwstr>Standard</vt:lpwstr>
  </property>
  <property fmtid="{D5CDD505-2E9C-101B-9397-08002B2CF9AE}" pid="12" name="MSIP_Label_d2db9220-a04a-4f06-aab9-80cbe5287fb3_Name">
    <vt:lpwstr>d2db9220-a04a-4f06-aab9-80cbe5287fb3</vt:lpwstr>
  </property>
  <property fmtid="{D5CDD505-2E9C-101B-9397-08002B2CF9AE}" pid="13" name="MSIP_Label_d2db9220-a04a-4f06-aab9-80cbe5287fb3_SiteId">
    <vt:lpwstr>b3f4f7c2-72ce-4192-aba4-d6c7719b5766</vt:lpwstr>
  </property>
  <property fmtid="{D5CDD505-2E9C-101B-9397-08002B2CF9AE}" pid="14" name="MSIP_Label_d2db9220-a04a-4f06-aab9-80cbe5287fb3_ActionId">
    <vt:lpwstr>f6e3e192-cb4a-4e9c-8925-97a0b7b86926</vt:lpwstr>
  </property>
  <property fmtid="{D5CDD505-2E9C-101B-9397-08002B2CF9AE}" pid="15" name="MSIP_Label_d2db9220-a04a-4f06-aab9-80cbe5287fb3_ContentBits">
    <vt:lpwstr>1</vt:lpwstr>
  </property>
</Properties>
</file>